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80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</p:sldIdLst>
  <p:sldSz cy="5143500" cx="9144000"/>
  <p:notesSz cx="6858000" cy="9144000"/>
  <p:embeddedFontLst>
    <p:embeddedFont>
      <p:font typeface="Lexend ExtraBold"/>
      <p:bold r:id="rId19"/>
    </p:embeddedFont>
    <p:embeddedFont>
      <p:font typeface="Lexend Light"/>
      <p:regular r:id="rId20"/>
      <p:bold r:id="rId21"/>
    </p:embeddedFont>
    <p:embeddedFont>
      <p:font typeface="Bebas Neue"/>
      <p:regular r:id="rId22"/>
    </p:embeddedFont>
    <p:embeddedFont>
      <p:font typeface="Lexend Medium"/>
      <p:regular r:id="rId23"/>
      <p:bold r:id="rId24"/>
    </p:embeddedFont>
    <p:embeddedFont>
      <p:font typeface="Lexend"/>
      <p:regular r:id="rId25"/>
      <p:bold r:id="rId26"/>
    </p:embeddedFont>
    <p:embeddedFont>
      <p:font typeface="PT Sans"/>
      <p:regular r:id="rId27"/>
      <p:bold r:id="rId28"/>
      <p:italic r:id="rId29"/>
      <p:boldItalic r:id="rId30"/>
    </p:embeddedFont>
    <p:embeddedFont>
      <p:font typeface="Lexend Black"/>
      <p:bold r:id="rId3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LexendLight-regular.fntdata"/><Relationship Id="rId22" Type="http://schemas.openxmlformats.org/officeDocument/2006/relationships/font" Target="fonts/BebasNeue-regular.fntdata"/><Relationship Id="rId21" Type="http://schemas.openxmlformats.org/officeDocument/2006/relationships/font" Target="fonts/LexendLight-bold.fntdata"/><Relationship Id="rId24" Type="http://schemas.openxmlformats.org/officeDocument/2006/relationships/font" Target="fonts/LexendMedium-bold.fntdata"/><Relationship Id="rId23" Type="http://schemas.openxmlformats.org/officeDocument/2006/relationships/font" Target="fonts/LexendMedium-regular.fntdata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26" Type="http://schemas.openxmlformats.org/officeDocument/2006/relationships/font" Target="fonts/Lexend-bold.fntdata"/><Relationship Id="rId25" Type="http://schemas.openxmlformats.org/officeDocument/2006/relationships/font" Target="fonts/Lexend-regular.fntdata"/><Relationship Id="rId28" Type="http://schemas.openxmlformats.org/officeDocument/2006/relationships/font" Target="fonts/PTSans-bold.fntdata"/><Relationship Id="rId27" Type="http://schemas.openxmlformats.org/officeDocument/2006/relationships/font" Target="fonts/PTSans-regular.fnt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29" Type="http://schemas.openxmlformats.org/officeDocument/2006/relationships/font" Target="fonts/PTSans-italic.fntdata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31" Type="http://schemas.openxmlformats.org/officeDocument/2006/relationships/font" Target="fonts/LexendBlack-bold.fntdata"/><Relationship Id="rId30" Type="http://schemas.openxmlformats.org/officeDocument/2006/relationships/font" Target="fonts/PTSans-boldItalic.fntdata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9" Type="http://schemas.openxmlformats.org/officeDocument/2006/relationships/font" Target="fonts/LexendExtraBold-bold.fntdata"/><Relationship Id="rId18" Type="http://schemas.openxmlformats.org/officeDocument/2006/relationships/slide" Target="slides/slide1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2" name="Shape 10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3" name="Google Shape;1043;g3acfbb5dca6_1_47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44" name="Google Shape;1044;g3acfbb5dca6_1_47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"Olá, hoje vou apresentar um projeto que vai além da estatística básica. Em vez de apenas contar quantos acidentes ocorreram no Brasil, utilizei Aprendizado de Máquina Não-Supervisionado para entender o que acontece e onde acontece, processando dados reais da Polícia Rodoviária Federal."</a:t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9" name="Shape 15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0" name="Google Shape;1540;gd431007ba2_0_20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41" name="Google Shape;1541;gd431007ba2_0_20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8" name="Shape 15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9" name="Google Shape;1559;g3ace6acccb3_0_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60" name="Google Shape;1560;g3ace6acccb3_0_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9" name="Shape 15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0" name="Google Shape;1570;g3ace6acccb3_0_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71" name="Google Shape;1571;g3ace6acccb3_0_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1" name="Shape 15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2" name="Google Shape;1582;g3ace6acccb3_0_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83" name="Google Shape;1583;g3ace6acccb3_0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"O maior desafio não foi criar o modelo, mas sim a Engenharia de Dados. Os dados antigos não conversavam com os novos. Meu primeiro objetivo foi criar uma 'Língua Franca' para unificar 18 anos de história."</a:t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4" name="Shape 15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5" name="Google Shape;1595;g3ace6acccb3_0_6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96" name="Google Shape;1596;g3ace6acccb3_0_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“Extração automática do portal do governo, descompressão e organização em Data Lake local.”</a:t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5" name="Shape 16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6" name="Google Shape;1606;g3ace6acccb3_0_8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07" name="Google Shape;1607;g3ace6acccb3_0_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Scripts para limpar texto, tratar nulos e criar features de engenharia (ex: transformando a coluna 'Traçado da Via' em flags binárias de risco: Curva, Relevo, Obras).</a:t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2" name="Shape 16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3" name="Google Shape;1613;g3ad28a16ca6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14" name="Google Shape;1614;g3ad28a16ca6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Scripts para limpar texto, tratar nulos e criar features de engenharia (ex: transformando a coluna 'Traçado da Via' em flags binárias de risco: Curva, Relevo, Obras).</a:t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2" name="Shape 16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3" name="Google Shape;1623;g3ace6acccb3_0_1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24" name="Google Shape;1624;g3ace6acccb3_0_1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0" name="Shape 16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1" name="Google Shape;1631;g3ace6acccb3_0_1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32" name="Google Shape;1632;g3ace6acccb3_0_1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8" name="Shape 16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9" name="Google Shape;1639;g3ad28a16ca6_0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40" name="Google Shape;1640;g3ad28a16ca6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5" name="Shape 16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6" name="Google Shape;1646;g3ad28a16ca6_0_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47" name="Google Shape;1647;g3ad28a16ca6_0_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2" name="Shape 16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3" name="Google Shape;1653;g3ad28a16ca6_0_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54" name="Google Shape;1654;g3ad28a16ca6_0_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63" name="Shape 16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4" name="Google Shape;1664;g3ad28a16ca6_0_6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65" name="Google Shape;1665;g3ad28a16ca6_0_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bit.ly/3A1uf1Q" TargetMode="External"/><Relationship Id="rId3" Type="http://schemas.openxmlformats.org/officeDocument/2006/relationships/hyperlink" Target="http://bit.ly/2TyoMsr" TargetMode="External"/><Relationship Id="rId4" Type="http://schemas.openxmlformats.org/officeDocument/2006/relationships/hyperlink" Target="http://bit.ly/2TtBDfr" TargetMode="Externa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8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/>
          <p:nvPr/>
        </p:nvSpPr>
        <p:spPr>
          <a:xfrm>
            <a:off x="281825" y="283100"/>
            <a:ext cx="4734300" cy="312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" name="Google Shape;10;p2"/>
          <p:cNvSpPr/>
          <p:nvPr/>
        </p:nvSpPr>
        <p:spPr>
          <a:xfrm>
            <a:off x="5292200" y="0"/>
            <a:ext cx="3886800" cy="5143500"/>
          </a:xfrm>
          <a:prstGeom prst="roundRect">
            <a:avLst>
              <a:gd fmla="val 0" name="adj"/>
            </a:avLst>
          </a:prstGeom>
          <a:solidFill>
            <a:srgbClr val="5BADFB">
              <a:alpha val="6211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" name="Google Shape;11;p2"/>
          <p:cNvSpPr txBox="1"/>
          <p:nvPr>
            <p:ph type="ctrTitle"/>
          </p:nvPr>
        </p:nvSpPr>
        <p:spPr>
          <a:xfrm>
            <a:off x="609325" y="2041200"/>
            <a:ext cx="4403700" cy="2190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4400">
                <a:latin typeface="Lexend Black"/>
                <a:ea typeface="Lexend Black"/>
                <a:cs typeface="Lexend Black"/>
                <a:sym typeface="Lexend Black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9pPr>
          </a:lstStyle>
          <a:p/>
        </p:txBody>
      </p:sp>
      <p:sp>
        <p:nvSpPr>
          <p:cNvPr id="12" name="Google Shape;12;p2"/>
          <p:cNvSpPr txBox="1"/>
          <p:nvPr>
            <p:ph idx="1" type="subTitle"/>
          </p:nvPr>
        </p:nvSpPr>
        <p:spPr>
          <a:xfrm>
            <a:off x="609325" y="4128200"/>
            <a:ext cx="4403700" cy="475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3" name="Google Shape;13;p2"/>
          <p:cNvSpPr/>
          <p:nvPr/>
        </p:nvSpPr>
        <p:spPr>
          <a:xfrm>
            <a:off x="281825" y="283100"/>
            <a:ext cx="4734300" cy="45849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3"/>
          <p:cNvSpPr/>
          <p:nvPr/>
        </p:nvSpPr>
        <p:spPr>
          <a:xfrm>
            <a:off x="3928900" y="279300"/>
            <a:ext cx="4941600" cy="45849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6" name="Google Shape;16;p3"/>
          <p:cNvSpPr/>
          <p:nvPr/>
        </p:nvSpPr>
        <p:spPr>
          <a:xfrm>
            <a:off x="3931207" y="4547575"/>
            <a:ext cx="4937100" cy="312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" name="Google Shape;17;p3"/>
          <p:cNvSpPr/>
          <p:nvPr/>
        </p:nvSpPr>
        <p:spPr>
          <a:xfrm>
            <a:off x="0" y="0"/>
            <a:ext cx="3685800" cy="5143500"/>
          </a:xfrm>
          <a:prstGeom prst="roundRect">
            <a:avLst>
              <a:gd fmla="val 0" name="adj"/>
            </a:avLst>
          </a:prstGeom>
          <a:solidFill>
            <a:srgbClr val="5BADFB">
              <a:alpha val="6211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" name="Google Shape;18;p3"/>
          <p:cNvSpPr txBox="1"/>
          <p:nvPr>
            <p:ph type="title"/>
          </p:nvPr>
        </p:nvSpPr>
        <p:spPr>
          <a:xfrm>
            <a:off x="4163875" y="1251375"/>
            <a:ext cx="4266900" cy="1629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4300">
                <a:latin typeface="Lexend Black"/>
                <a:ea typeface="Lexend Black"/>
                <a:cs typeface="Lexend Black"/>
                <a:sym typeface="Lexend Black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9" name="Google Shape;19;p3"/>
          <p:cNvSpPr txBox="1"/>
          <p:nvPr>
            <p:ph hasCustomPrompt="1" idx="2" type="title"/>
          </p:nvPr>
        </p:nvSpPr>
        <p:spPr>
          <a:xfrm>
            <a:off x="3933455" y="284447"/>
            <a:ext cx="1367400" cy="829800"/>
          </a:xfrm>
          <a:prstGeom prst="rect">
            <a:avLst/>
          </a:prstGeom>
          <a:solidFill>
            <a:schemeClr val="lt1"/>
          </a:solidFill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3900">
                <a:solidFill>
                  <a:schemeClr val="dk2"/>
                </a:solidFill>
                <a:latin typeface="Lexend Black"/>
                <a:ea typeface="Lexend Black"/>
                <a:cs typeface="Lexend Black"/>
                <a:sym typeface="Lexend Black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20" name="Google Shape;20;p3"/>
          <p:cNvSpPr txBox="1"/>
          <p:nvPr>
            <p:ph idx="1" type="subTitle"/>
          </p:nvPr>
        </p:nvSpPr>
        <p:spPr>
          <a:xfrm>
            <a:off x="4163875" y="2761275"/>
            <a:ext cx="4266900" cy="37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/>
          <p:nvPr/>
        </p:nvSpPr>
        <p:spPr>
          <a:xfrm>
            <a:off x="281825" y="283100"/>
            <a:ext cx="8582400" cy="162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" name="Google Shape;23;p4"/>
          <p:cNvSpPr/>
          <p:nvPr/>
        </p:nvSpPr>
        <p:spPr>
          <a:xfrm>
            <a:off x="280800" y="279300"/>
            <a:ext cx="8582400" cy="45849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" name="Google Shape;24;p4"/>
          <p:cNvSpPr txBox="1"/>
          <p:nvPr>
            <p:ph type="title"/>
          </p:nvPr>
        </p:nvSpPr>
        <p:spPr>
          <a:xfrm>
            <a:off x="720000" y="5212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700"/>
              <a:buNone/>
              <a:defRPr sz="2700">
                <a:latin typeface="Lexend ExtraBold"/>
                <a:ea typeface="Lexend ExtraBold"/>
                <a:cs typeface="Lexend ExtraBold"/>
                <a:sym typeface="Lexend Extra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" type="body"/>
          </p:nvPr>
        </p:nvSpPr>
        <p:spPr>
          <a:xfrm>
            <a:off x="720000" y="1106489"/>
            <a:ext cx="7704000" cy="470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●"/>
              <a:defRPr>
                <a:latin typeface="Lexend Light"/>
                <a:ea typeface="Lexend Light"/>
                <a:cs typeface="Lexend Light"/>
                <a:sym typeface="Lexend Light"/>
              </a:defRPr>
            </a:lvl1pPr>
            <a:lvl2pPr indent="-317500" lvl="1" marL="914400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00"/>
              <a:buFont typeface="Nunito Light"/>
              <a:buChar char="○"/>
              <a:defRPr/>
            </a:lvl2pPr>
            <a:lvl3pPr indent="-317500" lvl="2" marL="1371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■"/>
              <a:defRPr/>
            </a:lvl3pPr>
            <a:lvl4pPr indent="-317500" lvl="3" marL="1828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●"/>
              <a:defRPr/>
            </a:lvl4pPr>
            <a:lvl5pPr indent="-317500" lvl="4" marL="22860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○"/>
              <a:defRPr/>
            </a:lvl5pPr>
            <a:lvl6pPr indent="-317500" lvl="5" marL="2743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■"/>
              <a:defRPr/>
            </a:lvl6pPr>
            <a:lvl7pPr indent="-317500" lvl="6" marL="3200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●"/>
              <a:defRPr/>
            </a:lvl7pPr>
            <a:lvl8pPr indent="-317500" lvl="7" marL="3657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○"/>
              <a:defRPr/>
            </a:lvl8pPr>
            <a:lvl9pPr indent="-317500" lvl="8" marL="411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■"/>
              <a:defRPr/>
            </a:lvl9pPr>
          </a:lstStyle>
          <a:p/>
        </p:txBody>
      </p:sp>
      <p:grpSp>
        <p:nvGrpSpPr>
          <p:cNvPr id="26" name="Google Shape;26;p4"/>
          <p:cNvGrpSpPr/>
          <p:nvPr/>
        </p:nvGrpSpPr>
        <p:grpSpPr>
          <a:xfrm>
            <a:off x="8346068" y="539493"/>
            <a:ext cx="662463" cy="775160"/>
            <a:chOff x="5424136" y="1294946"/>
            <a:chExt cx="1748846" cy="2046356"/>
          </a:xfrm>
        </p:grpSpPr>
        <p:grpSp>
          <p:nvGrpSpPr>
            <p:cNvPr id="27" name="Google Shape;27;p4"/>
            <p:cNvGrpSpPr/>
            <p:nvPr/>
          </p:nvGrpSpPr>
          <p:grpSpPr>
            <a:xfrm>
              <a:off x="5424136" y="2234050"/>
              <a:ext cx="1184145" cy="1107253"/>
              <a:chOff x="5424136" y="2234050"/>
              <a:chExt cx="1184145" cy="1107253"/>
            </a:xfrm>
          </p:grpSpPr>
          <p:sp>
            <p:nvSpPr>
              <p:cNvPr id="28" name="Google Shape;28;p4"/>
              <p:cNvSpPr/>
              <p:nvPr/>
            </p:nvSpPr>
            <p:spPr>
              <a:xfrm>
                <a:off x="5424136" y="2234050"/>
                <a:ext cx="1184145" cy="1107253"/>
              </a:xfrm>
              <a:custGeom>
                <a:rect b="b" l="l" r="r" t="t"/>
                <a:pathLst>
                  <a:path extrusionOk="0" h="6048" w="6468">
                    <a:moveTo>
                      <a:pt x="3300" y="0"/>
                    </a:moveTo>
                    <a:lnTo>
                      <a:pt x="2377" y="532"/>
                    </a:lnTo>
                    <a:lnTo>
                      <a:pt x="1657" y="1717"/>
                    </a:lnTo>
                    <a:lnTo>
                      <a:pt x="1672" y="2280"/>
                    </a:lnTo>
                    <a:lnTo>
                      <a:pt x="705" y="2812"/>
                    </a:lnTo>
                    <a:lnTo>
                      <a:pt x="0" y="4031"/>
                    </a:lnTo>
                    <a:lnTo>
                      <a:pt x="0" y="5156"/>
                    </a:lnTo>
                    <a:lnTo>
                      <a:pt x="1519" y="6048"/>
                    </a:lnTo>
                    <a:lnTo>
                      <a:pt x="5797" y="3577"/>
                    </a:lnTo>
                    <a:lnTo>
                      <a:pt x="6468" y="2392"/>
                    </a:lnTo>
                    <a:lnTo>
                      <a:pt x="6468" y="1282"/>
                    </a:lnTo>
                    <a:lnTo>
                      <a:pt x="4953" y="390"/>
                    </a:lnTo>
                    <a:lnTo>
                      <a:pt x="4470" y="671"/>
                    </a:lnTo>
                    <a:lnTo>
                      <a:pt x="3300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" name="Google Shape;29;p4"/>
              <p:cNvSpPr/>
              <p:nvPr/>
            </p:nvSpPr>
            <p:spPr>
              <a:xfrm>
                <a:off x="5850342" y="2234050"/>
                <a:ext cx="332469" cy="191682"/>
              </a:xfrm>
              <a:custGeom>
                <a:rect b="b" l="l" r="r" t="t"/>
                <a:pathLst>
                  <a:path extrusionOk="0" h="1047" w="1816">
                    <a:moveTo>
                      <a:pt x="972" y="0"/>
                    </a:moveTo>
                    <a:lnTo>
                      <a:pt x="1" y="562"/>
                    </a:lnTo>
                    <a:lnTo>
                      <a:pt x="844" y="1046"/>
                    </a:lnTo>
                    <a:lnTo>
                      <a:pt x="1815" y="484"/>
                    </a:lnTo>
                    <a:lnTo>
                      <a:pt x="972" y="0"/>
                    </a:lnTo>
                    <a:close/>
                  </a:path>
                </a:pathLst>
              </a:custGeom>
              <a:solidFill>
                <a:srgbClr val="F5F5F5">
                  <a:alpha val="6398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" name="Google Shape;30;p4"/>
              <p:cNvSpPr/>
              <p:nvPr/>
            </p:nvSpPr>
            <p:spPr>
              <a:xfrm>
                <a:off x="5553206" y="2651281"/>
                <a:ext cx="328990" cy="192414"/>
              </a:xfrm>
              <a:custGeom>
                <a:rect b="b" l="l" r="r" t="t"/>
                <a:pathLst>
                  <a:path extrusionOk="0" h="1051" w="1797">
                    <a:moveTo>
                      <a:pt x="967" y="1"/>
                    </a:moveTo>
                    <a:lnTo>
                      <a:pt x="0" y="533"/>
                    </a:lnTo>
                    <a:lnTo>
                      <a:pt x="829" y="1051"/>
                    </a:lnTo>
                    <a:lnTo>
                      <a:pt x="1796" y="488"/>
                    </a:lnTo>
                    <a:lnTo>
                      <a:pt x="967" y="1"/>
                    </a:lnTo>
                    <a:close/>
                  </a:path>
                </a:pathLst>
              </a:custGeom>
              <a:solidFill>
                <a:srgbClr val="F5F5F5">
                  <a:alpha val="6398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1" name="Google Shape;31;p4"/>
              <p:cNvSpPr/>
              <p:nvPr/>
            </p:nvSpPr>
            <p:spPr>
              <a:xfrm>
                <a:off x="5424136" y="2748861"/>
                <a:ext cx="280841" cy="311781"/>
              </a:xfrm>
              <a:custGeom>
                <a:rect b="b" l="l" r="r" t="t"/>
                <a:pathLst>
                  <a:path extrusionOk="0" h="1703" w="1534">
                    <a:moveTo>
                      <a:pt x="705" y="0"/>
                    </a:moveTo>
                    <a:lnTo>
                      <a:pt x="0" y="1219"/>
                    </a:lnTo>
                    <a:lnTo>
                      <a:pt x="844" y="1702"/>
                    </a:lnTo>
                    <a:lnTo>
                      <a:pt x="1534" y="518"/>
                    </a:lnTo>
                    <a:lnTo>
                      <a:pt x="705" y="0"/>
                    </a:lnTo>
                    <a:close/>
                  </a:path>
                </a:pathLst>
              </a:custGeom>
              <a:solidFill>
                <a:srgbClr val="F5F5F5">
                  <a:alpha val="3416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2" name="Google Shape;32;p4"/>
              <p:cNvSpPr/>
              <p:nvPr/>
            </p:nvSpPr>
            <p:spPr>
              <a:xfrm>
                <a:off x="5727497" y="2548392"/>
                <a:ext cx="154700" cy="192414"/>
              </a:xfrm>
              <a:custGeom>
                <a:rect b="b" l="l" r="r" t="t"/>
                <a:pathLst>
                  <a:path extrusionOk="0" h="1051" w="845">
                    <a:moveTo>
                      <a:pt x="0" y="0"/>
                    </a:moveTo>
                    <a:lnTo>
                      <a:pt x="0" y="563"/>
                    </a:lnTo>
                    <a:lnTo>
                      <a:pt x="844" y="1050"/>
                    </a:lnTo>
                    <a:lnTo>
                      <a:pt x="844" y="48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5F5F5">
                  <a:alpha val="3416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3" name="Google Shape;33;p4"/>
              <p:cNvSpPr/>
              <p:nvPr/>
            </p:nvSpPr>
            <p:spPr>
              <a:xfrm>
                <a:off x="5424136" y="2971848"/>
                <a:ext cx="154517" cy="294755"/>
              </a:xfrm>
              <a:custGeom>
                <a:rect b="b" l="l" r="r" t="t"/>
                <a:pathLst>
                  <a:path extrusionOk="0" h="1610" w="844">
                    <a:moveTo>
                      <a:pt x="0" y="1"/>
                    </a:moveTo>
                    <a:lnTo>
                      <a:pt x="0" y="1126"/>
                    </a:lnTo>
                    <a:lnTo>
                      <a:pt x="844" y="1609"/>
                    </a:lnTo>
                    <a:lnTo>
                      <a:pt x="844" y="484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F5F5F5">
                  <a:alpha val="6398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4" name="Google Shape;34;p4"/>
              <p:cNvSpPr/>
              <p:nvPr/>
            </p:nvSpPr>
            <p:spPr>
              <a:xfrm>
                <a:off x="6242312" y="2305267"/>
                <a:ext cx="243127" cy="191865"/>
              </a:xfrm>
              <a:custGeom>
                <a:rect b="b" l="l" r="r" t="t"/>
                <a:pathLst>
                  <a:path extrusionOk="0" h="1048" w="1328">
                    <a:moveTo>
                      <a:pt x="484" y="1"/>
                    </a:moveTo>
                    <a:lnTo>
                      <a:pt x="1" y="282"/>
                    </a:lnTo>
                    <a:lnTo>
                      <a:pt x="360" y="1047"/>
                    </a:lnTo>
                    <a:lnTo>
                      <a:pt x="1328" y="485"/>
                    </a:lnTo>
                    <a:lnTo>
                      <a:pt x="484" y="1"/>
                    </a:lnTo>
                    <a:close/>
                  </a:path>
                </a:pathLst>
              </a:custGeom>
              <a:solidFill>
                <a:srgbClr val="F5F5F5">
                  <a:alpha val="6398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" name="Google Shape;35;p4"/>
              <p:cNvSpPr/>
              <p:nvPr/>
            </p:nvSpPr>
            <p:spPr>
              <a:xfrm>
                <a:off x="5727497" y="2328700"/>
                <a:ext cx="280292" cy="309035"/>
              </a:xfrm>
              <a:custGeom>
                <a:rect b="b" l="l" r="r" t="t"/>
                <a:pathLst>
                  <a:path extrusionOk="0" h="1688" w="1531">
                    <a:moveTo>
                      <a:pt x="687" y="0"/>
                    </a:moveTo>
                    <a:lnTo>
                      <a:pt x="0" y="1200"/>
                    </a:lnTo>
                    <a:lnTo>
                      <a:pt x="844" y="1688"/>
                    </a:lnTo>
                    <a:lnTo>
                      <a:pt x="1530" y="499"/>
                    </a:lnTo>
                    <a:lnTo>
                      <a:pt x="687" y="0"/>
                    </a:lnTo>
                    <a:close/>
                  </a:path>
                </a:pathLst>
              </a:custGeom>
              <a:solidFill>
                <a:srgbClr val="F5F5F5">
                  <a:alpha val="3416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36" name="Google Shape;36;p4"/>
            <p:cNvGrpSpPr/>
            <p:nvPr/>
          </p:nvGrpSpPr>
          <p:grpSpPr>
            <a:xfrm>
              <a:off x="6319687" y="1294946"/>
              <a:ext cx="853295" cy="797776"/>
              <a:chOff x="5424136" y="2234050"/>
              <a:chExt cx="1184145" cy="1107253"/>
            </a:xfrm>
          </p:grpSpPr>
          <p:sp>
            <p:nvSpPr>
              <p:cNvPr id="37" name="Google Shape;37;p4"/>
              <p:cNvSpPr/>
              <p:nvPr/>
            </p:nvSpPr>
            <p:spPr>
              <a:xfrm>
                <a:off x="5424136" y="2234050"/>
                <a:ext cx="1184145" cy="1107253"/>
              </a:xfrm>
              <a:custGeom>
                <a:rect b="b" l="l" r="r" t="t"/>
                <a:pathLst>
                  <a:path extrusionOk="0" h="6048" w="6468">
                    <a:moveTo>
                      <a:pt x="3300" y="0"/>
                    </a:moveTo>
                    <a:lnTo>
                      <a:pt x="2377" y="532"/>
                    </a:lnTo>
                    <a:lnTo>
                      <a:pt x="1657" y="1717"/>
                    </a:lnTo>
                    <a:lnTo>
                      <a:pt x="1672" y="2280"/>
                    </a:lnTo>
                    <a:lnTo>
                      <a:pt x="705" y="2812"/>
                    </a:lnTo>
                    <a:lnTo>
                      <a:pt x="0" y="4031"/>
                    </a:lnTo>
                    <a:lnTo>
                      <a:pt x="0" y="5156"/>
                    </a:lnTo>
                    <a:lnTo>
                      <a:pt x="1519" y="6048"/>
                    </a:lnTo>
                    <a:lnTo>
                      <a:pt x="5797" y="3577"/>
                    </a:lnTo>
                    <a:lnTo>
                      <a:pt x="6468" y="2392"/>
                    </a:lnTo>
                    <a:lnTo>
                      <a:pt x="6468" y="1282"/>
                    </a:lnTo>
                    <a:lnTo>
                      <a:pt x="4953" y="390"/>
                    </a:lnTo>
                    <a:lnTo>
                      <a:pt x="4470" y="671"/>
                    </a:lnTo>
                    <a:lnTo>
                      <a:pt x="3300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8" name="Google Shape;38;p4"/>
              <p:cNvSpPr/>
              <p:nvPr/>
            </p:nvSpPr>
            <p:spPr>
              <a:xfrm>
                <a:off x="5850342" y="2234050"/>
                <a:ext cx="332469" cy="191682"/>
              </a:xfrm>
              <a:custGeom>
                <a:rect b="b" l="l" r="r" t="t"/>
                <a:pathLst>
                  <a:path extrusionOk="0" h="1047" w="1816">
                    <a:moveTo>
                      <a:pt x="972" y="0"/>
                    </a:moveTo>
                    <a:lnTo>
                      <a:pt x="1" y="562"/>
                    </a:lnTo>
                    <a:lnTo>
                      <a:pt x="844" y="1046"/>
                    </a:lnTo>
                    <a:lnTo>
                      <a:pt x="1815" y="484"/>
                    </a:lnTo>
                    <a:lnTo>
                      <a:pt x="972" y="0"/>
                    </a:lnTo>
                    <a:close/>
                  </a:path>
                </a:pathLst>
              </a:custGeom>
              <a:solidFill>
                <a:srgbClr val="F5F5F5">
                  <a:alpha val="6398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" name="Google Shape;39;p4"/>
              <p:cNvSpPr/>
              <p:nvPr/>
            </p:nvSpPr>
            <p:spPr>
              <a:xfrm>
                <a:off x="5553206" y="2651281"/>
                <a:ext cx="328990" cy="192414"/>
              </a:xfrm>
              <a:custGeom>
                <a:rect b="b" l="l" r="r" t="t"/>
                <a:pathLst>
                  <a:path extrusionOk="0" h="1051" w="1797">
                    <a:moveTo>
                      <a:pt x="967" y="1"/>
                    </a:moveTo>
                    <a:lnTo>
                      <a:pt x="0" y="533"/>
                    </a:lnTo>
                    <a:lnTo>
                      <a:pt x="829" y="1051"/>
                    </a:lnTo>
                    <a:lnTo>
                      <a:pt x="1796" y="488"/>
                    </a:lnTo>
                    <a:lnTo>
                      <a:pt x="967" y="1"/>
                    </a:lnTo>
                    <a:close/>
                  </a:path>
                </a:pathLst>
              </a:custGeom>
              <a:solidFill>
                <a:srgbClr val="F5F5F5">
                  <a:alpha val="6398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0" name="Google Shape;40;p4"/>
              <p:cNvSpPr/>
              <p:nvPr/>
            </p:nvSpPr>
            <p:spPr>
              <a:xfrm>
                <a:off x="5424136" y="2748861"/>
                <a:ext cx="280841" cy="311781"/>
              </a:xfrm>
              <a:custGeom>
                <a:rect b="b" l="l" r="r" t="t"/>
                <a:pathLst>
                  <a:path extrusionOk="0" h="1703" w="1534">
                    <a:moveTo>
                      <a:pt x="705" y="0"/>
                    </a:moveTo>
                    <a:lnTo>
                      <a:pt x="0" y="1219"/>
                    </a:lnTo>
                    <a:lnTo>
                      <a:pt x="844" y="1702"/>
                    </a:lnTo>
                    <a:lnTo>
                      <a:pt x="1534" y="518"/>
                    </a:lnTo>
                    <a:lnTo>
                      <a:pt x="705" y="0"/>
                    </a:lnTo>
                    <a:close/>
                  </a:path>
                </a:pathLst>
              </a:custGeom>
              <a:solidFill>
                <a:srgbClr val="F5F5F5">
                  <a:alpha val="3416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1" name="Google Shape;41;p4"/>
              <p:cNvSpPr/>
              <p:nvPr/>
            </p:nvSpPr>
            <p:spPr>
              <a:xfrm>
                <a:off x="5727497" y="2548392"/>
                <a:ext cx="154700" cy="192414"/>
              </a:xfrm>
              <a:custGeom>
                <a:rect b="b" l="l" r="r" t="t"/>
                <a:pathLst>
                  <a:path extrusionOk="0" h="1051" w="845">
                    <a:moveTo>
                      <a:pt x="0" y="0"/>
                    </a:moveTo>
                    <a:lnTo>
                      <a:pt x="0" y="563"/>
                    </a:lnTo>
                    <a:lnTo>
                      <a:pt x="844" y="1050"/>
                    </a:lnTo>
                    <a:lnTo>
                      <a:pt x="844" y="48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5F5F5">
                  <a:alpha val="3416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2" name="Google Shape;42;p4"/>
              <p:cNvSpPr/>
              <p:nvPr/>
            </p:nvSpPr>
            <p:spPr>
              <a:xfrm>
                <a:off x="5424136" y="2971848"/>
                <a:ext cx="154517" cy="294755"/>
              </a:xfrm>
              <a:custGeom>
                <a:rect b="b" l="l" r="r" t="t"/>
                <a:pathLst>
                  <a:path extrusionOk="0" h="1610" w="844">
                    <a:moveTo>
                      <a:pt x="0" y="1"/>
                    </a:moveTo>
                    <a:lnTo>
                      <a:pt x="0" y="1126"/>
                    </a:lnTo>
                    <a:lnTo>
                      <a:pt x="844" y="1609"/>
                    </a:lnTo>
                    <a:lnTo>
                      <a:pt x="844" y="484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F5F5F5">
                  <a:alpha val="6398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3" name="Google Shape;43;p4"/>
              <p:cNvSpPr/>
              <p:nvPr/>
            </p:nvSpPr>
            <p:spPr>
              <a:xfrm>
                <a:off x="6242312" y="2305267"/>
                <a:ext cx="243127" cy="191865"/>
              </a:xfrm>
              <a:custGeom>
                <a:rect b="b" l="l" r="r" t="t"/>
                <a:pathLst>
                  <a:path extrusionOk="0" h="1048" w="1328">
                    <a:moveTo>
                      <a:pt x="484" y="1"/>
                    </a:moveTo>
                    <a:lnTo>
                      <a:pt x="1" y="282"/>
                    </a:lnTo>
                    <a:lnTo>
                      <a:pt x="360" y="1047"/>
                    </a:lnTo>
                    <a:lnTo>
                      <a:pt x="1328" y="485"/>
                    </a:lnTo>
                    <a:lnTo>
                      <a:pt x="484" y="1"/>
                    </a:lnTo>
                    <a:close/>
                  </a:path>
                </a:pathLst>
              </a:custGeom>
              <a:solidFill>
                <a:srgbClr val="F5F5F5">
                  <a:alpha val="6398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4" name="Google Shape;44;p4"/>
              <p:cNvSpPr/>
              <p:nvPr/>
            </p:nvSpPr>
            <p:spPr>
              <a:xfrm>
                <a:off x="5727497" y="2328700"/>
                <a:ext cx="280292" cy="309035"/>
              </a:xfrm>
              <a:custGeom>
                <a:rect b="b" l="l" r="r" t="t"/>
                <a:pathLst>
                  <a:path extrusionOk="0" h="1688" w="1531">
                    <a:moveTo>
                      <a:pt x="687" y="0"/>
                    </a:moveTo>
                    <a:lnTo>
                      <a:pt x="0" y="1200"/>
                    </a:lnTo>
                    <a:lnTo>
                      <a:pt x="844" y="1688"/>
                    </a:lnTo>
                    <a:lnTo>
                      <a:pt x="1530" y="499"/>
                    </a:lnTo>
                    <a:lnTo>
                      <a:pt x="687" y="0"/>
                    </a:lnTo>
                    <a:close/>
                  </a:path>
                </a:pathLst>
              </a:custGeom>
              <a:solidFill>
                <a:srgbClr val="F5F5F5">
                  <a:alpha val="3416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45" name="Google Shape;45;p4"/>
          <p:cNvGrpSpPr/>
          <p:nvPr/>
        </p:nvGrpSpPr>
        <p:grpSpPr>
          <a:xfrm>
            <a:off x="399074" y="3862232"/>
            <a:ext cx="314144" cy="1183135"/>
            <a:chOff x="8297005" y="513279"/>
            <a:chExt cx="159084" cy="599177"/>
          </a:xfrm>
        </p:grpSpPr>
        <p:sp>
          <p:nvSpPr>
            <p:cNvPr id="46" name="Google Shape;46;p4"/>
            <p:cNvSpPr/>
            <p:nvPr/>
          </p:nvSpPr>
          <p:spPr>
            <a:xfrm>
              <a:off x="8388526" y="1082678"/>
              <a:ext cx="42392" cy="29778"/>
            </a:xfrm>
            <a:custGeom>
              <a:rect b="b" l="l" r="r" t="t"/>
              <a:pathLst>
                <a:path extrusionOk="0" h="517" w="736">
                  <a:moveTo>
                    <a:pt x="735" y="1"/>
                  </a:moveTo>
                  <a:lnTo>
                    <a:pt x="1" y="216"/>
                  </a:lnTo>
                  <a:lnTo>
                    <a:pt x="194" y="517"/>
                  </a:lnTo>
                  <a:lnTo>
                    <a:pt x="735" y="190"/>
                  </a:lnTo>
                  <a:lnTo>
                    <a:pt x="735" y="1"/>
                  </a:lnTo>
                  <a:close/>
                </a:path>
              </a:pathLst>
            </a:custGeom>
            <a:solidFill>
              <a:srgbClr val="87878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" name="Google Shape;47;p4"/>
            <p:cNvSpPr/>
            <p:nvPr/>
          </p:nvSpPr>
          <p:spPr>
            <a:xfrm>
              <a:off x="8322751" y="1038732"/>
              <a:ext cx="108168" cy="62090"/>
            </a:xfrm>
            <a:custGeom>
              <a:rect b="b" l="l" r="r" t="t"/>
              <a:pathLst>
                <a:path extrusionOk="0" h="1078" w="1878">
                  <a:moveTo>
                    <a:pt x="546" y="0"/>
                  </a:moveTo>
                  <a:lnTo>
                    <a:pt x="1" y="314"/>
                  </a:lnTo>
                  <a:lnTo>
                    <a:pt x="1" y="764"/>
                  </a:lnTo>
                  <a:lnTo>
                    <a:pt x="546" y="1077"/>
                  </a:lnTo>
                  <a:lnTo>
                    <a:pt x="1336" y="1077"/>
                  </a:lnTo>
                  <a:lnTo>
                    <a:pt x="1877" y="764"/>
                  </a:lnTo>
                  <a:lnTo>
                    <a:pt x="1877" y="314"/>
                  </a:lnTo>
                  <a:lnTo>
                    <a:pt x="1336" y="0"/>
                  </a:lnTo>
                  <a:close/>
                </a:path>
              </a:pathLst>
            </a:custGeom>
            <a:solidFill>
              <a:srgbClr val="F5F5F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" name="Google Shape;48;p4"/>
            <p:cNvSpPr/>
            <p:nvPr/>
          </p:nvSpPr>
          <p:spPr>
            <a:xfrm>
              <a:off x="8339281" y="1047372"/>
              <a:ext cx="75280" cy="21311"/>
            </a:xfrm>
            <a:custGeom>
              <a:rect b="b" l="l" r="r" t="t"/>
              <a:pathLst>
                <a:path extrusionOk="0" h="370" w="1307">
                  <a:moveTo>
                    <a:pt x="379" y="0"/>
                  </a:moveTo>
                  <a:lnTo>
                    <a:pt x="1" y="219"/>
                  </a:lnTo>
                  <a:lnTo>
                    <a:pt x="1" y="369"/>
                  </a:lnTo>
                  <a:lnTo>
                    <a:pt x="1306" y="369"/>
                  </a:lnTo>
                  <a:lnTo>
                    <a:pt x="1306" y="219"/>
                  </a:lnTo>
                  <a:lnTo>
                    <a:pt x="924" y="0"/>
                  </a:lnTo>
                  <a:close/>
                </a:path>
              </a:pathLst>
            </a:custGeom>
            <a:solidFill>
              <a:srgbClr val="A39C9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" name="Google Shape;49;p4"/>
            <p:cNvSpPr/>
            <p:nvPr/>
          </p:nvSpPr>
          <p:spPr>
            <a:xfrm>
              <a:off x="8339281" y="1056011"/>
              <a:ext cx="75280" cy="34443"/>
            </a:xfrm>
            <a:custGeom>
              <a:rect b="b" l="l" r="r" t="t"/>
              <a:pathLst>
                <a:path extrusionOk="0" h="598" w="1307">
                  <a:moveTo>
                    <a:pt x="379" y="0"/>
                  </a:moveTo>
                  <a:lnTo>
                    <a:pt x="1" y="219"/>
                  </a:lnTo>
                  <a:lnTo>
                    <a:pt x="1" y="382"/>
                  </a:lnTo>
                  <a:lnTo>
                    <a:pt x="379" y="598"/>
                  </a:lnTo>
                  <a:lnTo>
                    <a:pt x="924" y="598"/>
                  </a:lnTo>
                  <a:lnTo>
                    <a:pt x="1306" y="382"/>
                  </a:lnTo>
                  <a:lnTo>
                    <a:pt x="1306" y="219"/>
                  </a:lnTo>
                  <a:lnTo>
                    <a:pt x="924" y="0"/>
                  </a:lnTo>
                  <a:close/>
                </a:path>
              </a:pathLst>
            </a:custGeom>
            <a:solidFill>
              <a:srgbClr val="5E443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" name="Google Shape;50;p4"/>
            <p:cNvSpPr/>
            <p:nvPr/>
          </p:nvSpPr>
          <p:spPr>
            <a:xfrm>
              <a:off x="8350224" y="1100764"/>
              <a:ext cx="49476" cy="11692"/>
            </a:xfrm>
            <a:custGeom>
              <a:rect b="b" l="l" r="r" t="t"/>
              <a:pathLst>
                <a:path extrusionOk="0" h="203" w="859">
                  <a:moveTo>
                    <a:pt x="69" y="0"/>
                  </a:moveTo>
                  <a:lnTo>
                    <a:pt x="0" y="26"/>
                  </a:lnTo>
                  <a:lnTo>
                    <a:pt x="69" y="203"/>
                  </a:lnTo>
                  <a:lnTo>
                    <a:pt x="859" y="203"/>
                  </a:lnTo>
                  <a:lnTo>
                    <a:pt x="859" y="0"/>
                  </a:lnTo>
                  <a:close/>
                </a:path>
              </a:pathLst>
            </a:custGeom>
            <a:solidFill>
              <a:srgbClr val="87878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" name="Google Shape;51;p4"/>
            <p:cNvSpPr/>
            <p:nvPr/>
          </p:nvSpPr>
          <p:spPr>
            <a:xfrm>
              <a:off x="8322751" y="1082678"/>
              <a:ext cx="31448" cy="29778"/>
            </a:xfrm>
            <a:custGeom>
              <a:rect b="b" l="l" r="r" t="t"/>
              <a:pathLst>
                <a:path extrusionOk="0" h="517" w="546">
                  <a:moveTo>
                    <a:pt x="1" y="1"/>
                  </a:moveTo>
                  <a:lnTo>
                    <a:pt x="1" y="190"/>
                  </a:lnTo>
                  <a:lnTo>
                    <a:pt x="546" y="517"/>
                  </a:lnTo>
                  <a:lnTo>
                    <a:pt x="546" y="314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87878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" name="Google Shape;52;p4"/>
            <p:cNvSpPr/>
            <p:nvPr/>
          </p:nvSpPr>
          <p:spPr>
            <a:xfrm>
              <a:off x="8331390" y="1043397"/>
              <a:ext cx="90889" cy="51780"/>
            </a:xfrm>
            <a:custGeom>
              <a:rect b="b" l="l" r="r" t="t"/>
              <a:pathLst>
                <a:path extrusionOk="0" h="899" w="1578">
                  <a:moveTo>
                    <a:pt x="464" y="1"/>
                  </a:moveTo>
                  <a:lnTo>
                    <a:pt x="1" y="262"/>
                  </a:lnTo>
                  <a:lnTo>
                    <a:pt x="1" y="641"/>
                  </a:lnTo>
                  <a:lnTo>
                    <a:pt x="464" y="898"/>
                  </a:lnTo>
                  <a:lnTo>
                    <a:pt x="1117" y="898"/>
                  </a:lnTo>
                  <a:lnTo>
                    <a:pt x="1577" y="641"/>
                  </a:lnTo>
                  <a:lnTo>
                    <a:pt x="1577" y="262"/>
                  </a:lnTo>
                  <a:lnTo>
                    <a:pt x="1117" y="1"/>
                  </a:lnTo>
                  <a:close/>
                </a:path>
              </a:pathLst>
            </a:custGeom>
            <a:solidFill>
              <a:srgbClr val="2D2C3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" name="Google Shape;53;p4"/>
            <p:cNvSpPr/>
            <p:nvPr/>
          </p:nvSpPr>
          <p:spPr>
            <a:xfrm>
              <a:off x="8372169" y="968234"/>
              <a:ext cx="9504" cy="120724"/>
            </a:xfrm>
            <a:custGeom>
              <a:rect b="b" l="l" r="r" t="t"/>
              <a:pathLst>
                <a:path extrusionOk="0" h="2096" w="165">
                  <a:moveTo>
                    <a:pt x="1" y="0"/>
                  </a:moveTo>
                  <a:lnTo>
                    <a:pt x="1" y="2096"/>
                  </a:lnTo>
                  <a:lnTo>
                    <a:pt x="164" y="2096"/>
                  </a:lnTo>
                  <a:lnTo>
                    <a:pt x="164" y="0"/>
                  </a:lnTo>
                  <a:close/>
                </a:path>
              </a:pathLst>
            </a:custGeom>
            <a:solidFill>
              <a:srgbClr val="50505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" name="Google Shape;54;p4"/>
            <p:cNvSpPr/>
            <p:nvPr/>
          </p:nvSpPr>
          <p:spPr>
            <a:xfrm>
              <a:off x="8381614" y="964433"/>
              <a:ext cx="6969" cy="124526"/>
            </a:xfrm>
            <a:custGeom>
              <a:rect b="b" l="l" r="r" t="t"/>
              <a:pathLst>
                <a:path extrusionOk="0" h="2162" w="121">
                  <a:moveTo>
                    <a:pt x="121" y="1"/>
                  </a:moveTo>
                  <a:lnTo>
                    <a:pt x="0" y="66"/>
                  </a:lnTo>
                  <a:lnTo>
                    <a:pt x="0" y="2162"/>
                  </a:lnTo>
                  <a:lnTo>
                    <a:pt x="121" y="2093"/>
                  </a:lnTo>
                  <a:lnTo>
                    <a:pt x="121" y="1"/>
                  </a:lnTo>
                  <a:close/>
                </a:path>
              </a:pathLst>
            </a:custGeom>
            <a:solidFill>
              <a:srgbClr val="50505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" name="Google Shape;55;p4"/>
            <p:cNvSpPr/>
            <p:nvPr/>
          </p:nvSpPr>
          <p:spPr>
            <a:xfrm>
              <a:off x="8365027" y="964433"/>
              <a:ext cx="7200" cy="124526"/>
            </a:xfrm>
            <a:custGeom>
              <a:rect b="b" l="l" r="r" t="t"/>
              <a:pathLst>
                <a:path extrusionOk="0" h="2162" w="125">
                  <a:moveTo>
                    <a:pt x="1" y="1"/>
                  </a:moveTo>
                  <a:lnTo>
                    <a:pt x="1" y="2093"/>
                  </a:lnTo>
                  <a:lnTo>
                    <a:pt x="125" y="2162"/>
                  </a:lnTo>
                  <a:lnTo>
                    <a:pt x="125" y="66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50505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" name="Google Shape;56;p4"/>
            <p:cNvSpPr/>
            <p:nvPr/>
          </p:nvSpPr>
          <p:spPr>
            <a:xfrm>
              <a:off x="8365027" y="955044"/>
              <a:ext cx="23557" cy="13247"/>
            </a:xfrm>
            <a:custGeom>
              <a:rect b="b" l="l" r="r" t="t"/>
              <a:pathLst>
                <a:path extrusionOk="0" h="230" w="409">
                  <a:moveTo>
                    <a:pt x="125" y="1"/>
                  </a:moveTo>
                  <a:lnTo>
                    <a:pt x="1" y="66"/>
                  </a:lnTo>
                  <a:lnTo>
                    <a:pt x="1" y="164"/>
                  </a:lnTo>
                  <a:lnTo>
                    <a:pt x="125" y="229"/>
                  </a:lnTo>
                  <a:lnTo>
                    <a:pt x="288" y="229"/>
                  </a:lnTo>
                  <a:lnTo>
                    <a:pt x="409" y="164"/>
                  </a:lnTo>
                  <a:lnTo>
                    <a:pt x="409" y="66"/>
                  </a:lnTo>
                  <a:lnTo>
                    <a:pt x="288" y="1"/>
                  </a:lnTo>
                  <a:close/>
                </a:path>
              </a:pathLst>
            </a:custGeom>
            <a:solidFill>
              <a:srgbClr val="50505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" name="Google Shape;57;p4"/>
            <p:cNvSpPr/>
            <p:nvPr/>
          </p:nvSpPr>
          <p:spPr>
            <a:xfrm>
              <a:off x="8297005" y="513279"/>
              <a:ext cx="159084" cy="470053"/>
            </a:xfrm>
            <a:custGeom>
              <a:rect b="b" l="l" r="r" t="t"/>
              <a:pathLst>
                <a:path extrusionOk="0" h="8161" w="2762">
                  <a:moveTo>
                    <a:pt x="1388" y="0"/>
                  </a:moveTo>
                  <a:lnTo>
                    <a:pt x="0" y="7031"/>
                  </a:lnTo>
                  <a:lnTo>
                    <a:pt x="0" y="7684"/>
                  </a:lnTo>
                  <a:lnTo>
                    <a:pt x="816" y="8160"/>
                  </a:lnTo>
                  <a:lnTo>
                    <a:pt x="1959" y="8160"/>
                  </a:lnTo>
                  <a:lnTo>
                    <a:pt x="2762" y="7684"/>
                  </a:lnTo>
                  <a:lnTo>
                    <a:pt x="2762" y="7031"/>
                  </a:lnTo>
                  <a:lnTo>
                    <a:pt x="1388" y="0"/>
                  </a:lnTo>
                  <a:close/>
                </a:path>
              </a:pathLst>
            </a:custGeom>
            <a:solidFill>
              <a:srgbClr val="7FA31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" name="Google Shape;58;p4"/>
            <p:cNvSpPr/>
            <p:nvPr/>
          </p:nvSpPr>
          <p:spPr>
            <a:xfrm>
              <a:off x="8344004" y="513279"/>
              <a:ext cx="112085" cy="470053"/>
            </a:xfrm>
            <a:custGeom>
              <a:rect b="b" l="l" r="r" t="t"/>
              <a:pathLst>
                <a:path extrusionOk="0" h="8161" w="1946">
                  <a:moveTo>
                    <a:pt x="572" y="0"/>
                  </a:moveTo>
                  <a:lnTo>
                    <a:pt x="0" y="8160"/>
                  </a:lnTo>
                  <a:lnTo>
                    <a:pt x="1143" y="8160"/>
                  </a:lnTo>
                  <a:lnTo>
                    <a:pt x="1946" y="7684"/>
                  </a:lnTo>
                  <a:lnTo>
                    <a:pt x="1946" y="7031"/>
                  </a:lnTo>
                  <a:lnTo>
                    <a:pt x="572" y="0"/>
                  </a:lnTo>
                  <a:close/>
                </a:path>
              </a:pathLst>
            </a:custGeom>
            <a:solidFill>
              <a:srgbClr val="2D2C37">
                <a:alpha val="3354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59" name="Google Shape;59;p4"/>
          <p:cNvGrpSpPr/>
          <p:nvPr/>
        </p:nvGrpSpPr>
        <p:grpSpPr>
          <a:xfrm>
            <a:off x="839637" y="4612356"/>
            <a:ext cx="283952" cy="404337"/>
            <a:chOff x="6191950" y="4314625"/>
            <a:chExt cx="330100" cy="470050"/>
          </a:xfrm>
        </p:grpSpPr>
        <p:sp>
          <p:nvSpPr>
            <p:cNvPr id="60" name="Google Shape;60;p4"/>
            <p:cNvSpPr/>
            <p:nvPr/>
          </p:nvSpPr>
          <p:spPr>
            <a:xfrm>
              <a:off x="6191950" y="4601275"/>
              <a:ext cx="330100" cy="183400"/>
            </a:xfrm>
            <a:custGeom>
              <a:rect b="b" l="l" r="r" t="t"/>
              <a:pathLst>
                <a:path extrusionOk="0" h="7336" w="13204">
                  <a:moveTo>
                    <a:pt x="6664" y="1"/>
                  </a:moveTo>
                  <a:cubicBezTo>
                    <a:pt x="6066" y="1"/>
                    <a:pt x="5439" y="145"/>
                    <a:pt x="4949" y="427"/>
                  </a:cubicBezTo>
                  <a:lnTo>
                    <a:pt x="993" y="2711"/>
                  </a:lnTo>
                  <a:cubicBezTo>
                    <a:pt x="95" y="3230"/>
                    <a:pt x="1" y="4017"/>
                    <a:pt x="774" y="4467"/>
                  </a:cubicBezTo>
                  <a:lnTo>
                    <a:pt x="5207" y="7036"/>
                  </a:lnTo>
                  <a:cubicBezTo>
                    <a:pt x="5555" y="7238"/>
                    <a:pt x="6023" y="7336"/>
                    <a:pt x="6514" y="7336"/>
                  </a:cubicBezTo>
                  <a:cubicBezTo>
                    <a:pt x="7119" y="7336"/>
                    <a:pt x="7760" y="7187"/>
                    <a:pt x="8256" y="6902"/>
                  </a:cubicBezTo>
                  <a:lnTo>
                    <a:pt x="12212" y="4618"/>
                  </a:lnTo>
                  <a:cubicBezTo>
                    <a:pt x="13109" y="4099"/>
                    <a:pt x="13204" y="3312"/>
                    <a:pt x="12430" y="2862"/>
                  </a:cubicBezTo>
                  <a:lnTo>
                    <a:pt x="7998" y="306"/>
                  </a:lnTo>
                  <a:cubicBezTo>
                    <a:pt x="7639" y="101"/>
                    <a:pt x="7162" y="1"/>
                    <a:pt x="6664" y="1"/>
                  </a:cubicBezTo>
                  <a:close/>
                </a:path>
              </a:pathLst>
            </a:custGeom>
            <a:solidFill>
              <a:srgbClr val="87878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" name="Google Shape;61;p4"/>
            <p:cNvSpPr/>
            <p:nvPr/>
          </p:nvSpPr>
          <p:spPr>
            <a:xfrm>
              <a:off x="6191950" y="4593500"/>
              <a:ext cx="330100" cy="183500"/>
            </a:xfrm>
            <a:custGeom>
              <a:rect b="b" l="l" r="r" t="t"/>
              <a:pathLst>
                <a:path extrusionOk="0" h="7340" w="13204">
                  <a:moveTo>
                    <a:pt x="6664" y="0"/>
                  </a:moveTo>
                  <a:cubicBezTo>
                    <a:pt x="6066" y="0"/>
                    <a:pt x="5439" y="144"/>
                    <a:pt x="4949" y="428"/>
                  </a:cubicBezTo>
                  <a:lnTo>
                    <a:pt x="2462" y="1867"/>
                  </a:lnTo>
                  <a:lnTo>
                    <a:pt x="993" y="2725"/>
                  </a:lnTo>
                  <a:cubicBezTo>
                    <a:pt x="95" y="3241"/>
                    <a:pt x="1" y="4031"/>
                    <a:pt x="774" y="4478"/>
                  </a:cubicBezTo>
                  <a:lnTo>
                    <a:pt x="2759" y="5621"/>
                  </a:lnTo>
                  <a:lnTo>
                    <a:pt x="5207" y="7037"/>
                  </a:lnTo>
                  <a:cubicBezTo>
                    <a:pt x="5559" y="7240"/>
                    <a:pt x="6034" y="7339"/>
                    <a:pt x="6532" y="7339"/>
                  </a:cubicBezTo>
                  <a:cubicBezTo>
                    <a:pt x="7132" y="7339"/>
                    <a:pt x="7765" y="7195"/>
                    <a:pt x="8256" y="6913"/>
                  </a:cubicBezTo>
                  <a:lnTo>
                    <a:pt x="12212" y="4628"/>
                  </a:lnTo>
                  <a:cubicBezTo>
                    <a:pt x="13109" y="4113"/>
                    <a:pt x="13204" y="3323"/>
                    <a:pt x="12430" y="2876"/>
                  </a:cubicBezTo>
                  <a:lnTo>
                    <a:pt x="7998" y="303"/>
                  </a:lnTo>
                  <a:cubicBezTo>
                    <a:pt x="7639" y="100"/>
                    <a:pt x="7162" y="0"/>
                    <a:pt x="6664" y="0"/>
                  </a:cubicBezTo>
                  <a:close/>
                </a:path>
              </a:pathLst>
            </a:custGeom>
            <a:solidFill>
              <a:srgbClr val="2D2C3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" name="Google Shape;62;p4"/>
            <p:cNvSpPr/>
            <p:nvPr/>
          </p:nvSpPr>
          <p:spPr>
            <a:xfrm>
              <a:off x="6248675" y="4639175"/>
              <a:ext cx="218300" cy="105225"/>
            </a:xfrm>
            <a:custGeom>
              <a:rect b="b" l="l" r="r" t="t"/>
              <a:pathLst>
                <a:path extrusionOk="0" h="4209" w="8732">
                  <a:moveTo>
                    <a:pt x="914" y="1"/>
                  </a:moveTo>
                  <a:lnTo>
                    <a:pt x="111" y="1130"/>
                  </a:lnTo>
                  <a:cubicBezTo>
                    <a:pt x="43" y="1319"/>
                    <a:pt x="0" y="1509"/>
                    <a:pt x="0" y="1701"/>
                  </a:cubicBezTo>
                  <a:cubicBezTo>
                    <a:pt x="0" y="2204"/>
                    <a:pt x="275" y="2720"/>
                    <a:pt x="803" y="3154"/>
                  </a:cubicBezTo>
                  <a:cubicBezTo>
                    <a:pt x="846" y="3183"/>
                    <a:pt x="885" y="3209"/>
                    <a:pt x="927" y="3235"/>
                  </a:cubicBezTo>
                  <a:cubicBezTo>
                    <a:pt x="1035" y="3317"/>
                    <a:pt x="1159" y="3399"/>
                    <a:pt x="1280" y="3467"/>
                  </a:cubicBezTo>
                  <a:cubicBezTo>
                    <a:pt x="2136" y="3960"/>
                    <a:pt x="3253" y="4208"/>
                    <a:pt x="4367" y="4208"/>
                  </a:cubicBezTo>
                  <a:cubicBezTo>
                    <a:pt x="5466" y="4208"/>
                    <a:pt x="6562" y="3967"/>
                    <a:pt x="7400" y="3480"/>
                  </a:cubicBezTo>
                  <a:cubicBezTo>
                    <a:pt x="8311" y="2951"/>
                    <a:pt x="8732" y="2243"/>
                    <a:pt x="8650" y="1564"/>
                  </a:cubicBezTo>
                  <a:lnTo>
                    <a:pt x="8666" y="1551"/>
                  </a:lnTo>
                  <a:lnTo>
                    <a:pt x="8650" y="1509"/>
                  </a:lnTo>
                  <a:cubicBezTo>
                    <a:pt x="8611" y="1319"/>
                    <a:pt x="8542" y="1130"/>
                    <a:pt x="8448" y="938"/>
                  </a:cubicBezTo>
                  <a:lnTo>
                    <a:pt x="7752" y="40"/>
                  </a:lnTo>
                  <a:lnTo>
                    <a:pt x="1714" y="1"/>
                  </a:lnTo>
                  <a:close/>
                </a:path>
              </a:pathLst>
            </a:custGeom>
            <a:solidFill>
              <a:srgbClr val="E7363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" name="Google Shape;63;p4"/>
            <p:cNvSpPr/>
            <p:nvPr/>
          </p:nvSpPr>
          <p:spPr>
            <a:xfrm>
              <a:off x="6248675" y="4678925"/>
              <a:ext cx="217650" cy="65475"/>
            </a:xfrm>
            <a:custGeom>
              <a:rect b="b" l="l" r="r" t="t"/>
              <a:pathLst>
                <a:path extrusionOk="0" h="2619" w="8706">
                  <a:moveTo>
                    <a:pt x="17" y="0"/>
                  </a:moveTo>
                  <a:cubicBezTo>
                    <a:pt x="17" y="43"/>
                    <a:pt x="0" y="69"/>
                    <a:pt x="0" y="111"/>
                  </a:cubicBezTo>
                  <a:cubicBezTo>
                    <a:pt x="0" y="614"/>
                    <a:pt x="275" y="1130"/>
                    <a:pt x="803" y="1564"/>
                  </a:cubicBezTo>
                  <a:cubicBezTo>
                    <a:pt x="846" y="1593"/>
                    <a:pt x="885" y="1619"/>
                    <a:pt x="927" y="1645"/>
                  </a:cubicBezTo>
                  <a:cubicBezTo>
                    <a:pt x="1035" y="1727"/>
                    <a:pt x="1159" y="1809"/>
                    <a:pt x="1280" y="1877"/>
                  </a:cubicBezTo>
                  <a:cubicBezTo>
                    <a:pt x="2136" y="2370"/>
                    <a:pt x="3253" y="2618"/>
                    <a:pt x="4367" y="2618"/>
                  </a:cubicBezTo>
                  <a:cubicBezTo>
                    <a:pt x="5466" y="2618"/>
                    <a:pt x="6562" y="2377"/>
                    <a:pt x="7400" y="1890"/>
                  </a:cubicBezTo>
                  <a:cubicBezTo>
                    <a:pt x="8298" y="1375"/>
                    <a:pt x="8706" y="696"/>
                    <a:pt x="8650" y="13"/>
                  </a:cubicBezTo>
                  <a:lnTo>
                    <a:pt x="8650" y="13"/>
                  </a:lnTo>
                  <a:cubicBezTo>
                    <a:pt x="8598" y="614"/>
                    <a:pt x="8190" y="1198"/>
                    <a:pt x="7400" y="1645"/>
                  </a:cubicBezTo>
                  <a:cubicBezTo>
                    <a:pt x="6556" y="2135"/>
                    <a:pt x="5451" y="2380"/>
                    <a:pt x="4345" y="2380"/>
                  </a:cubicBezTo>
                  <a:cubicBezTo>
                    <a:pt x="3238" y="2380"/>
                    <a:pt x="2130" y="2135"/>
                    <a:pt x="1280" y="1645"/>
                  </a:cubicBezTo>
                  <a:cubicBezTo>
                    <a:pt x="1159" y="1564"/>
                    <a:pt x="1035" y="1499"/>
                    <a:pt x="927" y="1417"/>
                  </a:cubicBezTo>
                  <a:cubicBezTo>
                    <a:pt x="885" y="1388"/>
                    <a:pt x="846" y="1348"/>
                    <a:pt x="803" y="1319"/>
                  </a:cubicBezTo>
                  <a:cubicBezTo>
                    <a:pt x="327" y="927"/>
                    <a:pt x="56" y="464"/>
                    <a:pt x="17" y="0"/>
                  </a:cubicBezTo>
                  <a:close/>
                </a:path>
              </a:pathLst>
            </a:custGeom>
            <a:solidFill>
              <a:srgbClr val="CE181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" name="Google Shape;64;p4"/>
            <p:cNvSpPr/>
            <p:nvPr/>
          </p:nvSpPr>
          <p:spPr>
            <a:xfrm>
              <a:off x="6465325" y="4677950"/>
              <a:ext cx="25" cy="25"/>
            </a:xfrm>
            <a:custGeom>
              <a:rect b="b" l="l" r="r" t="t"/>
              <a:pathLst>
                <a:path extrusionOk="0" h="1" w="1">
                  <a:moveTo>
                    <a:pt x="0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E181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" name="Google Shape;65;p4"/>
            <p:cNvSpPr/>
            <p:nvPr/>
          </p:nvSpPr>
          <p:spPr>
            <a:xfrm>
              <a:off x="6268750" y="4327375"/>
              <a:ext cx="176200" cy="366125"/>
            </a:xfrm>
            <a:custGeom>
              <a:rect b="b" l="l" r="r" t="t"/>
              <a:pathLst>
                <a:path extrusionOk="0" h="14645" w="7048">
                  <a:moveTo>
                    <a:pt x="2654" y="1"/>
                  </a:moveTo>
                  <a:lnTo>
                    <a:pt x="150" y="12323"/>
                  </a:lnTo>
                  <a:cubicBezTo>
                    <a:pt x="0" y="12812"/>
                    <a:pt x="177" y="13328"/>
                    <a:pt x="682" y="13749"/>
                  </a:cubicBezTo>
                  <a:cubicBezTo>
                    <a:pt x="803" y="13860"/>
                    <a:pt x="953" y="13968"/>
                    <a:pt x="1117" y="14062"/>
                  </a:cubicBezTo>
                  <a:cubicBezTo>
                    <a:pt x="1782" y="14451"/>
                    <a:pt x="2660" y="14645"/>
                    <a:pt x="3537" y="14645"/>
                  </a:cubicBezTo>
                  <a:cubicBezTo>
                    <a:pt x="4414" y="14645"/>
                    <a:pt x="5291" y="14451"/>
                    <a:pt x="5957" y="14062"/>
                  </a:cubicBezTo>
                  <a:cubicBezTo>
                    <a:pt x="6721" y="13628"/>
                    <a:pt x="7047" y="13031"/>
                    <a:pt x="6936" y="12460"/>
                  </a:cubicBezTo>
                  <a:lnTo>
                    <a:pt x="6936" y="12443"/>
                  </a:lnTo>
                  <a:cubicBezTo>
                    <a:pt x="6936" y="12430"/>
                    <a:pt x="6936" y="12417"/>
                    <a:pt x="6923" y="12404"/>
                  </a:cubicBezTo>
                  <a:lnTo>
                    <a:pt x="4407" y="1"/>
                  </a:lnTo>
                  <a:close/>
                </a:path>
              </a:pathLst>
            </a:custGeom>
            <a:solidFill>
              <a:srgbClr val="E7363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" name="Google Shape;66;p4"/>
            <p:cNvSpPr/>
            <p:nvPr/>
          </p:nvSpPr>
          <p:spPr>
            <a:xfrm>
              <a:off x="6285800" y="4480725"/>
              <a:ext cx="142425" cy="127925"/>
            </a:xfrm>
            <a:custGeom>
              <a:rect b="b" l="l" r="r" t="t"/>
              <a:pathLst>
                <a:path extrusionOk="0" h="5117" w="5697">
                  <a:moveTo>
                    <a:pt x="719" y="0"/>
                  </a:moveTo>
                  <a:lnTo>
                    <a:pt x="0" y="3564"/>
                  </a:lnTo>
                  <a:cubicBezTo>
                    <a:pt x="40" y="3943"/>
                    <a:pt x="311" y="4325"/>
                    <a:pt x="830" y="4625"/>
                  </a:cubicBezTo>
                  <a:cubicBezTo>
                    <a:pt x="1397" y="4953"/>
                    <a:pt x="2136" y="5116"/>
                    <a:pt x="2870" y="5116"/>
                  </a:cubicBezTo>
                  <a:cubicBezTo>
                    <a:pt x="3597" y="5116"/>
                    <a:pt x="4320" y="4956"/>
                    <a:pt x="4867" y="4638"/>
                  </a:cubicBezTo>
                  <a:cubicBezTo>
                    <a:pt x="5386" y="4338"/>
                    <a:pt x="5657" y="3959"/>
                    <a:pt x="5696" y="3564"/>
                  </a:cubicBezTo>
                  <a:lnTo>
                    <a:pt x="4978" y="26"/>
                  </a:lnTo>
                  <a:cubicBezTo>
                    <a:pt x="4949" y="326"/>
                    <a:pt x="4717" y="614"/>
                    <a:pt x="4338" y="829"/>
                  </a:cubicBezTo>
                  <a:cubicBezTo>
                    <a:pt x="3930" y="1067"/>
                    <a:pt x="3393" y="1187"/>
                    <a:pt x="2853" y="1187"/>
                  </a:cubicBezTo>
                  <a:cubicBezTo>
                    <a:pt x="2314" y="1187"/>
                    <a:pt x="1773" y="1067"/>
                    <a:pt x="1358" y="829"/>
                  </a:cubicBezTo>
                  <a:cubicBezTo>
                    <a:pt x="980" y="597"/>
                    <a:pt x="748" y="287"/>
                    <a:pt x="719" y="0"/>
                  </a:cubicBezTo>
                  <a:close/>
                </a:path>
              </a:pathLst>
            </a:custGeom>
            <a:solidFill>
              <a:srgbClr val="F5F5F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" name="Google Shape;67;p4"/>
            <p:cNvSpPr/>
            <p:nvPr/>
          </p:nvSpPr>
          <p:spPr>
            <a:xfrm>
              <a:off x="6332725" y="4314625"/>
              <a:ext cx="48250" cy="25325"/>
            </a:xfrm>
            <a:custGeom>
              <a:rect b="b" l="l" r="r" t="t"/>
              <a:pathLst>
                <a:path extrusionOk="0" h="1013" w="1930">
                  <a:moveTo>
                    <a:pt x="971" y="0"/>
                  </a:moveTo>
                  <a:cubicBezTo>
                    <a:pt x="747" y="0"/>
                    <a:pt x="523" y="47"/>
                    <a:pt x="353" y="142"/>
                  </a:cubicBezTo>
                  <a:cubicBezTo>
                    <a:pt x="0" y="348"/>
                    <a:pt x="13" y="661"/>
                    <a:pt x="353" y="863"/>
                  </a:cubicBezTo>
                  <a:cubicBezTo>
                    <a:pt x="525" y="961"/>
                    <a:pt x="754" y="1013"/>
                    <a:pt x="982" y="1013"/>
                  </a:cubicBezTo>
                  <a:cubicBezTo>
                    <a:pt x="1203" y="1013"/>
                    <a:pt x="1423" y="965"/>
                    <a:pt x="1590" y="863"/>
                  </a:cubicBezTo>
                  <a:cubicBezTo>
                    <a:pt x="1929" y="661"/>
                    <a:pt x="1929" y="348"/>
                    <a:pt x="1590" y="142"/>
                  </a:cubicBezTo>
                  <a:cubicBezTo>
                    <a:pt x="1420" y="47"/>
                    <a:pt x="1196" y="0"/>
                    <a:pt x="971" y="0"/>
                  </a:cubicBezTo>
                  <a:close/>
                </a:path>
              </a:pathLst>
            </a:custGeom>
            <a:solidFill>
              <a:srgbClr val="B1282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" name="Google Shape;68;p4"/>
            <p:cNvSpPr/>
            <p:nvPr/>
          </p:nvSpPr>
          <p:spPr>
            <a:xfrm>
              <a:off x="6340875" y="4318700"/>
              <a:ext cx="32250" cy="17025"/>
            </a:xfrm>
            <a:custGeom>
              <a:rect b="b" l="l" r="r" t="t"/>
              <a:pathLst>
                <a:path extrusionOk="0" h="681" w="1290">
                  <a:moveTo>
                    <a:pt x="645" y="0"/>
                  </a:moveTo>
                  <a:cubicBezTo>
                    <a:pt x="495" y="0"/>
                    <a:pt x="345" y="35"/>
                    <a:pt x="229" y="103"/>
                  </a:cubicBezTo>
                  <a:cubicBezTo>
                    <a:pt x="1" y="240"/>
                    <a:pt x="1" y="443"/>
                    <a:pt x="229" y="580"/>
                  </a:cubicBezTo>
                  <a:cubicBezTo>
                    <a:pt x="345" y="647"/>
                    <a:pt x="495" y="680"/>
                    <a:pt x="645" y="680"/>
                  </a:cubicBezTo>
                  <a:cubicBezTo>
                    <a:pt x="795" y="680"/>
                    <a:pt x="946" y="647"/>
                    <a:pt x="1062" y="580"/>
                  </a:cubicBezTo>
                  <a:cubicBezTo>
                    <a:pt x="1290" y="443"/>
                    <a:pt x="1290" y="240"/>
                    <a:pt x="1062" y="103"/>
                  </a:cubicBezTo>
                  <a:cubicBezTo>
                    <a:pt x="946" y="35"/>
                    <a:pt x="795" y="0"/>
                    <a:pt x="645" y="0"/>
                  </a:cubicBezTo>
                  <a:close/>
                </a:path>
              </a:pathLst>
            </a:custGeom>
            <a:solidFill>
              <a:srgbClr val="50505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5"/>
          <p:cNvSpPr/>
          <p:nvPr/>
        </p:nvSpPr>
        <p:spPr>
          <a:xfrm>
            <a:off x="280800" y="279300"/>
            <a:ext cx="8582400" cy="45849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" name="Google Shape;71;p5"/>
          <p:cNvSpPr/>
          <p:nvPr/>
        </p:nvSpPr>
        <p:spPr>
          <a:xfrm>
            <a:off x="281825" y="4709150"/>
            <a:ext cx="8582400" cy="162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" name="Google Shape;72;p5"/>
          <p:cNvSpPr txBox="1"/>
          <p:nvPr>
            <p:ph type="title"/>
          </p:nvPr>
        </p:nvSpPr>
        <p:spPr>
          <a:xfrm>
            <a:off x="720000" y="5212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700"/>
              <a:buNone/>
              <a:defRPr sz="2700">
                <a:latin typeface="Lexend ExtraBold"/>
                <a:ea typeface="Lexend ExtraBold"/>
                <a:cs typeface="Lexend ExtraBold"/>
                <a:sym typeface="Lexend Extra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73" name="Google Shape;73;p5"/>
          <p:cNvSpPr txBox="1"/>
          <p:nvPr>
            <p:ph idx="1" type="subTitle"/>
          </p:nvPr>
        </p:nvSpPr>
        <p:spPr>
          <a:xfrm>
            <a:off x="5405744" y="3608749"/>
            <a:ext cx="2505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 b="0" sz="1400">
                <a:solidFill>
                  <a:srgbClr val="191919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74" name="Google Shape;74;p5"/>
          <p:cNvSpPr txBox="1"/>
          <p:nvPr>
            <p:ph idx="2" type="subTitle"/>
          </p:nvPr>
        </p:nvSpPr>
        <p:spPr>
          <a:xfrm>
            <a:off x="1933759" y="3608749"/>
            <a:ext cx="2505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 b="0" sz="1400">
                <a:solidFill>
                  <a:srgbClr val="191919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75" name="Google Shape;75;p5"/>
          <p:cNvSpPr txBox="1"/>
          <p:nvPr>
            <p:ph idx="3" type="subTitle"/>
          </p:nvPr>
        </p:nvSpPr>
        <p:spPr>
          <a:xfrm>
            <a:off x="5405735" y="3300725"/>
            <a:ext cx="2505600" cy="394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1700">
                <a:solidFill>
                  <a:schemeClr val="dk1"/>
                </a:solidFill>
                <a:latin typeface="Lexend ExtraBold"/>
                <a:ea typeface="Lexend ExtraBold"/>
                <a:cs typeface="Lexend ExtraBold"/>
                <a:sym typeface="Lexend ExtraBol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76" name="Google Shape;76;p5"/>
          <p:cNvSpPr txBox="1"/>
          <p:nvPr>
            <p:ph idx="4" type="subTitle"/>
          </p:nvPr>
        </p:nvSpPr>
        <p:spPr>
          <a:xfrm>
            <a:off x="1933534" y="3300725"/>
            <a:ext cx="2505600" cy="394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1700">
                <a:solidFill>
                  <a:schemeClr val="dk1"/>
                </a:solidFill>
                <a:latin typeface="Lexend ExtraBold"/>
                <a:ea typeface="Lexend ExtraBold"/>
                <a:cs typeface="Lexend ExtraBold"/>
                <a:sym typeface="Lexend ExtraBol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grpSp>
        <p:nvGrpSpPr>
          <p:cNvPr id="77" name="Google Shape;77;p5"/>
          <p:cNvGrpSpPr/>
          <p:nvPr/>
        </p:nvGrpSpPr>
        <p:grpSpPr>
          <a:xfrm>
            <a:off x="8457581" y="539436"/>
            <a:ext cx="604780" cy="775216"/>
            <a:chOff x="170131" y="539436"/>
            <a:chExt cx="604780" cy="775216"/>
          </a:xfrm>
        </p:grpSpPr>
        <p:grpSp>
          <p:nvGrpSpPr>
            <p:cNvPr id="78" name="Google Shape;78;p5"/>
            <p:cNvGrpSpPr/>
            <p:nvPr/>
          </p:nvGrpSpPr>
          <p:grpSpPr>
            <a:xfrm>
              <a:off x="170131" y="895226"/>
              <a:ext cx="448554" cy="419427"/>
              <a:chOff x="5424136" y="2234050"/>
              <a:chExt cx="1184145" cy="1107253"/>
            </a:xfrm>
          </p:grpSpPr>
          <p:sp>
            <p:nvSpPr>
              <p:cNvPr id="79" name="Google Shape;79;p5"/>
              <p:cNvSpPr/>
              <p:nvPr/>
            </p:nvSpPr>
            <p:spPr>
              <a:xfrm>
                <a:off x="5424136" y="2234050"/>
                <a:ext cx="1184145" cy="1107253"/>
              </a:xfrm>
              <a:custGeom>
                <a:rect b="b" l="l" r="r" t="t"/>
                <a:pathLst>
                  <a:path extrusionOk="0" h="6048" w="6468">
                    <a:moveTo>
                      <a:pt x="3300" y="0"/>
                    </a:moveTo>
                    <a:lnTo>
                      <a:pt x="2377" y="532"/>
                    </a:lnTo>
                    <a:lnTo>
                      <a:pt x="1657" y="1717"/>
                    </a:lnTo>
                    <a:lnTo>
                      <a:pt x="1672" y="2280"/>
                    </a:lnTo>
                    <a:lnTo>
                      <a:pt x="705" y="2812"/>
                    </a:lnTo>
                    <a:lnTo>
                      <a:pt x="0" y="4031"/>
                    </a:lnTo>
                    <a:lnTo>
                      <a:pt x="0" y="5156"/>
                    </a:lnTo>
                    <a:lnTo>
                      <a:pt x="1519" y="6048"/>
                    </a:lnTo>
                    <a:lnTo>
                      <a:pt x="5797" y="3577"/>
                    </a:lnTo>
                    <a:lnTo>
                      <a:pt x="6468" y="2392"/>
                    </a:lnTo>
                    <a:lnTo>
                      <a:pt x="6468" y="1282"/>
                    </a:lnTo>
                    <a:lnTo>
                      <a:pt x="4953" y="390"/>
                    </a:lnTo>
                    <a:lnTo>
                      <a:pt x="4470" y="671"/>
                    </a:lnTo>
                    <a:lnTo>
                      <a:pt x="3300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0" name="Google Shape;80;p5"/>
              <p:cNvSpPr/>
              <p:nvPr/>
            </p:nvSpPr>
            <p:spPr>
              <a:xfrm>
                <a:off x="5850342" y="2234050"/>
                <a:ext cx="332469" cy="191682"/>
              </a:xfrm>
              <a:custGeom>
                <a:rect b="b" l="l" r="r" t="t"/>
                <a:pathLst>
                  <a:path extrusionOk="0" h="1047" w="1816">
                    <a:moveTo>
                      <a:pt x="972" y="0"/>
                    </a:moveTo>
                    <a:lnTo>
                      <a:pt x="1" y="562"/>
                    </a:lnTo>
                    <a:lnTo>
                      <a:pt x="844" y="1046"/>
                    </a:lnTo>
                    <a:lnTo>
                      <a:pt x="1815" y="484"/>
                    </a:lnTo>
                    <a:lnTo>
                      <a:pt x="972" y="0"/>
                    </a:lnTo>
                    <a:close/>
                  </a:path>
                </a:pathLst>
              </a:custGeom>
              <a:solidFill>
                <a:srgbClr val="F5F5F5">
                  <a:alpha val="6398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1" name="Google Shape;81;p5"/>
              <p:cNvSpPr/>
              <p:nvPr/>
            </p:nvSpPr>
            <p:spPr>
              <a:xfrm>
                <a:off x="5553206" y="2651281"/>
                <a:ext cx="328990" cy="192414"/>
              </a:xfrm>
              <a:custGeom>
                <a:rect b="b" l="l" r="r" t="t"/>
                <a:pathLst>
                  <a:path extrusionOk="0" h="1051" w="1797">
                    <a:moveTo>
                      <a:pt x="967" y="1"/>
                    </a:moveTo>
                    <a:lnTo>
                      <a:pt x="0" y="533"/>
                    </a:lnTo>
                    <a:lnTo>
                      <a:pt x="829" y="1051"/>
                    </a:lnTo>
                    <a:lnTo>
                      <a:pt x="1796" y="488"/>
                    </a:lnTo>
                    <a:lnTo>
                      <a:pt x="967" y="1"/>
                    </a:lnTo>
                    <a:close/>
                  </a:path>
                </a:pathLst>
              </a:custGeom>
              <a:solidFill>
                <a:srgbClr val="F5F5F5">
                  <a:alpha val="6398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2" name="Google Shape;82;p5"/>
              <p:cNvSpPr/>
              <p:nvPr/>
            </p:nvSpPr>
            <p:spPr>
              <a:xfrm>
                <a:off x="5424136" y="2748861"/>
                <a:ext cx="280841" cy="311781"/>
              </a:xfrm>
              <a:custGeom>
                <a:rect b="b" l="l" r="r" t="t"/>
                <a:pathLst>
                  <a:path extrusionOk="0" h="1703" w="1534">
                    <a:moveTo>
                      <a:pt x="705" y="0"/>
                    </a:moveTo>
                    <a:lnTo>
                      <a:pt x="0" y="1219"/>
                    </a:lnTo>
                    <a:lnTo>
                      <a:pt x="844" y="1702"/>
                    </a:lnTo>
                    <a:lnTo>
                      <a:pt x="1534" y="518"/>
                    </a:lnTo>
                    <a:lnTo>
                      <a:pt x="705" y="0"/>
                    </a:lnTo>
                    <a:close/>
                  </a:path>
                </a:pathLst>
              </a:custGeom>
              <a:solidFill>
                <a:srgbClr val="F5F5F5">
                  <a:alpha val="3416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3" name="Google Shape;83;p5"/>
              <p:cNvSpPr/>
              <p:nvPr/>
            </p:nvSpPr>
            <p:spPr>
              <a:xfrm>
                <a:off x="5727497" y="2548392"/>
                <a:ext cx="154700" cy="192414"/>
              </a:xfrm>
              <a:custGeom>
                <a:rect b="b" l="l" r="r" t="t"/>
                <a:pathLst>
                  <a:path extrusionOk="0" h="1051" w="845">
                    <a:moveTo>
                      <a:pt x="0" y="0"/>
                    </a:moveTo>
                    <a:lnTo>
                      <a:pt x="0" y="563"/>
                    </a:lnTo>
                    <a:lnTo>
                      <a:pt x="844" y="1050"/>
                    </a:lnTo>
                    <a:lnTo>
                      <a:pt x="844" y="48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5F5F5">
                  <a:alpha val="3416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4" name="Google Shape;84;p5"/>
              <p:cNvSpPr/>
              <p:nvPr/>
            </p:nvSpPr>
            <p:spPr>
              <a:xfrm>
                <a:off x="5424136" y="2971848"/>
                <a:ext cx="154517" cy="294755"/>
              </a:xfrm>
              <a:custGeom>
                <a:rect b="b" l="l" r="r" t="t"/>
                <a:pathLst>
                  <a:path extrusionOk="0" h="1610" w="844">
                    <a:moveTo>
                      <a:pt x="0" y="1"/>
                    </a:moveTo>
                    <a:lnTo>
                      <a:pt x="0" y="1126"/>
                    </a:lnTo>
                    <a:lnTo>
                      <a:pt x="844" y="1609"/>
                    </a:lnTo>
                    <a:lnTo>
                      <a:pt x="844" y="484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F5F5F5">
                  <a:alpha val="6398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5" name="Google Shape;85;p5"/>
              <p:cNvSpPr/>
              <p:nvPr/>
            </p:nvSpPr>
            <p:spPr>
              <a:xfrm>
                <a:off x="6242312" y="2305267"/>
                <a:ext cx="243127" cy="191865"/>
              </a:xfrm>
              <a:custGeom>
                <a:rect b="b" l="l" r="r" t="t"/>
                <a:pathLst>
                  <a:path extrusionOk="0" h="1048" w="1328">
                    <a:moveTo>
                      <a:pt x="484" y="1"/>
                    </a:moveTo>
                    <a:lnTo>
                      <a:pt x="1" y="282"/>
                    </a:lnTo>
                    <a:lnTo>
                      <a:pt x="360" y="1047"/>
                    </a:lnTo>
                    <a:lnTo>
                      <a:pt x="1328" y="485"/>
                    </a:lnTo>
                    <a:lnTo>
                      <a:pt x="484" y="1"/>
                    </a:lnTo>
                    <a:close/>
                  </a:path>
                </a:pathLst>
              </a:custGeom>
              <a:solidFill>
                <a:srgbClr val="F5F5F5">
                  <a:alpha val="6398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6" name="Google Shape;86;p5"/>
              <p:cNvSpPr/>
              <p:nvPr/>
            </p:nvSpPr>
            <p:spPr>
              <a:xfrm>
                <a:off x="5727497" y="2328700"/>
                <a:ext cx="280292" cy="309035"/>
              </a:xfrm>
              <a:custGeom>
                <a:rect b="b" l="l" r="r" t="t"/>
                <a:pathLst>
                  <a:path extrusionOk="0" h="1688" w="1531">
                    <a:moveTo>
                      <a:pt x="687" y="0"/>
                    </a:moveTo>
                    <a:lnTo>
                      <a:pt x="0" y="1200"/>
                    </a:lnTo>
                    <a:lnTo>
                      <a:pt x="844" y="1688"/>
                    </a:lnTo>
                    <a:lnTo>
                      <a:pt x="1530" y="499"/>
                    </a:lnTo>
                    <a:lnTo>
                      <a:pt x="687" y="0"/>
                    </a:lnTo>
                    <a:close/>
                  </a:path>
                </a:pathLst>
              </a:custGeom>
              <a:solidFill>
                <a:srgbClr val="F5F5F5">
                  <a:alpha val="3416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87" name="Google Shape;87;p5"/>
            <p:cNvGrpSpPr/>
            <p:nvPr/>
          </p:nvGrpSpPr>
          <p:grpSpPr>
            <a:xfrm>
              <a:off x="451639" y="539436"/>
              <a:ext cx="323272" cy="302169"/>
              <a:chOff x="5424136" y="2234050"/>
              <a:chExt cx="1184145" cy="1107253"/>
            </a:xfrm>
          </p:grpSpPr>
          <p:sp>
            <p:nvSpPr>
              <p:cNvPr id="88" name="Google Shape;88;p5"/>
              <p:cNvSpPr/>
              <p:nvPr/>
            </p:nvSpPr>
            <p:spPr>
              <a:xfrm>
                <a:off x="5424136" y="2234050"/>
                <a:ext cx="1184145" cy="1107253"/>
              </a:xfrm>
              <a:custGeom>
                <a:rect b="b" l="l" r="r" t="t"/>
                <a:pathLst>
                  <a:path extrusionOk="0" h="6048" w="6468">
                    <a:moveTo>
                      <a:pt x="3300" y="0"/>
                    </a:moveTo>
                    <a:lnTo>
                      <a:pt x="2377" y="532"/>
                    </a:lnTo>
                    <a:lnTo>
                      <a:pt x="1657" y="1717"/>
                    </a:lnTo>
                    <a:lnTo>
                      <a:pt x="1672" y="2280"/>
                    </a:lnTo>
                    <a:lnTo>
                      <a:pt x="705" y="2812"/>
                    </a:lnTo>
                    <a:lnTo>
                      <a:pt x="0" y="4031"/>
                    </a:lnTo>
                    <a:lnTo>
                      <a:pt x="0" y="5156"/>
                    </a:lnTo>
                    <a:lnTo>
                      <a:pt x="1519" y="6048"/>
                    </a:lnTo>
                    <a:lnTo>
                      <a:pt x="5797" y="3577"/>
                    </a:lnTo>
                    <a:lnTo>
                      <a:pt x="6468" y="2392"/>
                    </a:lnTo>
                    <a:lnTo>
                      <a:pt x="6468" y="1282"/>
                    </a:lnTo>
                    <a:lnTo>
                      <a:pt x="4953" y="390"/>
                    </a:lnTo>
                    <a:lnTo>
                      <a:pt x="4470" y="671"/>
                    </a:lnTo>
                    <a:lnTo>
                      <a:pt x="3300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9" name="Google Shape;89;p5"/>
              <p:cNvSpPr/>
              <p:nvPr/>
            </p:nvSpPr>
            <p:spPr>
              <a:xfrm>
                <a:off x="5850342" y="2234050"/>
                <a:ext cx="332469" cy="191682"/>
              </a:xfrm>
              <a:custGeom>
                <a:rect b="b" l="l" r="r" t="t"/>
                <a:pathLst>
                  <a:path extrusionOk="0" h="1047" w="1816">
                    <a:moveTo>
                      <a:pt x="972" y="0"/>
                    </a:moveTo>
                    <a:lnTo>
                      <a:pt x="1" y="562"/>
                    </a:lnTo>
                    <a:lnTo>
                      <a:pt x="844" y="1046"/>
                    </a:lnTo>
                    <a:lnTo>
                      <a:pt x="1815" y="484"/>
                    </a:lnTo>
                    <a:lnTo>
                      <a:pt x="972" y="0"/>
                    </a:lnTo>
                    <a:close/>
                  </a:path>
                </a:pathLst>
              </a:custGeom>
              <a:solidFill>
                <a:srgbClr val="F5F5F5">
                  <a:alpha val="6398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0" name="Google Shape;90;p5"/>
              <p:cNvSpPr/>
              <p:nvPr/>
            </p:nvSpPr>
            <p:spPr>
              <a:xfrm>
                <a:off x="5553206" y="2651281"/>
                <a:ext cx="328990" cy="192414"/>
              </a:xfrm>
              <a:custGeom>
                <a:rect b="b" l="l" r="r" t="t"/>
                <a:pathLst>
                  <a:path extrusionOk="0" h="1051" w="1797">
                    <a:moveTo>
                      <a:pt x="967" y="1"/>
                    </a:moveTo>
                    <a:lnTo>
                      <a:pt x="0" y="533"/>
                    </a:lnTo>
                    <a:lnTo>
                      <a:pt x="829" y="1051"/>
                    </a:lnTo>
                    <a:lnTo>
                      <a:pt x="1796" y="488"/>
                    </a:lnTo>
                    <a:lnTo>
                      <a:pt x="967" y="1"/>
                    </a:lnTo>
                    <a:close/>
                  </a:path>
                </a:pathLst>
              </a:custGeom>
              <a:solidFill>
                <a:srgbClr val="F5F5F5">
                  <a:alpha val="6398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1" name="Google Shape;91;p5"/>
              <p:cNvSpPr/>
              <p:nvPr/>
            </p:nvSpPr>
            <p:spPr>
              <a:xfrm>
                <a:off x="5424136" y="2748861"/>
                <a:ext cx="280841" cy="311781"/>
              </a:xfrm>
              <a:custGeom>
                <a:rect b="b" l="l" r="r" t="t"/>
                <a:pathLst>
                  <a:path extrusionOk="0" h="1703" w="1534">
                    <a:moveTo>
                      <a:pt x="705" y="0"/>
                    </a:moveTo>
                    <a:lnTo>
                      <a:pt x="0" y="1219"/>
                    </a:lnTo>
                    <a:lnTo>
                      <a:pt x="844" y="1702"/>
                    </a:lnTo>
                    <a:lnTo>
                      <a:pt x="1534" y="518"/>
                    </a:lnTo>
                    <a:lnTo>
                      <a:pt x="705" y="0"/>
                    </a:lnTo>
                    <a:close/>
                  </a:path>
                </a:pathLst>
              </a:custGeom>
              <a:solidFill>
                <a:srgbClr val="F5F5F5">
                  <a:alpha val="3416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2" name="Google Shape;92;p5"/>
              <p:cNvSpPr/>
              <p:nvPr/>
            </p:nvSpPr>
            <p:spPr>
              <a:xfrm>
                <a:off x="5727497" y="2548392"/>
                <a:ext cx="154700" cy="192414"/>
              </a:xfrm>
              <a:custGeom>
                <a:rect b="b" l="l" r="r" t="t"/>
                <a:pathLst>
                  <a:path extrusionOk="0" h="1051" w="845">
                    <a:moveTo>
                      <a:pt x="0" y="0"/>
                    </a:moveTo>
                    <a:lnTo>
                      <a:pt x="0" y="563"/>
                    </a:lnTo>
                    <a:lnTo>
                      <a:pt x="844" y="1050"/>
                    </a:lnTo>
                    <a:lnTo>
                      <a:pt x="844" y="48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5F5F5">
                  <a:alpha val="3416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3" name="Google Shape;93;p5"/>
              <p:cNvSpPr/>
              <p:nvPr/>
            </p:nvSpPr>
            <p:spPr>
              <a:xfrm>
                <a:off x="5424136" y="2971848"/>
                <a:ext cx="154517" cy="294755"/>
              </a:xfrm>
              <a:custGeom>
                <a:rect b="b" l="l" r="r" t="t"/>
                <a:pathLst>
                  <a:path extrusionOk="0" h="1610" w="844">
                    <a:moveTo>
                      <a:pt x="0" y="1"/>
                    </a:moveTo>
                    <a:lnTo>
                      <a:pt x="0" y="1126"/>
                    </a:lnTo>
                    <a:lnTo>
                      <a:pt x="844" y="1609"/>
                    </a:lnTo>
                    <a:lnTo>
                      <a:pt x="844" y="484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F5F5F5">
                  <a:alpha val="6398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4" name="Google Shape;94;p5"/>
              <p:cNvSpPr/>
              <p:nvPr/>
            </p:nvSpPr>
            <p:spPr>
              <a:xfrm>
                <a:off x="6242312" y="2305267"/>
                <a:ext cx="243127" cy="191865"/>
              </a:xfrm>
              <a:custGeom>
                <a:rect b="b" l="l" r="r" t="t"/>
                <a:pathLst>
                  <a:path extrusionOk="0" h="1048" w="1328">
                    <a:moveTo>
                      <a:pt x="484" y="1"/>
                    </a:moveTo>
                    <a:lnTo>
                      <a:pt x="1" y="282"/>
                    </a:lnTo>
                    <a:lnTo>
                      <a:pt x="360" y="1047"/>
                    </a:lnTo>
                    <a:lnTo>
                      <a:pt x="1328" y="485"/>
                    </a:lnTo>
                    <a:lnTo>
                      <a:pt x="484" y="1"/>
                    </a:lnTo>
                    <a:close/>
                  </a:path>
                </a:pathLst>
              </a:custGeom>
              <a:solidFill>
                <a:srgbClr val="F5F5F5">
                  <a:alpha val="6398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5" name="Google Shape;95;p5"/>
              <p:cNvSpPr/>
              <p:nvPr/>
            </p:nvSpPr>
            <p:spPr>
              <a:xfrm>
                <a:off x="5727497" y="2328700"/>
                <a:ext cx="280292" cy="309035"/>
              </a:xfrm>
              <a:custGeom>
                <a:rect b="b" l="l" r="r" t="t"/>
                <a:pathLst>
                  <a:path extrusionOk="0" h="1688" w="1531">
                    <a:moveTo>
                      <a:pt x="687" y="0"/>
                    </a:moveTo>
                    <a:lnTo>
                      <a:pt x="0" y="1200"/>
                    </a:lnTo>
                    <a:lnTo>
                      <a:pt x="844" y="1688"/>
                    </a:lnTo>
                    <a:lnTo>
                      <a:pt x="1530" y="499"/>
                    </a:lnTo>
                    <a:lnTo>
                      <a:pt x="687" y="0"/>
                    </a:lnTo>
                    <a:close/>
                  </a:path>
                </a:pathLst>
              </a:custGeom>
              <a:solidFill>
                <a:srgbClr val="F5F5F5">
                  <a:alpha val="3416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96" name="Google Shape;96;p5"/>
          <p:cNvGrpSpPr/>
          <p:nvPr/>
        </p:nvGrpSpPr>
        <p:grpSpPr>
          <a:xfrm>
            <a:off x="430224" y="3862232"/>
            <a:ext cx="314144" cy="1183135"/>
            <a:chOff x="8297005" y="513279"/>
            <a:chExt cx="159084" cy="599177"/>
          </a:xfrm>
        </p:grpSpPr>
        <p:sp>
          <p:nvSpPr>
            <p:cNvPr id="97" name="Google Shape;97;p5"/>
            <p:cNvSpPr/>
            <p:nvPr/>
          </p:nvSpPr>
          <p:spPr>
            <a:xfrm>
              <a:off x="8388526" y="1082678"/>
              <a:ext cx="42392" cy="29778"/>
            </a:xfrm>
            <a:custGeom>
              <a:rect b="b" l="l" r="r" t="t"/>
              <a:pathLst>
                <a:path extrusionOk="0" h="517" w="736">
                  <a:moveTo>
                    <a:pt x="735" y="1"/>
                  </a:moveTo>
                  <a:lnTo>
                    <a:pt x="1" y="216"/>
                  </a:lnTo>
                  <a:lnTo>
                    <a:pt x="194" y="517"/>
                  </a:lnTo>
                  <a:lnTo>
                    <a:pt x="735" y="190"/>
                  </a:lnTo>
                  <a:lnTo>
                    <a:pt x="735" y="1"/>
                  </a:lnTo>
                  <a:close/>
                </a:path>
              </a:pathLst>
            </a:custGeom>
            <a:solidFill>
              <a:srgbClr val="87878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8" name="Google Shape;98;p5"/>
            <p:cNvSpPr/>
            <p:nvPr/>
          </p:nvSpPr>
          <p:spPr>
            <a:xfrm>
              <a:off x="8322751" y="1038732"/>
              <a:ext cx="108168" cy="62090"/>
            </a:xfrm>
            <a:custGeom>
              <a:rect b="b" l="l" r="r" t="t"/>
              <a:pathLst>
                <a:path extrusionOk="0" h="1078" w="1878">
                  <a:moveTo>
                    <a:pt x="546" y="0"/>
                  </a:moveTo>
                  <a:lnTo>
                    <a:pt x="1" y="314"/>
                  </a:lnTo>
                  <a:lnTo>
                    <a:pt x="1" y="764"/>
                  </a:lnTo>
                  <a:lnTo>
                    <a:pt x="546" y="1077"/>
                  </a:lnTo>
                  <a:lnTo>
                    <a:pt x="1336" y="1077"/>
                  </a:lnTo>
                  <a:lnTo>
                    <a:pt x="1877" y="764"/>
                  </a:lnTo>
                  <a:lnTo>
                    <a:pt x="1877" y="314"/>
                  </a:lnTo>
                  <a:lnTo>
                    <a:pt x="1336" y="0"/>
                  </a:lnTo>
                  <a:close/>
                </a:path>
              </a:pathLst>
            </a:custGeom>
            <a:solidFill>
              <a:srgbClr val="F5F5F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9" name="Google Shape;99;p5"/>
            <p:cNvSpPr/>
            <p:nvPr/>
          </p:nvSpPr>
          <p:spPr>
            <a:xfrm>
              <a:off x="8339281" y="1047372"/>
              <a:ext cx="75280" cy="21311"/>
            </a:xfrm>
            <a:custGeom>
              <a:rect b="b" l="l" r="r" t="t"/>
              <a:pathLst>
                <a:path extrusionOk="0" h="370" w="1307">
                  <a:moveTo>
                    <a:pt x="379" y="0"/>
                  </a:moveTo>
                  <a:lnTo>
                    <a:pt x="1" y="219"/>
                  </a:lnTo>
                  <a:lnTo>
                    <a:pt x="1" y="369"/>
                  </a:lnTo>
                  <a:lnTo>
                    <a:pt x="1306" y="369"/>
                  </a:lnTo>
                  <a:lnTo>
                    <a:pt x="1306" y="219"/>
                  </a:lnTo>
                  <a:lnTo>
                    <a:pt x="924" y="0"/>
                  </a:lnTo>
                  <a:close/>
                </a:path>
              </a:pathLst>
            </a:custGeom>
            <a:solidFill>
              <a:srgbClr val="A39C9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0" name="Google Shape;100;p5"/>
            <p:cNvSpPr/>
            <p:nvPr/>
          </p:nvSpPr>
          <p:spPr>
            <a:xfrm>
              <a:off x="8339281" y="1056011"/>
              <a:ext cx="75280" cy="34443"/>
            </a:xfrm>
            <a:custGeom>
              <a:rect b="b" l="l" r="r" t="t"/>
              <a:pathLst>
                <a:path extrusionOk="0" h="598" w="1307">
                  <a:moveTo>
                    <a:pt x="379" y="0"/>
                  </a:moveTo>
                  <a:lnTo>
                    <a:pt x="1" y="219"/>
                  </a:lnTo>
                  <a:lnTo>
                    <a:pt x="1" y="382"/>
                  </a:lnTo>
                  <a:lnTo>
                    <a:pt x="379" y="598"/>
                  </a:lnTo>
                  <a:lnTo>
                    <a:pt x="924" y="598"/>
                  </a:lnTo>
                  <a:lnTo>
                    <a:pt x="1306" y="382"/>
                  </a:lnTo>
                  <a:lnTo>
                    <a:pt x="1306" y="219"/>
                  </a:lnTo>
                  <a:lnTo>
                    <a:pt x="924" y="0"/>
                  </a:lnTo>
                  <a:close/>
                </a:path>
              </a:pathLst>
            </a:custGeom>
            <a:solidFill>
              <a:srgbClr val="5E443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1" name="Google Shape;101;p5"/>
            <p:cNvSpPr/>
            <p:nvPr/>
          </p:nvSpPr>
          <p:spPr>
            <a:xfrm>
              <a:off x="8350224" y="1100764"/>
              <a:ext cx="49476" cy="11692"/>
            </a:xfrm>
            <a:custGeom>
              <a:rect b="b" l="l" r="r" t="t"/>
              <a:pathLst>
                <a:path extrusionOk="0" h="203" w="859">
                  <a:moveTo>
                    <a:pt x="69" y="0"/>
                  </a:moveTo>
                  <a:lnTo>
                    <a:pt x="0" y="26"/>
                  </a:lnTo>
                  <a:lnTo>
                    <a:pt x="69" y="203"/>
                  </a:lnTo>
                  <a:lnTo>
                    <a:pt x="859" y="203"/>
                  </a:lnTo>
                  <a:lnTo>
                    <a:pt x="859" y="0"/>
                  </a:lnTo>
                  <a:close/>
                </a:path>
              </a:pathLst>
            </a:custGeom>
            <a:solidFill>
              <a:srgbClr val="87878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" name="Google Shape;102;p5"/>
            <p:cNvSpPr/>
            <p:nvPr/>
          </p:nvSpPr>
          <p:spPr>
            <a:xfrm>
              <a:off x="8322751" y="1082678"/>
              <a:ext cx="31448" cy="29778"/>
            </a:xfrm>
            <a:custGeom>
              <a:rect b="b" l="l" r="r" t="t"/>
              <a:pathLst>
                <a:path extrusionOk="0" h="517" w="546">
                  <a:moveTo>
                    <a:pt x="1" y="1"/>
                  </a:moveTo>
                  <a:lnTo>
                    <a:pt x="1" y="190"/>
                  </a:lnTo>
                  <a:lnTo>
                    <a:pt x="546" y="517"/>
                  </a:lnTo>
                  <a:lnTo>
                    <a:pt x="546" y="314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87878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3" name="Google Shape;103;p5"/>
            <p:cNvSpPr/>
            <p:nvPr/>
          </p:nvSpPr>
          <p:spPr>
            <a:xfrm>
              <a:off x="8331390" y="1043397"/>
              <a:ext cx="90889" cy="51780"/>
            </a:xfrm>
            <a:custGeom>
              <a:rect b="b" l="l" r="r" t="t"/>
              <a:pathLst>
                <a:path extrusionOk="0" h="899" w="1578">
                  <a:moveTo>
                    <a:pt x="464" y="1"/>
                  </a:moveTo>
                  <a:lnTo>
                    <a:pt x="1" y="262"/>
                  </a:lnTo>
                  <a:lnTo>
                    <a:pt x="1" y="641"/>
                  </a:lnTo>
                  <a:lnTo>
                    <a:pt x="464" y="898"/>
                  </a:lnTo>
                  <a:lnTo>
                    <a:pt x="1117" y="898"/>
                  </a:lnTo>
                  <a:lnTo>
                    <a:pt x="1577" y="641"/>
                  </a:lnTo>
                  <a:lnTo>
                    <a:pt x="1577" y="262"/>
                  </a:lnTo>
                  <a:lnTo>
                    <a:pt x="1117" y="1"/>
                  </a:lnTo>
                  <a:close/>
                </a:path>
              </a:pathLst>
            </a:custGeom>
            <a:solidFill>
              <a:srgbClr val="2D2C3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4" name="Google Shape;104;p5"/>
            <p:cNvSpPr/>
            <p:nvPr/>
          </p:nvSpPr>
          <p:spPr>
            <a:xfrm>
              <a:off x="8372169" y="968234"/>
              <a:ext cx="9504" cy="120724"/>
            </a:xfrm>
            <a:custGeom>
              <a:rect b="b" l="l" r="r" t="t"/>
              <a:pathLst>
                <a:path extrusionOk="0" h="2096" w="165">
                  <a:moveTo>
                    <a:pt x="1" y="0"/>
                  </a:moveTo>
                  <a:lnTo>
                    <a:pt x="1" y="2096"/>
                  </a:lnTo>
                  <a:lnTo>
                    <a:pt x="164" y="2096"/>
                  </a:lnTo>
                  <a:lnTo>
                    <a:pt x="164" y="0"/>
                  </a:lnTo>
                  <a:close/>
                </a:path>
              </a:pathLst>
            </a:custGeom>
            <a:solidFill>
              <a:srgbClr val="50505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5" name="Google Shape;105;p5"/>
            <p:cNvSpPr/>
            <p:nvPr/>
          </p:nvSpPr>
          <p:spPr>
            <a:xfrm>
              <a:off x="8381614" y="964433"/>
              <a:ext cx="6969" cy="124526"/>
            </a:xfrm>
            <a:custGeom>
              <a:rect b="b" l="l" r="r" t="t"/>
              <a:pathLst>
                <a:path extrusionOk="0" h="2162" w="121">
                  <a:moveTo>
                    <a:pt x="121" y="1"/>
                  </a:moveTo>
                  <a:lnTo>
                    <a:pt x="0" y="66"/>
                  </a:lnTo>
                  <a:lnTo>
                    <a:pt x="0" y="2162"/>
                  </a:lnTo>
                  <a:lnTo>
                    <a:pt x="121" y="2093"/>
                  </a:lnTo>
                  <a:lnTo>
                    <a:pt x="121" y="1"/>
                  </a:lnTo>
                  <a:close/>
                </a:path>
              </a:pathLst>
            </a:custGeom>
            <a:solidFill>
              <a:srgbClr val="50505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6" name="Google Shape;106;p5"/>
            <p:cNvSpPr/>
            <p:nvPr/>
          </p:nvSpPr>
          <p:spPr>
            <a:xfrm>
              <a:off x="8365027" y="964433"/>
              <a:ext cx="7200" cy="124526"/>
            </a:xfrm>
            <a:custGeom>
              <a:rect b="b" l="l" r="r" t="t"/>
              <a:pathLst>
                <a:path extrusionOk="0" h="2162" w="125">
                  <a:moveTo>
                    <a:pt x="1" y="1"/>
                  </a:moveTo>
                  <a:lnTo>
                    <a:pt x="1" y="2093"/>
                  </a:lnTo>
                  <a:lnTo>
                    <a:pt x="125" y="2162"/>
                  </a:lnTo>
                  <a:lnTo>
                    <a:pt x="125" y="66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50505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7" name="Google Shape;107;p5"/>
            <p:cNvSpPr/>
            <p:nvPr/>
          </p:nvSpPr>
          <p:spPr>
            <a:xfrm>
              <a:off x="8365027" y="955044"/>
              <a:ext cx="23557" cy="13247"/>
            </a:xfrm>
            <a:custGeom>
              <a:rect b="b" l="l" r="r" t="t"/>
              <a:pathLst>
                <a:path extrusionOk="0" h="230" w="409">
                  <a:moveTo>
                    <a:pt x="125" y="1"/>
                  </a:moveTo>
                  <a:lnTo>
                    <a:pt x="1" y="66"/>
                  </a:lnTo>
                  <a:lnTo>
                    <a:pt x="1" y="164"/>
                  </a:lnTo>
                  <a:lnTo>
                    <a:pt x="125" y="229"/>
                  </a:lnTo>
                  <a:lnTo>
                    <a:pt x="288" y="229"/>
                  </a:lnTo>
                  <a:lnTo>
                    <a:pt x="409" y="164"/>
                  </a:lnTo>
                  <a:lnTo>
                    <a:pt x="409" y="66"/>
                  </a:lnTo>
                  <a:lnTo>
                    <a:pt x="288" y="1"/>
                  </a:lnTo>
                  <a:close/>
                </a:path>
              </a:pathLst>
            </a:custGeom>
            <a:solidFill>
              <a:srgbClr val="50505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" name="Google Shape;108;p5"/>
            <p:cNvSpPr/>
            <p:nvPr/>
          </p:nvSpPr>
          <p:spPr>
            <a:xfrm>
              <a:off x="8297005" y="513279"/>
              <a:ext cx="159084" cy="470053"/>
            </a:xfrm>
            <a:custGeom>
              <a:rect b="b" l="l" r="r" t="t"/>
              <a:pathLst>
                <a:path extrusionOk="0" h="8161" w="2762">
                  <a:moveTo>
                    <a:pt x="1388" y="0"/>
                  </a:moveTo>
                  <a:lnTo>
                    <a:pt x="0" y="7031"/>
                  </a:lnTo>
                  <a:lnTo>
                    <a:pt x="0" y="7684"/>
                  </a:lnTo>
                  <a:lnTo>
                    <a:pt x="816" y="8160"/>
                  </a:lnTo>
                  <a:lnTo>
                    <a:pt x="1959" y="8160"/>
                  </a:lnTo>
                  <a:lnTo>
                    <a:pt x="2762" y="7684"/>
                  </a:lnTo>
                  <a:lnTo>
                    <a:pt x="2762" y="7031"/>
                  </a:lnTo>
                  <a:lnTo>
                    <a:pt x="1388" y="0"/>
                  </a:lnTo>
                  <a:close/>
                </a:path>
              </a:pathLst>
            </a:custGeom>
            <a:solidFill>
              <a:srgbClr val="7FA31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" name="Google Shape;109;p5"/>
            <p:cNvSpPr/>
            <p:nvPr/>
          </p:nvSpPr>
          <p:spPr>
            <a:xfrm>
              <a:off x="8344004" y="513279"/>
              <a:ext cx="112085" cy="470053"/>
            </a:xfrm>
            <a:custGeom>
              <a:rect b="b" l="l" r="r" t="t"/>
              <a:pathLst>
                <a:path extrusionOk="0" h="8161" w="1946">
                  <a:moveTo>
                    <a:pt x="572" y="0"/>
                  </a:moveTo>
                  <a:lnTo>
                    <a:pt x="0" y="8160"/>
                  </a:lnTo>
                  <a:lnTo>
                    <a:pt x="1143" y="8160"/>
                  </a:lnTo>
                  <a:lnTo>
                    <a:pt x="1946" y="7684"/>
                  </a:lnTo>
                  <a:lnTo>
                    <a:pt x="1946" y="7031"/>
                  </a:lnTo>
                  <a:lnTo>
                    <a:pt x="572" y="0"/>
                  </a:lnTo>
                  <a:close/>
                </a:path>
              </a:pathLst>
            </a:custGeom>
            <a:solidFill>
              <a:srgbClr val="2D2C37">
                <a:alpha val="3354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10" name="Google Shape;110;p5"/>
          <p:cNvGrpSpPr/>
          <p:nvPr/>
        </p:nvGrpSpPr>
        <p:grpSpPr>
          <a:xfrm>
            <a:off x="858537" y="4604006"/>
            <a:ext cx="283952" cy="404337"/>
            <a:chOff x="6191950" y="4314625"/>
            <a:chExt cx="330100" cy="470050"/>
          </a:xfrm>
        </p:grpSpPr>
        <p:sp>
          <p:nvSpPr>
            <p:cNvPr id="111" name="Google Shape;111;p5"/>
            <p:cNvSpPr/>
            <p:nvPr/>
          </p:nvSpPr>
          <p:spPr>
            <a:xfrm>
              <a:off x="6191950" y="4601275"/>
              <a:ext cx="330100" cy="183400"/>
            </a:xfrm>
            <a:custGeom>
              <a:rect b="b" l="l" r="r" t="t"/>
              <a:pathLst>
                <a:path extrusionOk="0" h="7336" w="13204">
                  <a:moveTo>
                    <a:pt x="6664" y="1"/>
                  </a:moveTo>
                  <a:cubicBezTo>
                    <a:pt x="6066" y="1"/>
                    <a:pt x="5439" y="145"/>
                    <a:pt x="4949" y="427"/>
                  </a:cubicBezTo>
                  <a:lnTo>
                    <a:pt x="993" y="2711"/>
                  </a:lnTo>
                  <a:cubicBezTo>
                    <a:pt x="95" y="3230"/>
                    <a:pt x="1" y="4017"/>
                    <a:pt x="774" y="4467"/>
                  </a:cubicBezTo>
                  <a:lnTo>
                    <a:pt x="5207" y="7036"/>
                  </a:lnTo>
                  <a:cubicBezTo>
                    <a:pt x="5555" y="7238"/>
                    <a:pt x="6023" y="7336"/>
                    <a:pt x="6514" y="7336"/>
                  </a:cubicBezTo>
                  <a:cubicBezTo>
                    <a:pt x="7119" y="7336"/>
                    <a:pt x="7760" y="7187"/>
                    <a:pt x="8256" y="6902"/>
                  </a:cubicBezTo>
                  <a:lnTo>
                    <a:pt x="12212" y="4618"/>
                  </a:lnTo>
                  <a:cubicBezTo>
                    <a:pt x="13109" y="4099"/>
                    <a:pt x="13204" y="3312"/>
                    <a:pt x="12430" y="2862"/>
                  </a:cubicBezTo>
                  <a:lnTo>
                    <a:pt x="7998" y="306"/>
                  </a:lnTo>
                  <a:cubicBezTo>
                    <a:pt x="7639" y="101"/>
                    <a:pt x="7162" y="1"/>
                    <a:pt x="6664" y="1"/>
                  </a:cubicBezTo>
                  <a:close/>
                </a:path>
              </a:pathLst>
            </a:custGeom>
            <a:solidFill>
              <a:srgbClr val="87878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" name="Google Shape;112;p5"/>
            <p:cNvSpPr/>
            <p:nvPr/>
          </p:nvSpPr>
          <p:spPr>
            <a:xfrm>
              <a:off x="6191950" y="4593500"/>
              <a:ext cx="330100" cy="183500"/>
            </a:xfrm>
            <a:custGeom>
              <a:rect b="b" l="l" r="r" t="t"/>
              <a:pathLst>
                <a:path extrusionOk="0" h="7340" w="13204">
                  <a:moveTo>
                    <a:pt x="6664" y="0"/>
                  </a:moveTo>
                  <a:cubicBezTo>
                    <a:pt x="6066" y="0"/>
                    <a:pt x="5439" y="144"/>
                    <a:pt x="4949" y="428"/>
                  </a:cubicBezTo>
                  <a:lnTo>
                    <a:pt x="2462" y="1867"/>
                  </a:lnTo>
                  <a:lnTo>
                    <a:pt x="993" y="2725"/>
                  </a:lnTo>
                  <a:cubicBezTo>
                    <a:pt x="95" y="3241"/>
                    <a:pt x="1" y="4031"/>
                    <a:pt x="774" y="4478"/>
                  </a:cubicBezTo>
                  <a:lnTo>
                    <a:pt x="2759" y="5621"/>
                  </a:lnTo>
                  <a:lnTo>
                    <a:pt x="5207" y="7037"/>
                  </a:lnTo>
                  <a:cubicBezTo>
                    <a:pt x="5559" y="7240"/>
                    <a:pt x="6034" y="7339"/>
                    <a:pt x="6532" y="7339"/>
                  </a:cubicBezTo>
                  <a:cubicBezTo>
                    <a:pt x="7132" y="7339"/>
                    <a:pt x="7765" y="7195"/>
                    <a:pt x="8256" y="6913"/>
                  </a:cubicBezTo>
                  <a:lnTo>
                    <a:pt x="12212" y="4628"/>
                  </a:lnTo>
                  <a:cubicBezTo>
                    <a:pt x="13109" y="4113"/>
                    <a:pt x="13204" y="3323"/>
                    <a:pt x="12430" y="2876"/>
                  </a:cubicBezTo>
                  <a:lnTo>
                    <a:pt x="7998" y="303"/>
                  </a:lnTo>
                  <a:cubicBezTo>
                    <a:pt x="7639" y="100"/>
                    <a:pt x="7162" y="0"/>
                    <a:pt x="6664" y="0"/>
                  </a:cubicBezTo>
                  <a:close/>
                </a:path>
              </a:pathLst>
            </a:custGeom>
            <a:solidFill>
              <a:srgbClr val="2D2C3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" name="Google Shape;113;p5"/>
            <p:cNvSpPr/>
            <p:nvPr/>
          </p:nvSpPr>
          <p:spPr>
            <a:xfrm>
              <a:off x="6248675" y="4639175"/>
              <a:ext cx="218300" cy="105225"/>
            </a:xfrm>
            <a:custGeom>
              <a:rect b="b" l="l" r="r" t="t"/>
              <a:pathLst>
                <a:path extrusionOk="0" h="4209" w="8732">
                  <a:moveTo>
                    <a:pt x="914" y="1"/>
                  </a:moveTo>
                  <a:lnTo>
                    <a:pt x="111" y="1130"/>
                  </a:lnTo>
                  <a:cubicBezTo>
                    <a:pt x="43" y="1319"/>
                    <a:pt x="0" y="1509"/>
                    <a:pt x="0" y="1701"/>
                  </a:cubicBezTo>
                  <a:cubicBezTo>
                    <a:pt x="0" y="2204"/>
                    <a:pt x="275" y="2720"/>
                    <a:pt x="803" y="3154"/>
                  </a:cubicBezTo>
                  <a:cubicBezTo>
                    <a:pt x="846" y="3183"/>
                    <a:pt x="885" y="3209"/>
                    <a:pt x="927" y="3235"/>
                  </a:cubicBezTo>
                  <a:cubicBezTo>
                    <a:pt x="1035" y="3317"/>
                    <a:pt x="1159" y="3399"/>
                    <a:pt x="1280" y="3467"/>
                  </a:cubicBezTo>
                  <a:cubicBezTo>
                    <a:pt x="2136" y="3960"/>
                    <a:pt x="3253" y="4208"/>
                    <a:pt x="4367" y="4208"/>
                  </a:cubicBezTo>
                  <a:cubicBezTo>
                    <a:pt x="5466" y="4208"/>
                    <a:pt x="6562" y="3967"/>
                    <a:pt x="7400" y="3480"/>
                  </a:cubicBezTo>
                  <a:cubicBezTo>
                    <a:pt x="8311" y="2951"/>
                    <a:pt x="8732" y="2243"/>
                    <a:pt x="8650" y="1564"/>
                  </a:cubicBezTo>
                  <a:lnTo>
                    <a:pt x="8666" y="1551"/>
                  </a:lnTo>
                  <a:lnTo>
                    <a:pt x="8650" y="1509"/>
                  </a:lnTo>
                  <a:cubicBezTo>
                    <a:pt x="8611" y="1319"/>
                    <a:pt x="8542" y="1130"/>
                    <a:pt x="8448" y="938"/>
                  </a:cubicBezTo>
                  <a:lnTo>
                    <a:pt x="7752" y="40"/>
                  </a:lnTo>
                  <a:lnTo>
                    <a:pt x="1714" y="1"/>
                  </a:lnTo>
                  <a:close/>
                </a:path>
              </a:pathLst>
            </a:custGeom>
            <a:solidFill>
              <a:srgbClr val="E7363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" name="Google Shape;114;p5"/>
            <p:cNvSpPr/>
            <p:nvPr/>
          </p:nvSpPr>
          <p:spPr>
            <a:xfrm>
              <a:off x="6248675" y="4678925"/>
              <a:ext cx="217650" cy="65475"/>
            </a:xfrm>
            <a:custGeom>
              <a:rect b="b" l="l" r="r" t="t"/>
              <a:pathLst>
                <a:path extrusionOk="0" h="2619" w="8706">
                  <a:moveTo>
                    <a:pt x="17" y="0"/>
                  </a:moveTo>
                  <a:cubicBezTo>
                    <a:pt x="17" y="43"/>
                    <a:pt x="0" y="69"/>
                    <a:pt x="0" y="111"/>
                  </a:cubicBezTo>
                  <a:cubicBezTo>
                    <a:pt x="0" y="614"/>
                    <a:pt x="275" y="1130"/>
                    <a:pt x="803" y="1564"/>
                  </a:cubicBezTo>
                  <a:cubicBezTo>
                    <a:pt x="846" y="1593"/>
                    <a:pt x="885" y="1619"/>
                    <a:pt x="927" y="1645"/>
                  </a:cubicBezTo>
                  <a:cubicBezTo>
                    <a:pt x="1035" y="1727"/>
                    <a:pt x="1159" y="1809"/>
                    <a:pt x="1280" y="1877"/>
                  </a:cubicBezTo>
                  <a:cubicBezTo>
                    <a:pt x="2136" y="2370"/>
                    <a:pt x="3253" y="2618"/>
                    <a:pt x="4367" y="2618"/>
                  </a:cubicBezTo>
                  <a:cubicBezTo>
                    <a:pt x="5466" y="2618"/>
                    <a:pt x="6562" y="2377"/>
                    <a:pt x="7400" y="1890"/>
                  </a:cubicBezTo>
                  <a:cubicBezTo>
                    <a:pt x="8298" y="1375"/>
                    <a:pt x="8706" y="696"/>
                    <a:pt x="8650" y="13"/>
                  </a:cubicBezTo>
                  <a:lnTo>
                    <a:pt x="8650" y="13"/>
                  </a:lnTo>
                  <a:cubicBezTo>
                    <a:pt x="8598" y="614"/>
                    <a:pt x="8190" y="1198"/>
                    <a:pt x="7400" y="1645"/>
                  </a:cubicBezTo>
                  <a:cubicBezTo>
                    <a:pt x="6556" y="2135"/>
                    <a:pt x="5451" y="2380"/>
                    <a:pt x="4345" y="2380"/>
                  </a:cubicBezTo>
                  <a:cubicBezTo>
                    <a:pt x="3238" y="2380"/>
                    <a:pt x="2130" y="2135"/>
                    <a:pt x="1280" y="1645"/>
                  </a:cubicBezTo>
                  <a:cubicBezTo>
                    <a:pt x="1159" y="1564"/>
                    <a:pt x="1035" y="1499"/>
                    <a:pt x="927" y="1417"/>
                  </a:cubicBezTo>
                  <a:cubicBezTo>
                    <a:pt x="885" y="1388"/>
                    <a:pt x="846" y="1348"/>
                    <a:pt x="803" y="1319"/>
                  </a:cubicBezTo>
                  <a:cubicBezTo>
                    <a:pt x="327" y="927"/>
                    <a:pt x="56" y="464"/>
                    <a:pt x="17" y="0"/>
                  </a:cubicBezTo>
                  <a:close/>
                </a:path>
              </a:pathLst>
            </a:custGeom>
            <a:solidFill>
              <a:srgbClr val="CE181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" name="Google Shape;115;p5"/>
            <p:cNvSpPr/>
            <p:nvPr/>
          </p:nvSpPr>
          <p:spPr>
            <a:xfrm>
              <a:off x="6465325" y="4677950"/>
              <a:ext cx="25" cy="25"/>
            </a:xfrm>
            <a:custGeom>
              <a:rect b="b" l="l" r="r" t="t"/>
              <a:pathLst>
                <a:path extrusionOk="0" h="1" w="1">
                  <a:moveTo>
                    <a:pt x="0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E181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" name="Google Shape;116;p5"/>
            <p:cNvSpPr/>
            <p:nvPr/>
          </p:nvSpPr>
          <p:spPr>
            <a:xfrm>
              <a:off x="6268750" y="4327375"/>
              <a:ext cx="176200" cy="366125"/>
            </a:xfrm>
            <a:custGeom>
              <a:rect b="b" l="l" r="r" t="t"/>
              <a:pathLst>
                <a:path extrusionOk="0" h="14645" w="7048">
                  <a:moveTo>
                    <a:pt x="2654" y="1"/>
                  </a:moveTo>
                  <a:lnTo>
                    <a:pt x="150" y="12323"/>
                  </a:lnTo>
                  <a:cubicBezTo>
                    <a:pt x="0" y="12812"/>
                    <a:pt x="177" y="13328"/>
                    <a:pt x="682" y="13749"/>
                  </a:cubicBezTo>
                  <a:cubicBezTo>
                    <a:pt x="803" y="13860"/>
                    <a:pt x="953" y="13968"/>
                    <a:pt x="1117" y="14062"/>
                  </a:cubicBezTo>
                  <a:cubicBezTo>
                    <a:pt x="1782" y="14451"/>
                    <a:pt x="2660" y="14645"/>
                    <a:pt x="3537" y="14645"/>
                  </a:cubicBezTo>
                  <a:cubicBezTo>
                    <a:pt x="4414" y="14645"/>
                    <a:pt x="5291" y="14451"/>
                    <a:pt x="5957" y="14062"/>
                  </a:cubicBezTo>
                  <a:cubicBezTo>
                    <a:pt x="6721" y="13628"/>
                    <a:pt x="7047" y="13031"/>
                    <a:pt x="6936" y="12460"/>
                  </a:cubicBezTo>
                  <a:lnTo>
                    <a:pt x="6936" y="12443"/>
                  </a:lnTo>
                  <a:cubicBezTo>
                    <a:pt x="6936" y="12430"/>
                    <a:pt x="6936" y="12417"/>
                    <a:pt x="6923" y="12404"/>
                  </a:cubicBezTo>
                  <a:lnTo>
                    <a:pt x="4407" y="1"/>
                  </a:lnTo>
                  <a:close/>
                </a:path>
              </a:pathLst>
            </a:custGeom>
            <a:solidFill>
              <a:srgbClr val="E7363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" name="Google Shape;117;p5"/>
            <p:cNvSpPr/>
            <p:nvPr/>
          </p:nvSpPr>
          <p:spPr>
            <a:xfrm>
              <a:off x="6285800" y="4480725"/>
              <a:ext cx="142425" cy="127925"/>
            </a:xfrm>
            <a:custGeom>
              <a:rect b="b" l="l" r="r" t="t"/>
              <a:pathLst>
                <a:path extrusionOk="0" h="5117" w="5697">
                  <a:moveTo>
                    <a:pt x="719" y="0"/>
                  </a:moveTo>
                  <a:lnTo>
                    <a:pt x="0" y="3564"/>
                  </a:lnTo>
                  <a:cubicBezTo>
                    <a:pt x="40" y="3943"/>
                    <a:pt x="311" y="4325"/>
                    <a:pt x="830" y="4625"/>
                  </a:cubicBezTo>
                  <a:cubicBezTo>
                    <a:pt x="1397" y="4953"/>
                    <a:pt x="2136" y="5116"/>
                    <a:pt x="2870" y="5116"/>
                  </a:cubicBezTo>
                  <a:cubicBezTo>
                    <a:pt x="3597" y="5116"/>
                    <a:pt x="4320" y="4956"/>
                    <a:pt x="4867" y="4638"/>
                  </a:cubicBezTo>
                  <a:cubicBezTo>
                    <a:pt x="5386" y="4338"/>
                    <a:pt x="5657" y="3959"/>
                    <a:pt x="5696" y="3564"/>
                  </a:cubicBezTo>
                  <a:lnTo>
                    <a:pt x="4978" y="26"/>
                  </a:lnTo>
                  <a:cubicBezTo>
                    <a:pt x="4949" y="326"/>
                    <a:pt x="4717" y="614"/>
                    <a:pt x="4338" y="829"/>
                  </a:cubicBezTo>
                  <a:cubicBezTo>
                    <a:pt x="3930" y="1067"/>
                    <a:pt x="3393" y="1187"/>
                    <a:pt x="2853" y="1187"/>
                  </a:cubicBezTo>
                  <a:cubicBezTo>
                    <a:pt x="2314" y="1187"/>
                    <a:pt x="1773" y="1067"/>
                    <a:pt x="1358" y="829"/>
                  </a:cubicBezTo>
                  <a:cubicBezTo>
                    <a:pt x="980" y="597"/>
                    <a:pt x="748" y="287"/>
                    <a:pt x="719" y="0"/>
                  </a:cubicBezTo>
                  <a:close/>
                </a:path>
              </a:pathLst>
            </a:custGeom>
            <a:solidFill>
              <a:srgbClr val="F5F5F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" name="Google Shape;118;p5"/>
            <p:cNvSpPr/>
            <p:nvPr/>
          </p:nvSpPr>
          <p:spPr>
            <a:xfrm>
              <a:off x="6332725" y="4314625"/>
              <a:ext cx="48250" cy="25325"/>
            </a:xfrm>
            <a:custGeom>
              <a:rect b="b" l="l" r="r" t="t"/>
              <a:pathLst>
                <a:path extrusionOk="0" h="1013" w="1930">
                  <a:moveTo>
                    <a:pt x="971" y="0"/>
                  </a:moveTo>
                  <a:cubicBezTo>
                    <a:pt x="747" y="0"/>
                    <a:pt x="523" y="47"/>
                    <a:pt x="353" y="142"/>
                  </a:cubicBezTo>
                  <a:cubicBezTo>
                    <a:pt x="0" y="348"/>
                    <a:pt x="13" y="661"/>
                    <a:pt x="353" y="863"/>
                  </a:cubicBezTo>
                  <a:cubicBezTo>
                    <a:pt x="525" y="961"/>
                    <a:pt x="754" y="1013"/>
                    <a:pt x="982" y="1013"/>
                  </a:cubicBezTo>
                  <a:cubicBezTo>
                    <a:pt x="1203" y="1013"/>
                    <a:pt x="1423" y="965"/>
                    <a:pt x="1590" y="863"/>
                  </a:cubicBezTo>
                  <a:cubicBezTo>
                    <a:pt x="1929" y="661"/>
                    <a:pt x="1929" y="348"/>
                    <a:pt x="1590" y="142"/>
                  </a:cubicBezTo>
                  <a:cubicBezTo>
                    <a:pt x="1420" y="47"/>
                    <a:pt x="1196" y="0"/>
                    <a:pt x="971" y="0"/>
                  </a:cubicBezTo>
                  <a:close/>
                </a:path>
              </a:pathLst>
            </a:custGeom>
            <a:solidFill>
              <a:srgbClr val="B1282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" name="Google Shape;119;p5"/>
            <p:cNvSpPr/>
            <p:nvPr/>
          </p:nvSpPr>
          <p:spPr>
            <a:xfrm>
              <a:off x="6340875" y="4318700"/>
              <a:ext cx="32250" cy="17025"/>
            </a:xfrm>
            <a:custGeom>
              <a:rect b="b" l="l" r="r" t="t"/>
              <a:pathLst>
                <a:path extrusionOk="0" h="681" w="1290">
                  <a:moveTo>
                    <a:pt x="645" y="0"/>
                  </a:moveTo>
                  <a:cubicBezTo>
                    <a:pt x="495" y="0"/>
                    <a:pt x="345" y="35"/>
                    <a:pt x="229" y="103"/>
                  </a:cubicBezTo>
                  <a:cubicBezTo>
                    <a:pt x="1" y="240"/>
                    <a:pt x="1" y="443"/>
                    <a:pt x="229" y="580"/>
                  </a:cubicBezTo>
                  <a:cubicBezTo>
                    <a:pt x="345" y="647"/>
                    <a:pt x="495" y="680"/>
                    <a:pt x="645" y="680"/>
                  </a:cubicBezTo>
                  <a:cubicBezTo>
                    <a:pt x="795" y="680"/>
                    <a:pt x="946" y="647"/>
                    <a:pt x="1062" y="580"/>
                  </a:cubicBezTo>
                  <a:cubicBezTo>
                    <a:pt x="1290" y="443"/>
                    <a:pt x="1290" y="240"/>
                    <a:pt x="1062" y="103"/>
                  </a:cubicBezTo>
                  <a:cubicBezTo>
                    <a:pt x="946" y="35"/>
                    <a:pt x="795" y="0"/>
                    <a:pt x="645" y="0"/>
                  </a:cubicBezTo>
                  <a:close/>
                </a:path>
              </a:pathLst>
            </a:custGeom>
            <a:solidFill>
              <a:srgbClr val="50505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6"/>
          <p:cNvSpPr/>
          <p:nvPr/>
        </p:nvSpPr>
        <p:spPr>
          <a:xfrm>
            <a:off x="280800" y="279300"/>
            <a:ext cx="8582400" cy="45849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" name="Google Shape;122;p6"/>
          <p:cNvSpPr/>
          <p:nvPr/>
        </p:nvSpPr>
        <p:spPr>
          <a:xfrm>
            <a:off x="281825" y="279300"/>
            <a:ext cx="8582400" cy="162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" name="Google Shape;123;p6"/>
          <p:cNvSpPr txBox="1"/>
          <p:nvPr>
            <p:ph type="title"/>
          </p:nvPr>
        </p:nvSpPr>
        <p:spPr>
          <a:xfrm>
            <a:off x="720000" y="5212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700"/>
              <a:buNone/>
              <a:defRPr sz="2700">
                <a:latin typeface="Lexend ExtraBold"/>
                <a:ea typeface="Lexend ExtraBold"/>
                <a:cs typeface="Lexend ExtraBold"/>
                <a:sym typeface="Lexend Extra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grpSp>
        <p:nvGrpSpPr>
          <p:cNvPr id="124" name="Google Shape;124;p6"/>
          <p:cNvGrpSpPr/>
          <p:nvPr/>
        </p:nvGrpSpPr>
        <p:grpSpPr>
          <a:xfrm>
            <a:off x="8346068" y="539493"/>
            <a:ext cx="662463" cy="775160"/>
            <a:chOff x="5424136" y="1294946"/>
            <a:chExt cx="1748846" cy="2046356"/>
          </a:xfrm>
        </p:grpSpPr>
        <p:grpSp>
          <p:nvGrpSpPr>
            <p:cNvPr id="125" name="Google Shape;125;p6"/>
            <p:cNvGrpSpPr/>
            <p:nvPr/>
          </p:nvGrpSpPr>
          <p:grpSpPr>
            <a:xfrm>
              <a:off x="5424136" y="2234050"/>
              <a:ext cx="1184145" cy="1107253"/>
              <a:chOff x="5424136" y="2234050"/>
              <a:chExt cx="1184145" cy="1107253"/>
            </a:xfrm>
          </p:grpSpPr>
          <p:sp>
            <p:nvSpPr>
              <p:cNvPr id="126" name="Google Shape;126;p6"/>
              <p:cNvSpPr/>
              <p:nvPr/>
            </p:nvSpPr>
            <p:spPr>
              <a:xfrm>
                <a:off x="5424136" y="2234050"/>
                <a:ext cx="1184145" cy="1107253"/>
              </a:xfrm>
              <a:custGeom>
                <a:rect b="b" l="l" r="r" t="t"/>
                <a:pathLst>
                  <a:path extrusionOk="0" h="6048" w="6468">
                    <a:moveTo>
                      <a:pt x="3300" y="0"/>
                    </a:moveTo>
                    <a:lnTo>
                      <a:pt x="2377" y="532"/>
                    </a:lnTo>
                    <a:lnTo>
                      <a:pt x="1657" y="1717"/>
                    </a:lnTo>
                    <a:lnTo>
                      <a:pt x="1672" y="2280"/>
                    </a:lnTo>
                    <a:lnTo>
                      <a:pt x="705" y="2812"/>
                    </a:lnTo>
                    <a:lnTo>
                      <a:pt x="0" y="4031"/>
                    </a:lnTo>
                    <a:lnTo>
                      <a:pt x="0" y="5156"/>
                    </a:lnTo>
                    <a:lnTo>
                      <a:pt x="1519" y="6048"/>
                    </a:lnTo>
                    <a:lnTo>
                      <a:pt x="5797" y="3577"/>
                    </a:lnTo>
                    <a:lnTo>
                      <a:pt x="6468" y="2392"/>
                    </a:lnTo>
                    <a:lnTo>
                      <a:pt x="6468" y="1282"/>
                    </a:lnTo>
                    <a:lnTo>
                      <a:pt x="4953" y="390"/>
                    </a:lnTo>
                    <a:lnTo>
                      <a:pt x="4470" y="671"/>
                    </a:lnTo>
                    <a:lnTo>
                      <a:pt x="3300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7" name="Google Shape;127;p6"/>
              <p:cNvSpPr/>
              <p:nvPr/>
            </p:nvSpPr>
            <p:spPr>
              <a:xfrm>
                <a:off x="5850342" y="2234050"/>
                <a:ext cx="332469" cy="191682"/>
              </a:xfrm>
              <a:custGeom>
                <a:rect b="b" l="l" r="r" t="t"/>
                <a:pathLst>
                  <a:path extrusionOk="0" h="1047" w="1816">
                    <a:moveTo>
                      <a:pt x="972" y="0"/>
                    </a:moveTo>
                    <a:lnTo>
                      <a:pt x="1" y="562"/>
                    </a:lnTo>
                    <a:lnTo>
                      <a:pt x="844" y="1046"/>
                    </a:lnTo>
                    <a:lnTo>
                      <a:pt x="1815" y="484"/>
                    </a:lnTo>
                    <a:lnTo>
                      <a:pt x="972" y="0"/>
                    </a:lnTo>
                    <a:close/>
                  </a:path>
                </a:pathLst>
              </a:custGeom>
              <a:solidFill>
                <a:srgbClr val="F5F5F5">
                  <a:alpha val="6398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8" name="Google Shape;128;p6"/>
              <p:cNvSpPr/>
              <p:nvPr/>
            </p:nvSpPr>
            <p:spPr>
              <a:xfrm>
                <a:off x="5553206" y="2651281"/>
                <a:ext cx="328990" cy="192414"/>
              </a:xfrm>
              <a:custGeom>
                <a:rect b="b" l="l" r="r" t="t"/>
                <a:pathLst>
                  <a:path extrusionOk="0" h="1051" w="1797">
                    <a:moveTo>
                      <a:pt x="967" y="1"/>
                    </a:moveTo>
                    <a:lnTo>
                      <a:pt x="0" y="533"/>
                    </a:lnTo>
                    <a:lnTo>
                      <a:pt x="829" y="1051"/>
                    </a:lnTo>
                    <a:lnTo>
                      <a:pt x="1796" y="488"/>
                    </a:lnTo>
                    <a:lnTo>
                      <a:pt x="967" y="1"/>
                    </a:lnTo>
                    <a:close/>
                  </a:path>
                </a:pathLst>
              </a:custGeom>
              <a:solidFill>
                <a:srgbClr val="F5F5F5">
                  <a:alpha val="6398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9" name="Google Shape;129;p6"/>
              <p:cNvSpPr/>
              <p:nvPr/>
            </p:nvSpPr>
            <p:spPr>
              <a:xfrm>
                <a:off x="5424136" y="2748861"/>
                <a:ext cx="280841" cy="311781"/>
              </a:xfrm>
              <a:custGeom>
                <a:rect b="b" l="l" r="r" t="t"/>
                <a:pathLst>
                  <a:path extrusionOk="0" h="1703" w="1534">
                    <a:moveTo>
                      <a:pt x="705" y="0"/>
                    </a:moveTo>
                    <a:lnTo>
                      <a:pt x="0" y="1219"/>
                    </a:lnTo>
                    <a:lnTo>
                      <a:pt x="844" y="1702"/>
                    </a:lnTo>
                    <a:lnTo>
                      <a:pt x="1534" y="518"/>
                    </a:lnTo>
                    <a:lnTo>
                      <a:pt x="705" y="0"/>
                    </a:lnTo>
                    <a:close/>
                  </a:path>
                </a:pathLst>
              </a:custGeom>
              <a:solidFill>
                <a:srgbClr val="F5F5F5">
                  <a:alpha val="3416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0" name="Google Shape;130;p6"/>
              <p:cNvSpPr/>
              <p:nvPr/>
            </p:nvSpPr>
            <p:spPr>
              <a:xfrm>
                <a:off x="5727497" y="2548392"/>
                <a:ext cx="154700" cy="192414"/>
              </a:xfrm>
              <a:custGeom>
                <a:rect b="b" l="l" r="r" t="t"/>
                <a:pathLst>
                  <a:path extrusionOk="0" h="1051" w="845">
                    <a:moveTo>
                      <a:pt x="0" y="0"/>
                    </a:moveTo>
                    <a:lnTo>
                      <a:pt x="0" y="563"/>
                    </a:lnTo>
                    <a:lnTo>
                      <a:pt x="844" y="1050"/>
                    </a:lnTo>
                    <a:lnTo>
                      <a:pt x="844" y="48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5F5F5">
                  <a:alpha val="3416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1" name="Google Shape;131;p6"/>
              <p:cNvSpPr/>
              <p:nvPr/>
            </p:nvSpPr>
            <p:spPr>
              <a:xfrm>
                <a:off x="5424136" y="2971848"/>
                <a:ext cx="154517" cy="294755"/>
              </a:xfrm>
              <a:custGeom>
                <a:rect b="b" l="l" r="r" t="t"/>
                <a:pathLst>
                  <a:path extrusionOk="0" h="1610" w="844">
                    <a:moveTo>
                      <a:pt x="0" y="1"/>
                    </a:moveTo>
                    <a:lnTo>
                      <a:pt x="0" y="1126"/>
                    </a:lnTo>
                    <a:lnTo>
                      <a:pt x="844" y="1609"/>
                    </a:lnTo>
                    <a:lnTo>
                      <a:pt x="844" y="484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F5F5F5">
                  <a:alpha val="6398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2" name="Google Shape;132;p6"/>
              <p:cNvSpPr/>
              <p:nvPr/>
            </p:nvSpPr>
            <p:spPr>
              <a:xfrm>
                <a:off x="6242312" y="2305267"/>
                <a:ext cx="243127" cy="191865"/>
              </a:xfrm>
              <a:custGeom>
                <a:rect b="b" l="l" r="r" t="t"/>
                <a:pathLst>
                  <a:path extrusionOk="0" h="1048" w="1328">
                    <a:moveTo>
                      <a:pt x="484" y="1"/>
                    </a:moveTo>
                    <a:lnTo>
                      <a:pt x="1" y="282"/>
                    </a:lnTo>
                    <a:lnTo>
                      <a:pt x="360" y="1047"/>
                    </a:lnTo>
                    <a:lnTo>
                      <a:pt x="1328" y="485"/>
                    </a:lnTo>
                    <a:lnTo>
                      <a:pt x="484" y="1"/>
                    </a:lnTo>
                    <a:close/>
                  </a:path>
                </a:pathLst>
              </a:custGeom>
              <a:solidFill>
                <a:srgbClr val="F5F5F5">
                  <a:alpha val="6398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3" name="Google Shape;133;p6"/>
              <p:cNvSpPr/>
              <p:nvPr/>
            </p:nvSpPr>
            <p:spPr>
              <a:xfrm>
                <a:off x="5727497" y="2328700"/>
                <a:ext cx="280292" cy="309035"/>
              </a:xfrm>
              <a:custGeom>
                <a:rect b="b" l="l" r="r" t="t"/>
                <a:pathLst>
                  <a:path extrusionOk="0" h="1688" w="1531">
                    <a:moveTo>
                      <a:pt x="687" y="0"/>
                    </a:moveTo>
                    <a:lnTo>
                      <a:pt x="0" y="1200"/>
                    </a:lnTo>
                    <a:lnTo>
                      <a:pt x="844" y="1688"/>
                    </a:lnTo>
                    <a:lnTo>
                      <a:pt x="1530" y="499"/>
                    </a:lnTo>
                    <a:lnTo>
                      <a:pt x="687" y="0"/>
                    </a:lnTo>
                    <a:close/>
                  </a:path>
                </a:pathLst>
              </a:custGeom>
              <a:solidFill>
                <a:srgbClr val="F5F5F5">
                  <a:alpha val="3416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34" name="Google Shape;134;p6"/>
            <p:cNvGrpSpPr/>
            <p:nvPr/>
          </p:nvGrpSpPr>
          <p:grpSpPr>
            <a:xfrm>
              <a:off x="6319687" y="1294946"/>
              <a:ext cx="853295" cy="797776"/>
              <a:chOff x="5424136" y="2234050"/>
              <a:chExt cx="1184145" cy="1107253"/>
            </a:xfrm>
          </p:grpSpPr>
          <p:sp>
            <p:nvSpPr>
              <p:cNvPr id="135" name="Google Shape;135;p6"/>
              <p:cNvSpPr/>
              <p:nvPr/>
            </p:nvSpPr>
            <p:spPr>
              <a:xfrm>
                <a:off x="5424136" y="2234050"/>
                <a:ext cx="1184145" cy="1107253"/>
              </a:xfrm>
              <a:custGeom>
                <a:rect b="b" l="l" r="r" t="t"/>
                <a:pathLst>
                  <a:path extrusionOk="0" h="6048" w="6468">
                    <a:moveTo>
                      <a:pt x="3300" y="0"/>
                    </a:moveTo>
                    <a:lnTo>
                      <a:pt x="2377" y="532"/>
                    </a:lnTo>
                    <a:lnTo>
                      <a:pt x="1657" y="1717"/>
                    </a:lnTo>
                    <a:lnTo>
                      <a:pt x="1672" y="2280"/>
                    </a:lnTo>
                    <a:lnTo>
                      <a:pt x="705" y="2812"/>
                    </a:lnTo>
                    <a:lnTo>
                      <a:pt x="0" y="4031"/>
                    </a:lnTo>
                    <a:lnTo>
                      <a:pt x="0" y="5156"/>
                    </a:lnTo>
                    <a:lnTo>
                      <a:pt x="1519" y="6048"/>
                    </a:lnTo>
                    <a:lnTo>
                      <a:pt x="5797" y="3577"/>
                    </a:lnTo>
                    <a:lnTo>
                      <a:pt x="6468" y="2392"/>
                    </a:lnTo>
                    <a:lnTo>
                      <a:pt x="6468" y="1282"/>
                    </a:lnTo>
                    <a:lnTo>
                      <a:pt x="4953" y="390"/>
                    </a:lnTo>
                    <a:lnTo>
                      <a:pt x="4470" y="671"/>
                    </a:lnTo>
                    <a:lnTo>
                      <a:pt x="3300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6" name="Google Shape;136;p6"/>
              <p:cNvSpPr/>
              <p:nvPr/>
            </p:nvSpPr>
            <p:spPr>
              <a:xfrm>
                <a:off x="5850342" y="2234050"/>
                <a:ext cx="332469" cy="191682"/>
              </a:xfrm>
              <a:custGeom>
                <a:rect b="b" l="l" r="r" t="t"/>
                <a:pathLst>
                  <a:path extrusionOk="0" h="1047" w="1816">
                    <a:moveTo>
                      <a:pt x="972" y="0"/>
                    </a:moveTo>
                    <a:lnTo>
                      <a:pt x="1" y="562"/>
                    </a:lnTo>
                    <a:lnTo>
                      <a:pt x="844" y="1046"/>
                    </a:lnTo>
                    <a:lnTo>
                      <a:pt x="1815" y="484"/>
                    </a:lnTo>
                    <a:lnTo>
                      <a:pt x="972" y="0"/>
                    </a:lnTo>
                    <a:close/>
                  </a:path>
                </a:pathLst>
              </a:custGeom>
              <a:solidFill>
                <a:srgbClr val="F5F5F5">
                  <a:alpha val="6398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7" name="Google Shape;137;p6"/>
              <p:cNvSpPr/>
              <p:nvPr/>
            </p:nvSpPr>
            <p:spPr>
              <a:xfrm>
                <a:off x="5553206" y="2651281"/>
                <a:ext cx="328990" cy="192414"/>
              </a:xfrm>
              <a:custGeom>
                <a:rect b="b" l="l" r="r" t="t"/>
                <a:pathLst>
                  <a:path extrusionOk="0" h="1051" w="1797">
                    <a:moveTo>
                      <a:pt x="967" y="1"/>
                    </a:moveTo>
                    <a:lnTo>
                      <a:pt x="0" y="533"/>
                    </a:lnTo>
                    <a:lnTo>
                      <a:pt x="829" y="1051"/>
                    </a:lnTo>
                    <a:lnTo>
                      <a:pt x="1796" y="488"/>
                    </a:lnTo>
                    <a:lnTo>
                      <a:pt x="967" y="1"/>
                    </a:lnTo>
                    <a:close/>
                  </a:path>
                </a:pathLst>
              </a:custGeom>
              <a:solidFill>
                <a:srgbClr val="F5F5F5">
                  <a:alpha val="6398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8" name="Google Shape;138;p6"/>
              <p:cNvSpPr/>
              <p:nvPr/>
            </p:nvSpPr>
            <p:spPr>
              <a:xfrm>
                <a:off x="5424136" y="2748861"/>
                <a:ext cx="280841" cy="311781"/>
              </a:xfrm>
              <a:custGeom>
                <a:rect b="b" l="l" r="r" t="t"/>
                <a:pathLst>
                  <a:path extrusionOk="0" h="1703" w="1534">
                    <a:moveTo>
                      <a:pt x="705" y="0"/>
                    </a:moveTo>
                    <a:lnTo>
                      <a:pt x="0" y="1219"/>
                    </a:lnTo>
                    <a:lnTo>
                      <a:pt x="844" y="1702"/>
                    </a:lnTo>
                    <a:lnTo>
                      <a:pt x="1534" y="518"/>
                    </a:lnTo>
                    <a:lnTo>
                      <a:pt x="705" y="0"/>
                    </a:lnTo>
                    <a:close/>
                  </a:path>
                </a:pathLst>
              </a:custGeom>
              <a:solidFill>
                <a:srgbClr val="F5F5F5">
                  <a:alpha val="3416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9" name="Google Shape;139;p6"/>
              <p:cNvSpPr/>
              <p:nvPr/>
            </p:nvSpPr>
            <p:spPr>
              <a:xfrm>
                <a:off x="5727497" y="2548392"/>
                <a:ext cx="154700" cy="192414"/>
              </a:xfrm>
              <a:custGeom>
                <a:rect b="b" l="l" r="r" t="t"/>
                <a:pathLst>
                  <a:path extrusionOk="0" h="1051" w="845">
                    <a:moveTo>
                      <a:pt x="0" y="0"/>
                    </a:moveTo>
                    <a:lnTo>
                      <a:pt x="0" y="563"/>
                    </a:lnTo>
                    <a:lnTo>
                      <a:pt x="844" y="1050"/>
                    </a:lnTo>
                    <a:lnTo>
                      <a:pt x="844" y="48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5F5F5">
                  <a:alpha val="3416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0" name="Google Shape;140;p6"/>
              <p:cNvSpPr/>
              <p:nvPr/>
            </p:nvSpPr>
            <p:spPr>
              <a:xfrm>
                <a:off x="5424136" y="2971848"/>
                <a:ext cx="154517" cy="294755"/>
              </a:xfrm>
              <a:custGeom>
                <a:rect b="b" l="l" r="r" t="t"/>
                <a:pathLst>
                  <a:path extrusionOk="0" h="1610" w="844">
                    <a:moveTo>
                      <a:pt x="0" y="1"/>
                    </a:moveTo>
                    <a:lnTo>
                      <a:pt x="0" y="1126"/>
                    </a:lnTo>
                    <a:lnTo>
                      <a:pt x="844" y="1609"/>
                    </a:lnTo>
                    <a:lnTo>
                      <a:pt x="844" y="484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F5F5F5">
                  <a:alpha val="6398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1" name="Google Shape;141;p6"/>
              <p:cNvSpPr/>
              <p:nvPr/>
            </p:nvSpPr>
            <p:spPr>
              <a:xfrm>
                <a:off x="6242312" y="2305267"/>
                <a:ext cx="243127" cy="191865"/>
              </a:xfrm>
              <a:custGeom>
                <a:rect b="b" l="l" r="r" t="t"/>
                <a:pathLst>
                  <a:path extrusionOk="0" h="1048" w="1328">
                    <a:moveTo>
                      <a:pt x="484" y="1"/>
                    </a:moveTo>
                    <a:lnTo>
                      <a:pt x="1" y="282"/>
                    </a:lnTo>
                    <a:lnTo>
                      <a:pt x="360" y="1047"/>
                    </a:lnTo>
                    <a:lnTo>
                      <a:pt x="1328" y="485"/>
                    </a:lnTo>
                    <a:lnTo>
                      <a:pt x="484" y="1"/>
                    </a:lnTo>
                    <a:close/>
                  </a:path>
                </a:pathLst>
              </a:custGeom>
              <a:solidFill>
                <a:srgbClr val="F5F5F5">
                  <a:alpha val="6398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2" name="Google Shape;142;p6"/>
              <p:cNvSpPr/>
              <p:nvPr/>
            </p:nvSpPr>
            <p:spPr>
              <a:xfrm>
                <a:off x="5727497" y="2328700"/>
                <a:ext cx="280292" cy="309035"/>
              </a:xfrm>
              <a:custGeom>
                <a:rect b="b" l="l" r="r" t="t"/>
                <a:pathLst>
                  <a:path extrusionOk="0" h="1688" w="1531">
                    <a:moveTo>
                      <a:pt x="687" y="0"/>
                    </a:moveTo>
                    <a:lnTo>
                      <a:pt x="0" y="1200"/>
                    </a:lnTo>
                    <a:lnTo>
                      <a:pt x="844" y="1688"/>
                    </a:lnTo>
                    <a:lnTo>
                      <a:pt x="1530" y="499"/>
                    </a:lnTo>
                    <a:lnTo>
                      <a:pt x="687" y="0"/>
                    </a:lnTo>
                    <a:close/>
                  </a:path>
                </a:pathLst>
              </a:custGeom>
              <a:solidFill>
                <a:srgbClr val="F5F5F5">
                  <a:alpha val="3416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143" name="Google Shape;143;p6"/>
          <p:cNvGrpSpPr/>
          <p:nvPr/>
        </p:nvGrpSpPr>
        <p:grpSpPr>
          <a:xfrm>
            <a:off x="399074" y="3862232"/>
            <a:ext cx="314144" cy="1183135"/>
            <a:chOff x="8297005" y="513279"/>
            <a:chExt cx="159084" cy="599177"/>
          </a:xfrm>
        </p:grpSpPr>
        <p:sp>
          <p:nvSpPr>
            <p:cNvPr id="144" name="Google Shape;144;p6"/>
            <p:cNvSpPr/>
            <p:nvPr/>
          </p:nvSpPr>
          <p:spPr>
            <a:xfrm>
              <a:off x="8388526" y="1082678"/>
              <a:ext cx="42392" cy="29778"/>
            </a:xfrm>
            <a:custGeom>
              <a:rect b="b" l="l" r="r" t="t"/>
              <a:pathLst>
                <a:path extrusionOk="0" h="517" w="736">
                  <a:moveTo>
                    <a:pt x="735" y="1"/>
                  </a:moveTo>
                  <a:lnTo>
                    <a:pt x="1" y="216"/>
                  </a:lnTo>
                  <a:lnTo>
                    <a:pt x="194" y="517"/>
                  </a:lnTo>
                  <a:lnTo>
                    <a:pt x="735" y="190"/>
                  </a:lnTo>
                  <a:lnTo>
                    <a:pt x="735" y="1"/>
                  </a:lnTo>
                  <a:close/>
                </a:path>
              </a:pathLst>
            </a:custGeom>
            <a:solidFill>
              <a:srgbClr val="87878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5" name="Google Shape;145;p6"/>
            <p:cNvSpPr/>
            <p:nvPr/>
          </p:nvSpPr>
          <p:spPr>
            <a:xfrm>
              <a:off x="8322751" y="1038732"/>
              <a:ext cx="108168" cy="62090"/>
            </a:xfrm>
            <a:custGeom>
              <a:rect b="b" l="l" r="r" t="t"/>
              <a:pathLst>
                <a:path extrusionOk="0" h="1078" w="1878">
                  <a:moveTo>
                    <a:pt x="546" y="0"/>
                  </a:moveTo>
                  <a:lnTo>
                    <a:pt x="1" y="314"/>
                  </a:lnTo>
                  <a:lnTo>
                    <a:pt x="1" y="764"/>
                  </a:lnTo>
                  <a:lnTo>
                    <a:pt x="546" y="1077"/>
                  </a:lnTo>
                  <a:lnTo>
                    <a:pt x="1336" y="1077"/>
                  </a:lnTo>
                  <a:lnTo>
                    <a:pt x="1877" y="764"/>
                  </a:lnTo>
                  <a:lnTo>
                    <a:pt x="1877" y="314"/>
                  </a:lnTo>
                  <a:lnTo>
                    <a:pt x="1336" y="0"/>
                  </a:lnTo>
                  <a:close/>
                </a:path>
              </a:pathLst>
            </a:custGeom>
            <a:solidFill>
              <a:srgbClr val="F5F5F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6" name="Google Shape;146;p6"/>
            <p:cNvSpPr/>
            <p:nvPr/>
          </p:nvSpPr>
          <p:spPr>
            <a:xfrm>
              <a:off x="8339281" y="1047372"/>
              <a:ext cx="75280" cy="21311"/>
            </a:xfrm>
            <a:custGeom>
              <a:rect b="b" l="l" r="r" t="t"/>
              <a:pathLst>
                <a:path extrusionOk="0" h="370" w="1307">
                  <a:moveTo>
                    <a:pt x="379" y="0"/>
                  </a:moveTo>
                  <a:lnTo>
                    <a:pt x="1" y="219"/>
                  </a:lnTo>
                  <a:lnTo>
                    <a:pt x="1" y="369"/>
                  </a:lnTo>
                  <a:lnTo>
                    <a:pt x="1306" y="369"/>
                  </a:lnTo>
                  <a:lnTo>
                    <a:pt x="1306" y="219"/>
                  </a:lnTo>
                  <a:lnTo>
                    <a:pt x="924" y="0"/>
                  </a:lnTo>
                  <a:close/>
                </a:path>
              </a:pathLst>
            </a:custGeom>
            <a:solidFill>
              <a:srgbClr val="A39C9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7" name="Google Shape;147;p6"/>
            <p:cNvSpPr/>
            <p:nvPr/>
          </p:nvSpPr>
          <p:spPr>
            <a:xfrm>
              <a:off x="8339281" y="1056011"/>
              <a:ext cx="75280" cy="34443"/>
            </a:xfrm>
            <a:custGeom>
              <a:rect b="b" l="l" r="r" t="t"/>
              <a:pathLst>
                <a:path extrusionOk="0" h="598" w="1307">
                  <a:moveTo>
                    <a:pt x="379" y="0"/>
                  </a:moveTo>
                  <a:lnTo>
                    <a:pt x="1" y="219"/>
                  </a:lnTo>
                  <a:lnTo>
                    <a:pt x="1" y="382"/>
                  </a:lnTo>
                  <a:lnTo>
                    <a:pt x="379" y="598"/>
                  </a:lnTo>
                  <a:lnTo>
                    <a:pt x="924" y="598"/>
                  </a:lnTo>
                  <a:lnTo>
                    <a:pt x="1306" y="382"/>
                  </a:lnTo>
                  <a:lnTo>
                    <a:pt x="1306" y="219"/>
                  </a:lnTo>
                  <a:lnTo>
                    <a:pt x="924" y="0"/>
                  </a:lnTo>
                  <a:close/>
                </a:path>
              </a:pathLst>
            </a:custGeom>
            <a:solidFill>
              <a:srgbClr val="5E443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8" name="Google Shape;148;p6"/>
            <p:cNvSpPr/>
            <p:nvPr/>
          </p:nvSpPr>
          <p:spPr>
            <a:xfrm>
              <a:off x="8350224" y="1100764"/>
              <a:ext cx="49476" cy="11692"/>
            </a:xfrm>
            <a:custGeom>
              <a:rect b="b" l="l" r="r" t="t"/>
              <a:pathLst>
                <a:path extrusionOk="0" h="203" w="859">
                  <a:moveTo>
                    <a:pt x="69" y="0"/>
                  </a:moveTo>
                  <a:lnTo>
                    <a:pt x="0" y="26"/>
                  </a:lnTo>
                  <a:lnTo>
                    <a:pt x="69" y="203"/>
                  </a:lnTo>
                  <a:lnTo>
                    <a:pt x="859" y="203"/>
                  </a:lnTo>
                  <a:lnTo>
                    <a:pt x="859" y="0"/>
                  </a:lnTo>
                  <a:close/>
                </a:path>
              </a:pathLst>
            </a:custGeom>
            <a:solidFill>
              <a:srgbClr val="87878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9" name="Google Shape;149;p6"/>
            <p:cNvSpPr/>
            <p:nvPr/>
          </p:nvSpPr>
          <p:spPr>
            <a:xfrm>
              <a:off x="8322751" y="1082678"/>
              <a:ext cx="31448" cy="29778"/>
            </a:xfrm>
            <a:custGeom>
              <a:rect b="b" l="l" r="r" t="t"/>
              <a:pathLst>
                <a:path extrusionOk="0" h="517" w="546">
                  <a:moveTo>
                    <a:pt x="1" y="1"/>
                  </a:moveTo>
                  <a:lnTo>
                    <a:pt x="1" y="190"/>
                  </a:lnTo>
                  <a:lnTo>
                    <a:pt x="546" y="517"/>
                  </a:lnTo>
                  <a:lnTo>
                    <a:pt x="546" y="314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87878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0" name="Google Shape;150;p6"/>
            <p:cNvSpPr/>
            <p:nvPr/>
          </p:nvSpPr>
          <p:spPr>
            <a:xfrm>
              <a:off x="8331390" y="1043397"/>
              <a:ext cx="90889" cy="51780"/>
            </a:xfrm>
            <a:custGeom>
              <a:rect b="b" l="l" r="r" t="t"/>
              <a:pathLst>
                <a:path extrusionOk="0" h="899" w="1578">
                  <a:moveTo>
                    <a:pt x="464" y="1"/>
                  </a:moveTo>
                  <a:lnTo>
                    <a:pt x="1" y="262"/>
                  </a:lnTo>
                  <a:lnTo>
                    <a:pt x="1" y="641"/>
                  </a:lnTo>
                  <a:lnTo>
                    <a:pt x="464" y="898"/>
                  </a:lnTo>
                  <a:lnTo>
                    <a:pt x="1117" y="898"/>
                  </a:lnTo>
                  <a:lnTo>
                    <a:pt x="1577" y="641"/>
                  </a:lnTo>
                  <a:lnTo>
                    <a:pt x="1577" y="262"/>
                  </a:lnTo>
                  <a:lnTo>
                    <a:pt x="1117" y="1"/>
                  </a:lnTo>
                  <a:close/>
                </a:path>
              </a:pathLst>
            </a:custGeom>
            <a:solidFill>
              <a:srgbClr val="2D2C3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1" name="Google Shape;151;p6"/>
            <p:cNvSpPr/>
            <p:nvPr/>
          </p:nvSpPr>
          <p:spPr>
            <a:xfrm>
              <a:off x="8372169" y="968234"/>
              <a:ext cx="9504" cy="120724"/>
            </a:xfrm>
            <a:custGeom>
              <a:rect b="b" l="l" r="r" t="t"/>
              <a:pathLst>
                <a:path extrusionOk="0" h="2096" w="165">
                  <a:moveTo>
                    <a:pt x="1" y="0"/>
                  </a:moveTo>
                  <a:lnTo>
                    <a:pt x="1" y="2096"/>
                  </a:lnTo>
                  <a:lnTo>
                    <a:pt x="164" y="2096"/>
                  </a:lnTo>
                  <a:lnTo>
                    <a:pt x="164" y="0"/>
                  </a:lnTo>
                  <a:close/>
                </a:path>
              </a:pathLst>
            </a:custGeom>
            <a:solidFill>
              <a:srgbClr val="50505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2" name="Google Shape;152;p6"/>
            <p:cNvSpPr/>
            <p:nvPr/>
          </p:nvSpPr>
          <p:spPr>
            <a:xfrm>
              <a:off x="8381614" y="964433"/>
              <a:ext cx="6969" cy="124526"/>
            </a:xfrm>
            <a:custGeom>
              <a:rect b="b" l="l" r="r" t="t"/>
              <a:pathLst>
                <a:path extrusionOk="0" h="2162" w="121">
                  <a:moveTo>
                    <a:pt x="121" y="1"/>
                  </a:moveTo>
                  <a:lnTo>
                    <a:pt x="0" y="66"/>
                  </a:lnTo>
                  <a:lnTo>
                    <a:pt x="0" y="2162"/>
                  </a:lnTo>
                  <a:lnTo>
                    <a:pt x="121" y="2093"/>
                  </a:lnTo>
                  <a:lnTo>
                    <a:pt x="121" y="1"/>
                  </a:lnTo>
                  <a:close/>
                </a:path>
              </a:pathLst>
            </a:custGeom>
            <a:solidFill>
              <a:srgbClr val="50505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3" name="Google Shape;153;p6"/>
            <p:cNvSpPr/>
            <p:nvPr/>
          </p:nvSpPr>
          <p:spPr>
            <a:xfrm>
              <a:off x="8365027" y="964433"/>
              <a:ext cx="7200" cy="124526"/>
            </a:xfrm>
            <a:custGeom>
              <a:rect b="b" l="l" r="r" t="t"/>
              <a:pathLst>
                <a:path extrusionOk="0" h="2162" w="125">
                  <a:moveTo>
                    <a:pt x="1" y="1"/>
                  </a:moveTo>
                  <a:lnTo>
                    <a:pt x="1" y="2093"/>
                  </a:lnTo>
                  <a:lnTo>
                    <a:pt x="125" y="2162"/>
                  </a:lnTo>
                  <a:lnTo>
                    <a:pt x="125" y="66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50505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4" name="Google Shape;154;p6"/>
            <p:cNvSpPr/>
            <p:nvPr/>
          </p:nvSpPr>
          <p:spPr>
            <a:xfrm>
              <a:off x="8365027" y="955044"/>
              <a:ext cx="23557" cy="13247"/>
            </a:xfrm>
            <a:custGeom>
              <a:rect b="b" l="l" r="r" t="t"/>
              <a:pathLst>
                <a:path extrusionOk="0" h="230" w="409">
                  <a:moveTo>
                    <a:pt x="125" y="1"/>
                  </a:moveTo>
                  <a:lnTo>
                    <a:pt x="1" y="66"/>
                  </a:lnTo>
                  <a:lnTo>
                    <a:pt x="1" y="164"/>
                  </a:lnTo>
                  <a:lnTo>
                    <a:pt x="125" y="229"/>
                  </a:lnTo>
                  <a:lnTo>
                    <a:pt x="288" y="229"/>
                  </a:lnTo>
                  <a:lnTo>
                    <a:pt x="409" y="164"/>
                  </a:lnTo>
                  <a:lnTo>
                    <a:pt x="409" y="66"/>
                  </a:lnTo>
                  <a:lnTo>
                    <a:pt x="288" y="1"/>
                  </a:lnTo>
                  <a:close/>
                </a:path>
              </a:pathLst>
            </a:custGeom>
            <a:solidFill>
              <a:srgbClr val="50505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5" name="Google Shape;155;p6"/>
            <p:cNvSpPr/>
            <p:nvPr/>
          </p:nvSpPr>
          <p:spPr>
            <a:xfrm>
              <a:off x="8297005" y="513279"/>
              <a:ext cx="159084" cy="470053"/>
            </a:xfrm>
            <a:custGeom>
              <a:rect b="b" l="l" r="r" t="t"/>
              <a:pathLst>
                <a:path extrusionOk="0" h="8161" w="2762">
                  <a:moveTo>
                    <a:pt x="1388" y="0"/>
                  </a:moveTo>
                  <a:lnTo>
                    <a:pt x="0" y="7031"/>
                  </a:lnTo>
                  <a:lnTo>
                    <a:pt x="0" y="7684"/>
                  </a:lnTo>
                  <a:lnTo>
                    <a:pt x="816" y="8160"/>
                  </a:lnTo>
                  <a:lnTo>
                    <a:pt x="1959" y="8160"/>
                  </a:lnTo>
                  <a:lnTo>
                    <a:pt x="2762" y="7684"/>
                  </a:lnTo>
                  <a:lnTo>
                    <a:pt x="2762" y="7031"/>
                  </a:lnTo>
                  <a:lnTo>
                    <a:pt x="1388" y="0"/>
                  </a:lnTo>
                  <a:close/>
                </a:path>
              </a:pathLst>
            </a:custGeom>
            <a:solidFill>
              <a:srgbClr val="7FA31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6" name="Google Shape;156;p6"/>
            <p:cNvSpPr/>
            <p:nvPr/>
          </p:nvSpPr>
          <p:spPr>
            <a:xfrm>
              <a:off x="8344004" y="513279"/>
              <a:ext cx="112085" cy="470053"/>
            </a:xfrm>
            <a:custGeom>
              <a:rect b="b" l="l" r="r" t="t"/>
              <a:pathLst>
                <a:path extrusionOk="0" h="8161" w="1946">
                  <a:moveTo>
                    <a:pt x="572" y="0"/>
                  </a:moveTo>
                  <a:lnTo>
                    <a:pt x="0" y="8160"/>
                  </a:lnTo>
                  <a:lnTo>
                    <a:pt x="1143" y="8160"/>
                  </a:lnTo>
                  <a:lnTo>
                    <a:pt x="1946" y="7684"/>
                  </a:lnTo>
                  <a:lnTo>
                    <a:pt x="1946" y="7031"/>
                  </a:lnTo>
                  <a:lnTo>
                    <a:pt x="572" y="0"/>
                  </a:lnTo>
                  <a:close/>
                </a:path>
              </a:pathLst>
            </a:custGeom>
            <a:solidFill>
              <a:srgbClr val="2D2C37">
                <a:alpha val="3354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57" name="Google Shape;157;p6"/>
          <p:cNvGrpSpPr/>
          <p:nvPr/>
        </p:nvGrpSpPr>
        <p:grpSpPr>
          <a:xfrm>
            <a:off x="839637" y="4612356"/>
            <a:ext cx="283952" cy="404337"/>
            <a:chOff x="6191950" y="4314625"/>
            <a:chExt cx="330100" cy="470050"/>
          </a:xfrm>
        </p:grpSpPr>
        <p:sp>
          <p:nvSpPr>
            <p:cNvPr id="158" name="Google Shape;158;p6"/>
            <p:cNvSpPr/>
            <p:nvPr/>
          </p:nvSpPr>
          <p:spPr>
            <a:xfrm>
              <a:off x="6191950" y="4601275"/>
              <a:ext cx="330100" cy="183400"/>
            </a:xfrm>
            <a:custGeom>
              <a:rect b="b" l="l" r="r" t="t"/>
              <a:pathLst>
                <a:path extrusionOk="0" h="7336" w="13204">
                  <a:moveTo>
                    <a:pt x="6664" y="1"/>
                  </a:moveTo>
                  <a:cubicBezTo>
                    <a:pt x="6066" y="1"/>
                    <a:pt x="5439" y="145"/>
                    <a:pt x="4949" y="427"/>
                  </a:cubicBezTo>
                  <a:lnTo>
                    <a:pt x="993" y="2711"/>
                  </a:lnTo>
                  <a:cubicBezTo>
                    <a:pt x="95" y="3230"/>
                    <a:pt x="1" y="4017"/>
                    <a:pt x="774" y="4467"/>
                  </a:cubicBezTo>
                  <a:lnTo>
                    <a:pt x="5207" y="7036"/>
                  </a:lnTo>
                  <a:cubicBezTo>
                    <a:pt x="5555" y="7238"/>
                    <a:pt x="6023" y="7336"/>
                    <a:pt x="6514" y="7336"/>
                  </a:cubicBezTo>
                  <a:cubicBezTo>
                    <a:pt x="7119" y="7336"/>
                    <a:pt x="7760" y="7187"/>
                    <a:pt x="8256" y="6902"/>
                  </a:cubicBezTo>
                  <a:lnTo>
                    <a:pt x="12212" y="4618"/>
                  </a:lnTo>
                  <a:cubicBezTo>
                    <a:pt x="13109" y="4099"/>
                    <a:pt x="13204" y="3312"/>
                    <a:pt x="12430" y="2862"/>
                  </a:cubicBezTo>
                  <a:lnTo>
                    <a:pt x="7998" y="306"/>
                  </a:lnTo>
                  <a:cubicBezTo>
                    <a:pt x="7639" y="101"/>
                    <a:pt x="7162" y="1"/>
                    <a:pt x="6664" y="1"/>
                  </a:cubicBezTo>
                  <a:close/>
                </a:path>
              </a:pathLst>
            </a:custGeom>
            <a:solidFill>
              <a:srgbClr val="87878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9" name="Google Shape;159;p6"/>
            <p:cNvSpPr/>
            <p:nvPr/>
          </p:nvSpPr>
          <p:spPr>
            <a:xfrm>
              <a:off x="6191950" y="4593500"/>
              <a:ext cx="330100" cy="183500"/>
            </a:xfrm>
            <a:custGeom>
              <a:rect b="b" l="l" r="r" t="t"/>
              <a:pathLst>
                <a:path extrusionOk="0" h="7340" w="13204">
                  <a:moveTo>
                    <a:pt x="6664" y="0"/>
                  </a:moveTo>
                  <a:cubicBezTo>
                    <a:pt x="6066" y="0"/>
                    <a:pt x="5439" y="144"/>
                    <a:pt x="4949" y="428"/>
                  </a:cubicBezTo>
                  <a:lnTo>
                    <a:pt x="2462" y="1867"/>
                  </a:lnTo>
                  <a:lnTo>
                    <a:pt x="993" y="2725"/>
                  </a:lnTo>
                  <a:cubicBezTo>
                    <a:pt x="95" y="3241"/>
                    <a:pt x="1" y="4031"/>
                    <a:pt x="774" y="4478"/>
                  </a:cubicBezTo>
                  <a:lnTo>
                    <a:pt x="2759" y="5621"/>
                  </a:lnTo>
                  <a:lnTo>
                    <a:pt x="5207" y="7037"/>
                  </a:lnTo>
                  <a:cubicBezTo>
                    <a:pt x="5559" y="7240"/>
                    <a:pt x="6034" y="7339"/>
                    <a:pt x="6532" y="7339"/>
                  </a:cubicBezTo>
                  <a:cubicBezTo>
                    <a:pt x="7132" y="7339"/>
                    <a:pt x="7765" y="7195"/>
                    <a:pt x="8256" y="6913"/>
                  </a:cubicBezTo>
                  <a:lnTo>
                    <a:pt x="12212" y="4628"/>
                  </a:lnTo>
                  <a:cubicBezTo>
                    <a:pt x="13109" y="4113"/>
                    <a:pt x="13204" y="3323"/>
                    <a:pt x="12430" y="2876"/>
                  </a:cubicBezTo>
                  <a:lnTo>
                    <a:pt x="7998" y="303"/>
                  </a:lnTo>
                  <a:cubicBezTo>
                    <a:pt x="7639" y="100"/>
                    <a:pt x="7162" y="0"/>
                    <a:pt x="6664" y="0"/>
                  </a:cubicBezTo>
                  <a:close/>
                </a:path>
              </a:pathLst>
            </a:custGeom>
            <a:solidFill>
              <a:srgbClr val="2D2C3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0" name="Google Shape;160;p6"/>
            <p:cNvSpPr/>
            <p:nvPr/>
          </p:nvSpPr>
          <p:spPr>
            <a:xfrm>
              <a:off x="6248675" y="4639175"/>
              <a:ext cx="218300" cy="105225"/>
            </a:xfrm>
            <a:custGeom>
              <a:rect b="b" l="l" r="r" t="t"/>
              <a:pathLst>
                <a:path extrusionOk="0" h="4209" w="8732">
                  <a:moveTo>
                    <a:pt x="914" y="1"/>
                  </a:moveTo>
                  <a:lnTo>
                    <a:pt x="111" y="1130"/>
                  </a:lnTo>
                  <a:cubicBezTo>
                    <a:pt x="43" y="1319"/>
                    <a:pt x="0" y="1509"/>
                    <a:pt x="0" y="1701"/>
                  </a:cubicBezTo>
                  <a:cubicBezTo>
                    <a:pt x="0" y="2204"/>
                    <a:pt x="275" y="2720"/>
                    <a:pt x="803" y="3154"/>
                  </a:cubicBezTo>
                  <a:cubicBezTo>
                    <a:pt x="846" y="3183"/>
                    <a:pt x="885" y="3209"/>
                    <a:pt x="927" y="3235"/>
                  </a:cubicBezTo>
                  <a:cubicBezTo>
                    <a:pt x="1035" y="3317"/>
                    <a:pt x="1159" y="3399"/>
                    <a:pt x="1280" y="3467"/>
                  </a:cubicBezTo>
                  <a:cubicBezTo>
                    <a:pt x="2136" y="3960"/>
                    <a:pt x="3253" y="4208"/>
                    <a:pt x="4367" y="4208"/>
                  </a:cubicBezTo>
                  <a:cubicBezTo>
                    <a:pt x="5466" y="4208"/>
                    <a:pt x="6562" y="3967"/>
                    <a:pt x="7400" y="3480"/>
                  </a:cubicBezTo>
                  <a:cubicBezTo>
                    <a:pt x="8311" y="2951"/>
                    <a:pt x="8732" y="2243"/>
                    <a:pt x="8650" y="1564"/>
                  </a:cubicBezTo>
                  <a:lnTo>
                    <a:pt x="8666" y="1551"/>
                  </a:lnTo>
                  <a:lnTo>
                    <a:pt x="8650" y="1509"/>
                  </a:lnTo>
                  <a:cubicBezTo>
                    <a:pt x="8611" y="1319"/>
                    <a:pt x="8542" y="1130"/>
                    <a:pt x="8448" y="938"/>
                  </a:cubicBezTo>
                  <a:lnTo>
                    <a:pt x="7752" y="40"/>
                  </a:lnTo>
                  <a:lnTo>
                    <a:pt x="1714" y="1"/>
                  </a:lnTo>
                  <a:close/>
                </a:path>
              </a:pathLst>
            </a:custGeom>
            <a:solidFill>
              <a:srgbClr val="E7363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1" name="Google Shape;161;p6"/>
            <p:cNvSpPr/>
            <p:nvPr/>
          </p:nvSpPr>
          <p:spPr>
            <a:xfrm>
              <a:off x="6248675" y="4678925"/>
              <a:ext cx="217650" cy="65475"/>
            </a:xfrm>
            <a:custGeom>
              <a:rect b="b" l="l" r="r" t="t"/>
              <a:pathLst>
                <a:path extrusionOk="0" h="2619" w="8706">
                  <a:moveTo>
                    <a:pt x="17" y="0"/>
                  </a:moveTo>
                  <a:cubicBezTo>
                    <a:pt x="17" y="43"/>
                    <a:pt x="0" y="69"/>
                    <a:pt x="0" y="111"/>
                  </a:cubicBezTo>
                  <a:cubicBezTo>
                    <a:pt x="0" y="614"/>
                    <a:pt x="275" y="1130"/>
                    <a:pt x="803" y="1564"/>
                  </a:cubicBezTo>
                  <a:cubicBezTo>
                    <a:pt x="846" y="1593"/>
                    <a:pt x="885" y="1619"/>
                    <a:pt x="927" y="1645"/>
                  </a:cubicBezTo>
                  <a:cubicBezTo>
                    <a:pt x="1035" y="1727"/>
                    <a:pt x="1159" y="1809"/>
                    <a:pt x="1280" y="1877"/>
                  </a:cubicBezTo>
                  <a:cubicBezTo>
                    <a:pt x="2136" y="2370"/>
                    <a:pt x="3253" y="2618"/>
                    <a:pt x="4367" y="2618"/>
                  </a:cubicBezTo>
                  <a:cubicBezTo>
                    <a:pt x="5466" y="2618"/>
                    <a:pt x="6562" y="2377"/>
                    <a:pt x="7400" y="1890"/>
                  </a:cubicBezTo>
                  <a:cubicBezTo>
                    <a:pt x="8298" y="1375"/>
                    <a:pt x="8706" y="696"/>
                    <a:pt x="8650" y="13"/>
                  </a:cubicBezTo>
                  <a:lnTo>
                    <a:pt x="8650" y="13"/>
                  </a:lnTo>
                  <a:cubicBezTo>
                    <a:pt x="8598" y="614"/>
                    <a:pt x="8190" y="1198"/>
                    <a:pt x="7400" y="1645"/>
                  </a:cubicBezTo>
                  <a:cubicBezTo>
                    <a:pt x="6556" y="2135"/>
                    <a:pt x="5451" y="2380"/>
                    <a:pt x="4345" y="2380"/>
                  </a:cubicBezTo>
                  <a:cubicBezTo>
                    <a:pt x="3238" y="2380"/>
                    <a:pt x="2130" y="2135"/>
                    <a:pt x="1280" y="1645"/>
                  </a:cubicBezTo>
                  <a:cubicBezTo>
                    <a:pt x="1159" y="1564"/>
                    <a:pt x="1035" y="1499"/>
                    <a:pt x="927" y="1417"/>
                  </a:cubicBezTo>
                  <a:cubicBezTo>
                    <a:pt x="885" y="1388"/>
                    <a:pt x="846" y="1348"/>
                    <a:pt x="803" y="1319"/>
                  </a:cubicBezTo>
                  <a:cubicBezTo>
                    <a:pt x="327" y="927"/>
                    <a:pt x="56" y="464"/>
                    <a:pt x="17" y="0"/>
                  </a:cubicBezTo>
                  <a:close/>
                </a:path>
              </a:pathLst>
            </a:custGeom>
            <a:solidFill>
              <a:srgbClr val="CE181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2" name="Google Shape;162;p6"/>
            <p:cNvSpPr/>
            <p:nvPr/>
          </p:nvSpPr>
          <p:spPr>
            <a:xfrm>
              <a:off x="6465325" y="4677950"/>
              <a:ext cx="25" cy="25"/>
            </a:xfrm>
            <a:custGeom>
              <a:rect b="b" l="l" r="r" t="t"/>
              <a:pathLst>
                <a:path extrusionOk="0" h="1" w="1">
                  <a:moveTo>
                    <a:pt x="0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E181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3" name="Google Shape;163;p6"/>
            <p:cNvSpPr/>
            <p:nvPr/>
          </p:nvSpPr>
          <p:spPr>
            <a:xfrm>
              <a:off x="6268750" y="4327375"/>
              <a:ext cx="176200" cy="366125"/>
            </a:xfrm>
            <a:custGeom>
              <a:rect b="b" l="l" r="r" t="t"/>
              <a:pathLst>
                <a:path extrusionOk="0" h="14645" w="7048">
                  <a:moveTo>
                    <a:pt x="2654" y="1"/>
                  </a:moveTo>
                  <a:lnTo>
                    <a:pt x="150" y="12323"/>
                  </a:lnTo>
                  <a:cubicBezTo>
                    <a:pt x="0" y="12812"/>
                    <a:pt x="177" y="13328"/>
                    <a:pt x="682" y="13749"/>
                  </a:cubicBezTo>
                  <a:cubicBezTo>
                    <a:pt x="803" y="13860"/>
                    <a:pt x="953" y="13968"/>
                    <a:pt x="1117" y="14062"/>
                  </a:cubicBezTo>
                  <a:cubicBezTo>
                    <a:pt x="1782" y="14451"/>
                    <a:pt x="2660" y="14645"/>
                    <a:pt x="3537" y="14645"/>
                  </a:cubicBezTo>
                  <a:cubicBezTo>
                    <a:pt x="4414" y="14645"/>
                    <a:pt x="5291" y="14451"/>
                    <a:pt x="5957" y="14062"/>
                  </a:cubicBezTo>
                  <a:cubicBezTo>
                    <a:pt x="6721" y="13628"/>
                    <a:pt x="7047" y="13031"/>
                    <a:pt x="6936" y="12460"/>
                  </a:cubicBezTo>
                  <a:lnTo>
                    <a:pt x="6936" y="12443"/>
                  </a:lnTo>
                  <a:cubicBezTo>
                    <a:pt x="6936" y="12430"/>
                    <a:pt x="6936" y="12417"/>
                    <a:pt x="6923" y="12404"/>
                  </a:cubicBezTo>
                  <a:lnTo>
                    <a:pt x="4407" y="1"/>
                  </a:lnTo>
                  <a:close/>
                </a:path>
              </a:pathLst>
            </a:custGeom>
            <a:solidFill>
              <a:srgbClr val="E7363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4" name="Google Shape;164;p6"/>
            <p:cNvSpPr/>
            <p:nvPr/>
          </p:nvSpPr>
          <p:spPr>
            <a:xfrm>
              <a:off x="6285800" y="4480725"/>
              <a:ext cx="142425" cy="127925"/>
            </a:xfrm>
            <a:custGeom>
              <a:rect b="b" l="l" r="r" t="t"/>
              <a:pathLst>
                <a:path extrusionOk="0" h="5117" w="5697">
                  <a:moveTo>
                    <a:pt x="719" y="0"/>
                  </a:moveTo>
                  <a:lnTo>
                    <a:pt x="0" y="3564"/>
                  </a:lnTo>
                  <a:cubicBezTo>
                    <a:pt x="40" y="3943"/>
                    <a:pt x="311" y="4325"/>
                    <a:pt x="830" y="4625"/>
                  </a:cubicBezTo>
                  <a:cubicBezTo>
                    <a:pt x="1397" y="4953"/>
                    <a:pt x="2136" y="5116"/>
                    <a:pt x="2870" y="5116"/>
                  </a:cubicBezTo>
                  <a:cubicBezTo>
                    <a:pt x="3597" y="5116"/>
                    <a:pt x="4320" y="4956"/>
                    <a:pt x="4867" y="4638"/>
                  </a:cubicBezTo>
                  <a:cubicBezTo>
                    <a:pt x="5386" y="4338"/>
                    <a:pt x="5657" y="3959"/>
                    <a:pt x="5696" y="3564"/>
                  </a:cubicBezTo>
                  <a:lnTo>
                    <a:pt x="4978" y="26"/>
                  </a:lnTo>
                  <a:cubicBezTo>
                    <a:pt x="4949" y="326"/>
                    <a:pt x="4717" y="614"/>
                    <a:pt x="4338" y="829"/>
                  </a:cubicBezTo>
                  <a:cubicBezTo>
                    <a:pt x="3930" y="1067"/>
                    <a:pt x="3393" y="1187"/>
                    <a:pt x="2853" y="1187"/>
                  </a:cubicBezTo>
                  <a:cubicBezTo>
                    <a:pt x="2314" y="1187"/>
                    <a:pt x="1773" y="1067"/>
                    <a:pt x="1358" y="829"/>
                  </a:cubicBezTo>
                  <a:cubicBezTo>
                    <a:pt x="980" y="597"/>
                    <a:pt x="748" y="287"/>
                    <a:pt x="719" y="0"/>
                  </a:cubicBezTo>
                  <a:close/>
                </a:path>
              </a:pathLst>
            </a:custGeom>
            <a:solidFill>
              <a:srgbClr val="F5F5F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5" name="Google Shape;165;p6"/>
            <p:cNvSpPr/>
            <p:nvPr/>
          </p:nvSpPr>
          <p:spPr>
            <a:xfrm>
              <a:off x="6332725" y="4314625"/>
              <a:ext cx="48250" cy="25325"/>
            </a:xfrm>
            <a:custGeom>
              <a:rect b="b" l="l" r="r" t="t"/>
              <a:pathLst>
                <a:path extrusionOk="0" h="1013" w="1930">
                  <a:moveTo>
                    <a:pt x="971" y="0"/>
                  </a:moveTo>
                  <a:cubicBezTo>
                    <a:pt x="747" y="0"/>
                    <a:pt x="523" y="47"/>
                    <a:pt x="353" y="142"/>
                  </a:cubicBezTo>
                  <a:cubicBezTo>
                    <a:pt x="0" y="348"/>
                    <a:pt x="13" y="661"/>
                    <a:pt x="353" y="863"/>
                  </a:cubicBezTo>
                  <a:cubicBezTo>
                    <a:pt x="525" y="961"/>
                    <a:pt x="754" y="1013"/>
                    <a:pt x="982" y="1013"/>
                  </a:cubicBezTo>
                  <a:cubicBezTo>
                    <a:pt x="1203" y="1013"/>
                    <a:pt x="1423" y="965"/>
                    <a:pt x="1590" y="863"/>
                  </a:cubicBezTo>
                  <a:cubicBezTo>
                    <a:pt x="1929" y="661"/>
                    <a:pt x="1929" y="348"/>
                    <a:pt x="1590" y="142"/>
                  </a:cubicBezTo>
                  <a:cubicBezTo>
                    <a:pt x="1420" y="47"/>
                    <a:pt x="1196" y="0"/>
                    <a:pt x="971" y="0"/>
                  </a:cubicBezTo>
                  <a:close/>
                </a:path>
              </a:pathLst>
            </a:custGeom>
            <a:solidFill>
              <a:srgbClr val="B1282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6" name="Google Shape;166;p6"/>
            <p:cNvSpPr/>
            <p:nvPr/>
          </p:nvSpPr>
          <p:spPr>
            <a:xfrm>
              <a:off x="6340875" y="4318700"/>
              <a:ext cx="32250" cy="17025"/>
            </a:xfrm>
            <a:custGeom>
              <a:rect b="b" l="l" r="r" t="t"/>
              <a:pathLst>
                <a:path extrusionOk="0" h="681" w="1290">
                  <a:moveTo>
                    <a:pt x="645" y="0"/>
                  </a:moveTo>
                  <a:cubicBezTo>
                    <a:pt x="495" y="0"/>
                    <a:pt x="345" y="35"/>
                    <a:pt x="229" y="103"/>
                  </a:cubicBezTo>
                  <a:cubicBezTo>
                    <a:pt x="1" y="240"/>
                    <a:pt x="1" y="443"/>
                    <a:pt x="229" y="580"/>
                  </a:cubicBezTo>
                  <a:cubicBezTo>
                    <a:pt x="345" y="647"/>
                    <a:pt x="495" y="680"/>
                    <a:pt x="645" y="680"/>
                  </a:cubicBezTo>
                  <a:cubicBezTo>
                    <a:pt x="795" y="680"/>
                    <a:pt x="946" y="647"/>
                    <a:pt x="1062" y="580"/>
                  </a:cubicBezTo>
                  <a:cubicBezTo>
                    <a:pt x="1290" y="443"/>
                    <a:pt x="1290" y="240"/>
                    <a:pt x="1062" y="103"/>
                  </a:cubicBezTo>
                  <a:cubicBezTo>
                    <a:pt x="946" y="35"/>
                    <a:pt x="795" y="0"/>
                    <a:pt x="645" y="0"/>
                  </a:cubicBezTo>
                  <a:close/>
                </a:path>
              </a:pathLst>
            </a:custGeom>
            <a:solidFill>
              <a:srgbClr val="50505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7"/>
          <p:cNvSpPr/>
          <p:nvPr/>
        </p:nvSpPr>
        <p:spPr>
          <a:xfrm>
            <a:off x="5492825" y="1139175"/>
            <a:ext cx="3370500" cy="3733200"/>
          </a:xfrm>
          <a:prstGeom prst="roundRect">
            <a:avLst>
              <a:gd fmla="val 0" name="adj"/>
            </a:avLst>
          </a:prstGeom>
          <a:solidFill>
            <a:srgbClr val="5BADFB">
              <a:alpha val="6211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" name="Google Shape;169;p7"/>
          <p:cNvSpPr txBox="1"/>
          <p:nvPr>
            <p:ph type="title"/>
          </p:nvPr>
        </p:nvSpPr>
        <p:spPr>
          <a:xfrm>
            <a:off x="720000" y="521225"/>
            <a:ext cx="77109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700"/>
              <a:buNone/>
              <a:defRPr sz="2700">
                <a:latin typeface="Lexend ExtraBold"/>
                <a:ea typeface="Lexend ExtraBold"/>
                <a:cs typeface="Lexend ExtraBold"/>
                <a:sym typeface="Lexend Extra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170" name="Google Shape;170;p7"/>
          <p:cNvSpPr txBox="1"/>
          <p:nvPr>
            <p:ph idx="1" type="subTitle"/>
          </p:nvPr>
        </p:nvSpPr>
        <p:spPr>
          <a:xfrm>
            <a:off x="720000" y="1541950"/>
            <a:ext cx="4294800" cy="2298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Nunito Light"/>
              <a:buChar char="●"/>
              <a:defRPr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600"/>
              <a:buFont typeface="Nunito Light"/>
              <a:buChar char="○"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E76A28"/>
              </a:buClr>
              <a:buSzPts val="1500"/>
              <a:buFont typeface="Nunito Light"/>
              <a:buChar char="■"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E76A28"/>
              </a:buClr>
              <a:buSzPts val="1500"/>
              <a:buFont typeface="Nunito Light"/>
              <a:buChar char="●"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E76A28"/>
              </a:buClr>
              <a:buSzPts val="1400"/>
              <a:buFont typeface="Nunito Light"/>
              <a:buChar char="○"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999999"/>
              </a:buClr>
              <a:buSzPts val="1400"/>
              <a:buFont typeface="Nunito Light"/>
              <a:buChar char="■"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999999"/>
              </a:buClr>
              <a:buSzPts val="1300"/>
              <a:buFont typeface="Nunito Light"/>
              <a:buChar char="●"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999999"/>
              </a:buClr>
              <a:buSzPts val="1300"/>
              <a:buFont typeface="Nunito Light"/>
              <a:buChar char="○"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rgbClr val="999999"/>
              </a:buClr>
              <a:buSzPts val="1400"/>
              <a:buFont typeface="Nunito Light"/>
              <a:buChar char="■"/>
              <a:defRPr/>
            </a:lvl9pPr>
          </a:lstStyle>
          <a:p/>
        </p:txBody>
      </p:sp>
      <p:sp>
        <p:nvSpPr>
          <p:cNvPr id="171" name="Google Shape;171;p7"/>
          <p:cNvSpPr/>
          <p:nvPr/>
        </p:nvSpPr>
        <p:spPr>
          <a:xfrm>
            <a:off x="280800" y="279300"/>
            <a:ext cx="8582400" cy="45849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" name="Google Shape;172;p7"/>
          <p:cNvSpPr/>
          <p:nvPr/>
        </p:nvSpPr>
        <p:spPr>
          <a:xfrm>
            <a:off x="281825" y="279300"/>
            <a:ext cx="8582400" cy="162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73" name="Google Shape;173;p7"/>
          <p:cNvGrpSpPr/>
          <p:nvPr/>
        </p:nvGrpSpPr>
        <p:grpSpPr>
          <a:xfrm>
            <a:off x="797587" y="4468006"/>
            <a:ext cx="283952" cy="404337"/>
            <a:chOff x="6191950" y="4314625"/>
            <a:chExt cx="330100" cy="470050"/>
          </a:xfrm>
        </p:grpSpPr>
        <p:sp>
          <p:nvSpPr>
            <p:cNvPr id="174" name="Google Shape;174;p7"/>
            <p:cNvSpPr/>
            <p:nvPr/>
          </p:nvSpPr>
          <p:spPr>
            <a:xfrm>
              <a:off x="6191950" y="4601275"/>
              <a:ext cx="330100" cy="183400"/>
            </a:xfrm>
            <a:custGeom>
              <a:rect b="b" l="l" r="r" t="t"/>
              <a:pathLst>
                <a:path extrusionOk="0" h="7336" w="13204">
                  <a:moveTo>
                    <a:pt x="6664" y="1"/>
                  </a:moveTo>
                  <a:cubicBezTo>
                    <a:pt x="6066" y="1"/>
                    <a:pt x="5439" y="145"/>
                    <a:pt x="4949" y="427"/>
                  </a:cubicBezTo>
                  <a:lnTo>
                    <a:pt x="993" y="2711"/>
                  </a:lnTo>
                  <a:cubicBezTo>
                    <a:pt x="95" y="3230"/>
                    <a:pt x="1" y="4017"/>
                    <a:pt x="774" y="4467"/>
                  </a:cubicBezTo>
                  <a:lnTo>
                    <a:pt x="5207" y="7036"/>
                  </a:lnTo>
                  <a:cubicBezTo>
                    <a:pt x="5555" y="7238"/>
                    <a:pt x="6023" y="7336"/>
                    <a:pt x="6514" y="7336"/>
                  </a:cubicBezTo>
                  <a:cubicBezTo>
                    <a:pt x="7119" y="7336"/>
                    <a:pt x="7760" y="7187"/>
                    <a:pt x="8256" y="6902"/>
                  </a:cubicBezTo>
                  <a:lnTo>
                    <a:pt x="12212" y="4618"/>
                  </a:lnTo>
                  <a:cubicBezTo>
                    <a:pt x="13109" y="4099"/>
                    <a:pt x="13204" y="3312"/>
                    <a:pt x="12430" y="2862"/>
                  </a:cubicBezTo>
                  <a:lnTo>
                    <a:pt x="7998" y="306"/>
                  </a:lnTo>
                  <a:cubicBezTo>
                    <a:pt x="7639" y="101"/>
                    <a:pt x="7162" y="1"/>
                    <a:pt x="6664" y="1"/>
                  </a:cubicBezTo>
                  <a:close/>
                </a:path>
              </a:pathLst>
            </a:custGeom>
            <a:solidFill>
              <a:srgbClr val="87878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5" name="Google Shape;175;p7"/>
            <p:cNvSpPr/>
            <p:nvPr/>
          </p:nvSpPr>
          <p:spPr>
            <a:xfrm>
              <a:off x="6191950" y="4593500"/>
              <a:ext cx="330100" cy="183500"/>
            </a:xfrm>
            <a:custGeom>
              <a:rect b="b" l="l" r="r" t="t"/>
              <a:pathLst>
                <a:path extrusionOk="0" h="7340" w="13204">
                  <a:moveTo>
                    <a:pt x="6664" y="0"/>
                  </a:moveTo>
                  <a:cubicBezTo>
                    <a:pt x="6066" y="0"/>
                    <a:pt x="5439" y="144"/>
                    <a:pt x="4949" y="428"/>
                  </a:cubicBezTo>
                  <a:lnTo>
                    <a:pt x="2462" y="1867"/>
                  </a:lnTo>
                  <a:lnTo>
                    <a:pt x="993" y="2725"/>
                  </a:lnTo>
                  <a:cubicBezTo>
                    <a:pt x="95" y="3241"/>
                    <a:pt x="1" y="4031"/>
                    <a:pt x="774" y="4478"/>
                  </a:cubicBezTo>
                  <a:lnTo>
                    <a:pt x="2759" y="5621"/>
                  </a:lnTo>
                  <a:lnTo>
                    <a:pt x="5207" y="7037"/>
                  </a:lnTo>
                  <a:cubicBezTo>
                    <a:pt x="5559" y="7240"/>
                    <a:pt x="6034" y="7339"/>
                    <a:pt x="6532" y="7339"/>
                  </a:cubicBezTo>
                  <a:cubicBezTo>
                    <a:pt x="7132" y="7339"/>
                    <a:pt x="7765" y="7195"/>
                    <a:pt x="8256" y="6913"/>
                  </a:cubicBezTo>
                  <a:lnTo>
                    <a:pt x="12212" y="4628"/>
                  </a:lnTo>
                  <a:cubicBezTo>
                    <a:pt x="13109" y="4113"/>
                    <a:pt x="13204" y="3323"/>
                    <a:pt x="12430" y="2876"/>
                  </a:cubicBezTo>
                  <a:lnTo>
                    <a:pt x="7998" y="303"/>
                  </a:lnTo>
                  <a:cubicBezTo>
                    <a:pt x="7639" y="100"/>
                    <a:pt x="7162" y="0"/>
                    <a:pt x="6664" y="0"/>
                  </a:cubicBezTo>
                  <a:close/>
                </a:path>
              </a:pathLst>
            </a:custGeom>
            <a:solidFill>
              <a:srgbClr val="2D2C3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6" name="Google Shape;176;p7"/>
            <p:cNvSpPr/>
            <p:nvPr/>
          </p:nvSpPr>
          <p:spPr>
            <a:xfrm>
              <a:off x="6248675" y="4639175"/>
              <a:ext cx="218300" cy="105225"/>
            </a:xfrm>
            <a:custGeom>
              <a:rect b="b" l="l" r="r" t="t"/>
              <a:pathLst>
                <a:path extrusionOk="0" h="4209" w="8732">
                  <a:moveTo>
                    <a:pt x="914" y="1"/>
                  </a:moveTo>
                  <a:lnTo>
                    <a:pt x="111" y="1130"/>
                  </a:lnTo>
                  <a:cubicBezTo>
                    <a:pt x="43" y="1319"/>
                    <a:pt x="0" y="1509"/>
                    <a:pt x="0" y="1701"/>
                  </a:cubicBezTo>
                  <a:cubicBezTo>
                    <a:pt x="0" y="2204"/>
                    <a:pt x="275" y="2720"/>
                    <a:pt x="803" y="3154"/>
                  </a:cubicBezTo>
                  <a:cubicBezTo>
                    <a:pt x="846" y="3183"/>
                    <a:pt x="885" y="3209"/>
                    <a:pt x="927" y="3235"/>
                  </a:cubicBezTo>
                  <a:cubicBezTo>
                    <a:pt x="1035" y="3317"/>
                    <a:pt x="1159" y="3399"/>
                    <a:pt x="1280" y="3467"/>
                  </a:cubicBezTo>
                  <a:cubicBezTo>
                    <a:pt x="2136" y="3960"/>
                    <a:pt x="3253" y="4208"/>
                    <a:pt x="4367" y="4208"/>
                  </a:cubicBezTo>
                  <a:cubicBezTo>
                    <a:pt x="5466" y="4208"/>
                    <a:pt x="6562" y="3967"/>
                    <a:pt x="7400" y="3480"/>
                  </a:cubicBezTo>
                  <a:cubicBezTo>
                    <a:pt x="8311" y="2951"/>
                    <a:pt x="8732" y="2243"/>
                    <a:pt x="8650" y="1564"/>
                  </a:cubicBezTo>
                  <a:lnTo>
                    <a:pt x="8666" y="1551"/>
                  </a:lnTo>
                  <a:lnTo>
                    <a:pt x="8650" y="1509"/>
                  </a:lnTo>
                  <a:cubicBezTo>
                    <a:pt x="8611" y="1319"/>
                    <a:pt x="8542" y="1130"/>
                    <a:pt x="8448" y="938"/>
                  </a:cubicBezTo>
                  <a:lnTo>
                    <a:pt x="7752" y="40"/>
                  </a:lnTo>
                  <a:lnTo>
                    <a:pt x="1714" y="1"/>
                  </a:lnTo>
                  <a:close/>
                </a:path>
              </a:pathLst>
            </a:custGeom>
            <a:solidFill>
              <a:srgbClr val="E7363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7" name="Google Shape;177;p7"/>
            <p:cNvSpPr/>
            <p:nvPr/>
          </p:nvSpPr>
          <p:spPr>
            <a:xfrm>
              <a:off x="6248675" y="4678925"/>
              <a:ext cx="217650" cy="65475"/>
            </a:xfrm>
            <a:custGeom>
              <a:rect b="b" l="l" r="r" t="t"/>
              <a:pathLst>
                <a:path extrusionOk="0" h="2619" w="8706">
                  <a:moveTo>
                    <a:pt x="17" y="0"/>
                  </a:moveTo>
                  <a:cubicBezTo>
                    <a:pt x="17" y="43"/>
                    <a:pt x="0" y="69"/>
                    <a:pt x="0" y="111"/>
                  </a:cubicBezTo>
                  <a:cubicBezTo>
                    <a:pt x="0" y="614"/>
                    <a:pt x="275" y="1130"/>
                    <a:pt x="803" y="1564"/>
                  </a:cubicBezTo>
                  <a:cubicBezTo>
                    <a:pt x="846" y="1593"/>
                    <a:pt x="885" y="1619"/>
                    <a:pt x="927" y="1645"/>
                  </a:cubicBezTo>
                  <a:cubicBezTo>
                    <a:pt x="1035" y="1727"/>
                    <a:pt x="1159" y="1809"/>
                    <a:pt x="1280" y="1877"/>
                  </a:cubicBezTo>
                  <a:cubicBezTo>
                    <a:pt x="2136" y="2370"/>
                    <a:pt x="3253" y="2618"/>
                    <a:pt x="4367" y="2618"/>
                  </a:cubicBezTo>
                  <a:cubicBezTo>
                    <a:pt x="5466" y="2618"/>
                    <a:pt x="6562" y="2377"/>
                    <a:pt x="7400" y="1890"/>
                  </a:cubicBezTo>
                  <a:cubicBezTo>
                    <a:pt x="8298" y="1375"/>
                    <a:pt x="8706" y="696"/>
                    <a:pt x="8650" y="13"/>
                  </a:cubicBezTo>
                  <a:lnTo>
                    <a:pt x="8650" y="13"/>
                  </a:lnTo>
                  <a:cubicBezTo>
                    <a:pt x="8598" y="614"/>
                    <a:pt x="8190" y="1198"/>
                    <a:pt x="7400" y="1645"/>
                  </a:cubicBezTo>
                  <a:cubicBezTo>
                    <a:pt x="6556" y="2135"/>
                    <a:pt x="5451" y="2380"/>
                    <a:pt x="4345" y="2380"/>
                  </a:cubicBezTo>
                  <a:cubicBezTo>
                    <a:pt x="3238" y="2380"/>
                    <a:pt x="2130" y="2135"/>
                    <a:pt x="1280" y="1645"/>
                  </a:cubicBezTo>
                  <a:cubicBezTo>
                    <a:pt x="1159" y="1564"/>
                    <a:pt x="1035" y="1499"/>
                    <a:pt x="927" y="1417"/>
                  </a:cubicBezTo>
                  <a:cubicBezTo>
                    <a:pt x="885" y="1388"/>
                    <a:pt x="846" y="1348"/>
                    <a:pt x="803" y="1319"/>
                  </a:cubicBezTo>
                  <a:cubicBezTo>
                    <a:pt x="327" y="927"/>
                    <a:pt x="56" y="464"/>
                    <a:pt x="17" y="0"/>
                  </a:cubicBezTo>
                  <a:close/>
                </a:path>
              </a:pathLst>
            </a:custGeom>
            <a:solidFill>
              <a:srgbClr val="CE181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8" name="Google Shape;178;p7"/>
            <p:cNvSpPr/>
            <p:nvPr/>
          </p:nvSpPr>
          <p:spPr>
            <a:xfrm>
              <a:off x="6465325" y="4677950"/>
              <a:ext cx="25" cy="25"/>
            </a:xfrm>
            <a:custGeom>
              <a:rect b="b" l="l" r="r" t="t"/>
              <a:pathLst>
                <a:path extrusionOk="0" h="1" w="1">
                  <a:moveTo>
                    <a:pt x="0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E181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9" name="Google Shape;179;p7"/>
            <p:cNvSpPr/>
            <p:nvPr/>
          </p:nvSpPr>
          <p:spPr>
            <a:xfrm>
              <a:off x="6268750" y="4327375"/>
              <a:ext cx="176200" cy="366125"/>
            </a:xfrm>
            <a:custGeom>
              <a:rect b="b" l="l" r="r" t="t"/>
              <a:pathLst>
                <a:path extrusionOk="0" h="14645" w="7048">
                  <a:moveTo>
                    <a:pt x="2654" y="1"/>
                  </a:moveTo>
                  <a:lnTo>
                    <a:pt x="150" y="12323"/>
                  </a:lnTo>
                  <a:cubicBezTo>
                    <a:pt x="0" y="12812"/>
                    <a:pt x="177" y="13328"/>
                    <a:pt x="682" y="13749"/>
                  </a:cubicBezTo>
                  <a:cubicBezTo>
                    <a:pt x="803" y="13860"/>
                    <a:pt x="953" y="13968"/>
                    <a:pt x="1117" y="14062"/>
                  </a:cubicBezTo>
                  <a:cubicBezTo>
                    <a:pt x="1782" y="14451"/>
                    <a:pt x="2660" y="14645"/>
                    <a:pt x="3537" y="14645"/>
                  </a:cubicBezTo>
                  <a:cubicBezTo>
                    <a:pt x="4414" y="14645"/>
                    <a:pt x="5291" y="14451"/>
                    <a:pt x="5957" y="14062"/>
                  </a:cubicBezTo>
                  <a:cubicBezTo>
                    <a:pt x="6721" y="13628"/>
                    <a:pt x="7047" y="13031"/>
                    <a:pt x="6936" y="12460"/>
                  </a:cubicBezTo>
                  <a:lnTo>
                    <a:pt x="6936" y="12443"/>
                  </a:lnTo>
                  <a:cubicBezTo>
                    <a:pt x="6936" y="12430"/>
                    <a:pt x="6936" y="12417"/>
                    <a:pt x="6923" y="12404"/>
                  </a:cubicBezTo>
                  <a:lnTo>
                    <a:pt x="4407" y="1"/>
                  </a:lnTo>
                  <a:close/>
                </a:path>
              </a:pathLst>
            </a:custGeom>
            <a:solidFill>
              <a:srgbClr val="E7363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0" name="Google Shape;180;p7"/>
            <p:cNvSpPr/>
            <p:nvPr/>
          </p:nvSpPr>
          <p:spPr>
            <a:xfrm>
              <a:off x="6285800" y="4480725"/>
              <a:ext cx="142425" cy="127925"/>
            </a:xfrm>
            <a:custGeom>
              <a:rect b="b" l="l" r="r" t="t"/>
              <a:pathLst>
                <a:path extrusionOk="0" h="5117" w="5697">
                  <a:moveTo>
                    <a:pt x="719" y="0"/>
                  </a:moveTo>
                  <a:lnTo>
                    <a:pt x="0" y="3564"/>
                  </a:lnTo>
                  <a:cubicBezTo>
                    <a:pt x="40" y="3943"/>
                    <a:pt x="311" y="4325"/>
                    <a:pt x="830" y="4625"/>
                  </a:cubicBezTo>
                  <a:cubicBezTo>
                    <a:pt x="1397" y="4953"/>
                    <a:pt x="2136" y="5116"/>
                    <a:pt x="2870" y="5116"/>
                  </a:cubicBezTo>
                  <a:cubicBezTo>
                    <a:pt x="3597" y="5116"/>
                    <a:pt x="4320" y="4956"/>
                    <a:pt x="4867" y="4638"/>
                  </a:cubicBezTo>
                  <a:cubicBezTo>
                    <a:pt x="5386" y="4338"/>
                    <a:pt x="5657" y="3959"/>
                    <a:pt x="5696" y="3564"/>
                  </a:cubicBezTo>
                  <a:lnTo>
                    <a:pt x="4978" y="26"/>
                  </a:lnTo>
                  <a:cubicBezTo>
                    <a:pt x="4949" y="326"/>
                    <a:pt x="4717" y="614"/>
                    <a:pt x="4338" y="829"/>
                  </a:cubicBezTo>
                  <a:cubicBezTo>
                    <a:pt x="3930" y="1067"/>
                    <a:pt x="3393" y="1187"/>
                    <a:pt x="2853" y="1187"/>
                  </a:cubicBezTo>
                  <a:cubicBezTo>
                    <a:pt x="2314" y="1187"/>
                    <a:pt x="1773" y="1067"/>
                    <a:pt x="1358" y="829"/>
                  </a:cubicBezTo>
                  <a:cubicBezTo>
                    <a:pt x="980" y="597"/>
                    <a:pt x="748" y="287"/>
                    <a:pt x="719" y="0"/>
                  </a:cubicBezTo>
                  <a:close/>
                </a:path>
              </a:pathLst>
            </a:custGeom>
            <a:solidFill>
              <a:srgbClr val="F5F5F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1" name="Google Shape;181;p7"/>
            <p:cNvSpPr/>
            <p:nvPr/>
          </p:nvSpPr>
          <p:spPr>
            <a:xfrm>
              <a:off x="6332725" y="4314625"/>
              <a:ext cx="48250" cy="25325"/>
            </a:xfrm>
            <a:custGeom>
              <a:rect b="b" l="l" r="r" t="t"/>
              <a:pathLst>
                <a:path extrusionOk="0" h="1013" w="1930">
                  <a:moveTo>
                    <a:pt x="971" y="0"/>
                  </a:moveTo>
                  <a:cubicBezTo>
                    <a:pt x="747" y="0"/>
                    <a:pt x="523" y="47"/>
                    <a:pt x="353" y="142"/>
                  </a:cubicBezTo>
                  <a:cubicBezTo>
                    <a:pt x="0" y="348"/>
                    <a:pt x="13" y="661"/>
                    <a:pt x="353" y="863"/>
                  </a:cubicBezTo>
                  <a:cubicBezTo>
                    <a:pt x="525" y="961"/>
                    <a:pt x="754" y="1013"/>
                    <a:pt x="982" y="1013"/>
                  </a:cubicBezTo>
                  <a:cubicBezTo>
                    <a:pt x="1203" y="1013"/>
                    <a:pt x="1423" y="965"/>
                    <a:pt x="1590" y="863"/>
                  </a:cubicBezTo>
                  <a:cubicBezTo>
                    <a:pt x="1929" y="661"/>
                    <a:pt x="1929" y="348"/>
                    <a:pt x="1590" y="142"/>
                  </a:cubicBezTo>
                  <a:cubicBezTo>
                    <a:pt x="1420" y="47"/>
                    <a:pt x="1196" y="0"/>
                    <a:pt x="971" y="0"/>
                  </a:cubicBezTo>
                  <a:close/>
                </a:path>
              </a:pathLst>
            </a:custGeom>
            <a:solidFill>
              <a:srgbClr val="B1282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2" name="Google Shape;182;p7"/>
            <p:cNvSpPr/>
            <p:nvPr/>
          </p:nvSpPr>
          <p:spPr>
            <a:xfrm>
              <a:off x="6340875" y="4318700"/>
              <a:ext cx="32250" cy="17025"/>
            </a:xfrm>
            <a:custGeom>
              <a:rect b="b" l="l" r="r" t="t"/>
              <a:pathLst>
                <a:path extrusionOk="0" h="681" w="1290">
                  <a:moveTo>
                    <a:pt x="645" y="0"/>
                  </a:moveTo>
                  <a:cubicBezTo>
                    <a:pt x="495" y="0"/>
                    <a:pt x="345" y="35"/>
                    <a:pt x="229" y="103"/>
                  </a:cubicBezTo>
                  <a:cubicBezTo>
                    <a:pt x="1" y="240"/>
                    <a:pt x="1" y="443"/>
                    <a:pt x="229" y="580"/>
                  </a:cubicBezTo>
                  <a:cubicBezTo>
                    <a:pt x="345" y="647"/>
                    <a:pt x="495" y="680"/>
                    <a:pt x="645" y="680"/>
                  </a:cubicBezTo>
                  <a:cubicBezTo>
                    <a:pt x="795" y="680"/>
                    <a:pt x="946" y="647"/>
                    <a:pt x="1062" y="580"/>
                  </a:cubicBezTo>
                  <a:cubicBezTo>
                    <a:pt x="1290" y="443"/>
                    <a:pt x="1290" y="240"/>
                    <a:pt x="1062" y="103"/>
                  </a:cubicBezTo>
                  <a:cubicBezTo>
                    <a:pt x="946" y="35"/>
                    <a:pt x="795" y="0"/>
                    <a:pt x="645" y="0"/>
                  </a:cubicBezTo>
                  <a:close/>
                </a:path>
              </a:pathLst>
            </a:custGeom>
            <a:solidFill>
              <a:srgbClr val="50505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83" name="Google Shape;183;p7"/>
          <p:cNvGrpSpPr/>
          <p:nvPr/>
        </p:nvGrpSpPr>
        <p:grpSpPr>
          <a:xfrm>
            <a:off x="405849" y="3840257"/>
            <a:ext cx="314144" cy="1183135"/>
            <a:chOff x="8297005" y="513279"/>
            <a:chExt cx="159084" cy="599177"/>
          </a:xfrm>
        </p:grpSpPr>
        <p:sp>
          <p:nvSpPr>
            <p:cNvPr id="184" name="Google Shape;184;p7"/>
            <p:cNvSpPr/>
            <p:nvPr/>
          </p:nvSpPr>
          <p:spPr>
            <a:xfrm>
              <a:off x="8388526" y="1082678"/>
              <a:ext cx="42392" cy="29778"/>
            </a:xfrm>
            <a:custGeom>
              <a:rect b="b" l="l" r="r" t="t"/>
              <a:pathLst>
                <a:path extrusionOk="0" h="517" w="736">
                  <a:moveTo>
                    <a:pt x="735" y="1"/>
                  </a:moveTo>
                  <a:lnTo>
                    <a:pt x="1" y="216"/>
                  </a:lnTo>
                  <a:lnTo>
                    <a:pt x="194" y="517"/>
                  </a:lnTo>
                  <a:lnTo>
                    <a:pt x="735" y="190"/>
                  </a:lnTo>
                  <a:lnTo>
                    <a:pt x="735" y="1"/>
                  </a:lnTo>
                  <a:close/>
                </a:path>
              </a:pathLst>
            </a:custGeom>
            <a:solidFill>
              <a:srgbClr val="87878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5" name="Google Shape;185;p7"/>
            <p:cNvSpPr/>
            <p:nvPr/>
          </p:nvSpPr>
          <p:spPr>
            <a:xfrm>
              <a:off x="8322751" y="1038732"/>
              <a:ext cx="108168" cy="62090"/>
            </a:xfrm>
            <a:custGeom>
              <a:rect b="b" l="l" r="r" t="t"/>
              <a:pathLst>
                <a:path extrusionOk="0" h="1078" w="1878">
                  <a:moveTo>
                    <a:pt x="546" y="0"/>
                  </a:moveTo>
                  <a:lnTo>
                    <a:pt x="1" y="314"/>
                  </a:lnTo>
                  <a:lnTo>
                    <a:pt x="1" y="764"/>
                  </a:lnTo>
                  <a:lnTo>
                    <a:pt x="546" y="1077"/>
                  </a:lnTo>
                  <a:lnTo>
                    <a:pt x="1336" y="1077"/>
                  </a:lnTo>
                  <a:lnTo>
                    <a:pt x="1877" y="764"/>
                  </a:lnTo>
                  <a:lnTo>
                    <a:pt x="1877" y="314"/>
                  </a:lnTo>
                  <a:lnTo>
                    <a:pt x="1336" y="0"/>
                  </a:lnTo>
                  <a:close/>
                </a:path>
              </a:pathLst>
            </a:custGeom>
            <a:solidFill>
              <a:srgbClr val="F5F5F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6" name="Google Shape;186;p7"/>
            <p:cNvSpPr/>
            <p:nvPr/>
          </p:nvSpPr>
          <p:spPr>
            <a:xfrm>
              <a:off x="8339281" y="1047372"/>
              <a:ext cx="75280" cy="21311"/>
            </a:xfrm>
            <a:custGeom>
              <a:rect b="b" l="l" r="r" t="t"/>
              <a:pathLst>
                <a:path extrusionOk="0" h="370" w="1307">
                  <a:moveTo>
                    <a:pt x="379" y="0"/>
                  </a:moveTo>
                  <a:lnTo>
                    <a:pt x="1" y="219"/>
                  </a:lnTo>
                  <a:lnTo>
                    <a:pt x="1" y="369"/>
                  </a:lnTo>
                  <a:lnTo>
                    <a:pt x="1306" y="369"/>
                  </a:lnTo>
                  <a:lnTo>
                    <a:pt x="1306" y="219"/>
                  </a:lnTo>
                  <a:lnTo>
                    <a:pt x="924" y="0"/>
                  </a:lnTo>
                  <a:close/>
                </a:path>
              </a:pathLst>
            </a:custGeom>
            <a:solidFill>
              <a:srgbClr val="A39C9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7" name="Google Shape;187;p7"/>
            <p:cNvSpPr/>
            <p:nvPr/>
          </p:nvSpPr>
          <p:spPr>
            <a:xfrm>
              <a:off x="8339281" y="1056011"/>
              <a:ext cx="75280" cy="34443"/>
            </a:xfrm>
            <a:custGeom>
              <a:rect b="b" l="l" r="r" t="t"/>
              <a:pathLst>
                <a:path extrusionOk="0" h="598" w="1307">
                  <a:moveTo>
                    <a:pt x="379" y="0"/>
                  </a:moveTo>
                  <a:lnTo>
                    <a:pt x="1" y="219"/>
                  </a:lnTo>
                  <a:lnTo>
                    <a:pt x="1" y="382"/>
                  </a:lnTo>
                  <a:lnTo>
                    <a:pt x="379" y="598"/>
                  </a:lnTo>
                  <a:lnTo>
                    <a:pt x="924" y="598"/>
                  </a:lnTo>
                  <a:lnTo>
                    <a:pt x="1306" y="382"/>
                  </a:lnTo>
                  <a:lnTo>
                    <a:pt x="1306" y="219"/>
                  </a:lnTo>
                  <a:lnTo>
                    <a:pt x="924" y="0"/>
                  </a:lnTo>
                  <a:close/>
                </a:path>
              </a:pathLst>
            </a:custGeom>
            <a:solidFill>
              <a:srgbClr val="5E443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8" name="Google Shape;188;p7"/>
            <p:cNvSpPr/>
            <p:nvPr/>
          </p:nvSpPr>
          <p:spPr>
            <a:xfrm>
              <a:off x="8350224" y="1100764"/>
              <a:ext cx="49476" cy="11692"/>
            </a:xfrm>
            <a:custGeom>
              <a:rect b="b" l="l" r="r" t="t"/>
              <a:pathLst>
                <a:path extrusionOk="0" h="203" w="859">
                  <a:moveTo>
                    <a:pt x="69" y="0"/>
                  </a:moveTo>
                  <a:lnTo>
                    <a:pt x="0" y="26"/>
                  </a:lnTo>
                  <a:lnTo>
                    <a:pt x="69" y="203"/>
                  </a:lnTo>
                  <a:lnTo>
                    <a:pt x="859" y="203"/>
                  </a:lnTo>
                  <a:lnTo>
                    <a:pt x="859" y="0"/>
                  </a:lnTo>
                  <a:close/>
                </a:path>
              </a:pathLst>
            </a:custGeom>
            <a:solidFill>
              <a:srgbClr val="87878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9" name="Google Shape;189;p7"/>
            <p:cNvSpPr/>
            <p:nvPr/>
          </p:nvSpPr>
          <p:spPr>
            <a:xfrm>
              <a:off x="8322751" y="1082678"/>
              <a:ext cx="31448" cy="29778"/>
            </a:xfrm>
            <a:custGeom>
              <a:rect b="b" l="l" r="r" t="t"/>
              <a:pathLst>
                <a:path extrusionOk="0" h="517" w="546">
                  <a:moveTo>
                    <a:pt x="1" y="1"/>
                  </a:moveTo>
                  <a:lnTo>
                    <a:pt x="1" y="190"/>
                  </a:lnTo>
                  <a:lnTo>
                    <a:pt x="546" y="517"/>
                  </a:lnTo>
                  <a:lnTo>
                    <a:pt x="546" y="314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87878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0" name="Google Shape;190;p7"/>
            <p:cNvSpPr/>
            <p:nvPr/>
          </p:nvSpPr>
          <p:spPr>
            <a:xfrm>
              <a:off x="8331390" y="1043397"/>
              <a:ext cx="90889" cy="51780"/>
            </a:xfrm>
            <a:custGeom>
              <a:rect b="b" l="l" r="r" t="t"/>
              <a:pathLst>
                <a:path extrusionOk="0" h="899" w="1578">
                  <a:moveTo>
                    <a:pt x="464" y="1"/>
                  </a:moveTo>
                  <a:lnTo>
                    <a:pt x="1" y="262"/>
                  </a:lnTo>
                  <a:lnTo>
                    <a:pt x="1" y="641"/>
                  </a:lnTo>
                  <a:lnTo>
                    <a:pt x="464" y="898"/>
                  </a:lnTo>
                  <a:lnTo>
                    <a:pt x="1117" y="898"/>
                  </a:lnTo>
                  <a:lnTo>
                    <a:pt x="1577" y="641"/>
                  </a:lnTo>
                  <a:lnTo>
                    <a:pt x="1577" y="262"/>
                  </a:lnTo>
                  <a:lnTo>
                    <a:pt x="1117" y="1"/>
                  </a:lnTo>
                  <a:close/>
                </a:path>
              </a:pathLst>
            </a:custGeom>
            <a:solidFill>
              <a:srgbClr val="2D2C3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1" name="Google Shape;191;p7"/>
            <p:cNvSpPr/>
            <p:nvPr/>
          </p:nvSpPr>
          <p:spPr>
            <a:xfrm>
              <a:off x="8372169" y="968234"/>
              <a:ext cx="9504" cy="120724"/>
            </a:xfrm>
            <a:custGeom>
              <a:rect b="b" l="l" r="r" t="t"/>
              <a:pathLst>
                <a:path extrusionOk="0" h="2096" w="165">
                  <a:moveTo>
                    <a:pt x="1" y="0"/>
                  </a:moveTo>
                  <a:lnTo>
                    <a:pt x="1" y="2096"/>
                  </a:lnTo>
                  <a:lnTo>
                    <a:pt x="164" y="2096"/>
                  </a:lnTo>
                  <a:lnTo>
                    <a:pt x="164" y="0"/>
                  </a:lnTo>
                  <a:close/>
                </a:path>
              </a:pathLst>
            </a:custGeom>
            <a:solidFill>
              <a:srgbClr val="50505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2" name="Google Shape;192;p7"/>
            <p:cNvSpPr/>
            <p:nvPr/>
          </p:nvSpPr>
          <p:spPr>
            <a:xfrm>
              <a:off x="8381614" y="964433"/>
              <a:ext cx="6969" cy="124526"/>
            </a:xfrm>
            <a:custGeom>
              <a:rect b="b" l="l" r="r" t="t"/>
              <a:pathLst>
                <a:path extrusionOk="0" h="2162" w="121">
                  <a:moveTo>
                    <a:pt x="121" y="1"/>
                  </a:moveTo>
                  <a:lnTo>
                    <a:pt x="0" y="66"/>
                  </a:lnTo>
                  <a:lnTo>
                    <a:pt x="0" y="2162"/>
                  </a:lnTo>
                  <a:lnTo>
                    <a:pt x="121" y="2093"/>
                  </a:lnTo>
                  <a:lnTo>
                    <a:pt x="121" y="1"/>
                  </a:lnTo>
                  <a:close/>
                </a:path>
              </a:pathLst>
            </a:custGeom>
            <a:solidFill>
              <a:srgbClr val="50505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3" name="Google Shape;193;p7"/>
            <p:cNvSpPr/>
            <p:nvPr/>
          </p:nvSpPr>
          <p:spPr>
            <a:xfrm>
              <a:off x="8365027" y="964433"/>
              <a:ext cx="7200" cy="124526"/>
            </a:xfrm>
            <a:custGeom>
              <a:rect b="b" l="l" r="r" t="t"/>
              <a:pathLst>
                <a:path extrusionOk="0" h="2162" w="125">
                  <a:moveTo>
                    <a:pt x="1" y="1"/>
                  </a:moveTo>
                  <a:lnTo>
                    <a:pt x="1" y="2093"/>
                  </a:lnTo>
                  <a:lnTo>
                    <a:pt x="125" y="2162"/>
                  </a:lnTo>
                  <a:lnTo>
                    <a:pt x="125" y="66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50505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4" name="Google Shape;194;p7"/>
            <p:cNvSpPr/>
            <p:nvPr/>
          </p:nvSpPr>
          <p:spPr>
            <a:xfrm>
              <a:off x="8365027" y="955044"/>
              <a:ext cx="23557" cy="13247"/>
            </a:xfrm>
            <a:custGeom>
              <a:rect b="b" l="l" r="r" t="t"/>
              <a:pathLst>
                <a:path extrusionOk="0" h="230" w="409">
                  <a:moveTo>
                    <a:pt x="125" y="1"/>
                  </a:moveTo>
                  <a:lnTo>
                    <a:pt x="1" y="66"/>
                  </a:lnTo>
                  <a:lnTo>
                    <a:pt x="1" y="164"/>
                  </a:lnTo>
                  <a:lnTo>
                    <a:pt x="125" y="229"/>
                  </a:lnTo>
                  <a:lnTo>
                    <a:pt x="288" y="229"/>
                  </a:lnTo>
                  <a:lnTo>
                    <a:pt x="409" y="164"/>
                  </a:lnTo>
                  <a:lnTo>
                    <a:pt x="409" y="66"/>
                  </a:lnTo>
                  <a:lnTo>
                    <a:pt x="288" y="1"/>
                  </a:lnTo>
                  <a:close/>
                </a:path>
              </a:pathLst>
            </a:custGeom>
            <a:solidFill>
              <a:srgbClr val="50505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5" name="Google Shape;195;p7"/>
            <p:cNvSpPr/>
            <p:nvPr/>
          </p:nvSpPr>
          <p:spPr>
            <a:xfrm>
              <a:off x="8297005" y="513279"/>
              <a:ext cx="159084" cy="470053"/>
            </a:xfrm>
            <a:custGeom>
              <a:rect b="b" l="l" r="r" t="t"/>
              <a:pathLst>
                <a:path extrusionOk="0" h="8161" w="2762">
                  <a:moveTo>
                    <a:pt x="1388" y="0"/>
                  </a:moveTo>
                  <a:lnTo>
                    <a:pt x="0" y="7031"/>
                  </a:lnTo>
                  <a:lnTo>
                    <a:pt x="0" y="7684"/>
                  </a:lnTo>
                  <a:lnTo>
                    <a:pt x="816" y="8160"/>
                  </a:lnTo>
                  <a:lnTo>
                    <a:pt x="1959" y="8160"/>
                  </a:lnTo>
                  <a:lnTo>
                    <a:pt x="2762" y="7684"/>
                  </a:lnTo>
                  <a:lnTo>
                    <a:pt x="2762" y="7031"/>
                  </a:lnTo>
                  <a:lnTo>
                    <a:pt x="1388" y="0"/>
                  </a:lnTo>
                  <a:close/>
                </a:path>
              </a:pathLst>
            </a:custGeom>
            <a:solidFill>
              <a:srgbClr val="7FA31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6" name="Google Shape;196;p7"/>
            <p:cNvSpPr/>
            <p:nvPr/>
          </p:nvSpPr>
          <p:spPr>
            <a:xfrm>
              <a:off x="8344004" y="513279"/>
              <a:ext cx="112085" cy="470053"/>
            </a:xfrm>
            <a:custGeom>
              <a:rect b="b" l="l" r="r" t="t"/>
              <a:pathLst>
                <a:path extrusionOk="0" h="8161" w="1946">
                  <a:moveTo>
                    <a:pt x="572" y="0"/>
                  </a:moveTo>
                  <a:lnTo>
                    <a:pt x="0" y="8160"/>
                  </a:lnTo>
                  <a:lnTo>
                    <a:pt x="1143" y="8160"/>
                  </a:lnTo>
                  <a:lnTo>
                    <a:pt x="1946" y="7684"/>
                  </a:lnTo>
                  <a:lnTo>
                    <a:pt x="1946" y="7031"/>
                  </a:lnTo>
                  <a:lnTo>
                    <a:pt x="572" y="0"/>
                  </a:lnTo>
                  <a:close/>
                </a:path>
              </a:pathLst>
            </a:custGeom>
            <a:solidFill>
              <a:srgbClr val="2D2C37">
                <a:alpha val="3354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8"/>
          <p:cNvSpPr/>
          <p:nvPr/>
        </p:nvSpPr>
        <p:spPr>
          <a:xfrm>
            <a:off x="281825" y="279300"/>
            <a:ext cx="4941600" cy="312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9" name="Google Shape;199;p8"/>
          <p:cNvSpPr/>
          <p:nvPr/>
        </p:nvSpPr>
        <p:spPr>
          <a:xfrm>
            <a:off x="281825" y="279300"/>
            <a:ext cx="4941600" cy="45849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200" name="Google Shape;200;p8"/>
          <p:cNvSpPr/>
          <p:nvPr/>
        </p:nvSpPr>
        <p:spPr>
          <a:xfrm>
            <a:off x="5492825" y="0"/>
            <a:ext cx="3651300" cy="5143500"/>
          </a:xfrm>
          <a:prstGeom prst="roundRect">
            <a:avLst>
              <a:gd fmla="val 0" name="adj"/>
            </a:avLst>
          </a:prstGeom>
          <a:solidFill>
            <a:srgbClr val="5BADFB">
              <a:alpha val="6211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1" name="Google Shape;201;p8"/>
          <p:cNvSpPr txBox="1"/>
          <p:nvPr>
            <p:ph type="title"/>
          </p:nvPr>
        </p:nvSpPr>
        <p:spPr>
          <a:xfrm>
            <a:off x="741825" y="1038900"/>
            <a:ext cx="4316700" cy="201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5500">
                <a:latin typeface="Lexend Black"/>
                <a:ea typeface="Lexend Black"/>
                <a:cs typeface="Lexend Black"/>
                <a:sym typeface="Lexend Black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9"/>
          <p:cNvSpPr/>
          <p:nvPr/>
        </p:nvSpPr>
        <p:spPr>
          <a:xfrm>
            <a:off x="281825" y="279300"/>
            <a:ext cx="4941600" cy="312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4" name="Google Shape;204;p9"/>
          <p:cNvSpPr/>
          <p:nvPr/>
        </p:nvSpPr>
        <p:spPr>
          <a:xfrm>
            <a:off x="281825" y="279300"/>
            <a:ext cx="4941600" cy="45849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205" name="Google Shape;205;p9"/>
          <p:cNvSpPr txBox="1"/>
          <p:nvPr>
            <p:ph type="title"/>
          </p:nvPr>
        </p:nvSpPr>
        <p:spPr>
          <a:xfrm>
            <a:off x="713225" y="2608020"/>
            <a:ext cx="3429600" cy="106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700"/>
              <a:buNone/>
              <a:defRPr sz="6800">
                <a:latin typeface="Lexend Black"/>
                <a:ea typeface="Lexend Black"/>
                <a:cs typeface="Lexend Black"/>
                <a:sym typeface="Lexend Black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206" name="Google Shape;206;p9"/>
          <p:cNvSpPr txBox="1"/>
          <p:nvPr>
            <p:ph idx="1" type="subTitle"/>
          </p:nvPr>
        </p:nvSpPr>
        <p:spPr>
          <a:xfrm>
            <a:off x="713225" y="3477063"/>
            <a:ext cx="3429600" cy="91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207" name="Google Shape;207;p9"/>
          <p:cNvSpPr/>
          <p:nvPr/>
        </p:nvSpPr>
        <p:spPr>
          <a:xfrm>
            <a:off x="5492825" y="0"/>
            <a:ext cx="3651300" cy="5143500"/>
          </a:xfrm>
          <a:prstGeom prst="roundRect">
            <a:avLst>
              <a:gd fmla="val 0" name="adj"/>
            </a:avLst>
          </a:prstGeom>
          <a:solidFill>
            <a:srgbClr val="5BADFB">
              <a:alpha val="6211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bg>
      <p:bgPr>
        <a:solidFill>
          <a:schemeClr val="dk2"/>
        </a:solidFill>
      </p:bgPr>
    </p:bg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10"/>
          <p:cNvSpPr/>
          <p:nvPr>
            <p:ph idx="2" type="pic"/>
          </p:nvPr>
        </p:nvSpPr>
        <p:spPr>
          <a:xfrm>
            <a:off x="0" y="-1625"/>
            <a:ext cx="9154800" cy="5146800"/>
          </a:xfrm>
          <a:prstGeom prst="rect">
            <a:avLst/>
          </a:prstGeom>
          <a:noFill/>
          <a:ln>
            <a:noFill/>
          </a:ln>
        </p:spPr>
      </p:sp>
      <p:sp>
        <p:nvSpPr>
          <p:cNvPr id="210" name="Google Shape;210;p10"/>
          <p:cNvSpPr txBox="1"/>
          <p:nvPr>
            <p:ph type="title"/>
          </p:nvPr>
        </p:nvSpPr>
        <p:spPr>
          <a:xfrm>
            <a:off x="713225" y="4121200"/>
            <a:ext cx="7717500" cy="465900"/>
          </a:xfrm>
          <a:prstGeom prst="rect">
            <a:avLst/>
          </a:prstGeom>
          <a:solidFill>
            <a:schemeClr val="dk2"/>
          </a:solidFill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700"/>
              <a:buNone/>
              <a:defRPr sz="24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11"/>
          <p:cNvSpPr/>
          <p:nvPr/>
        </p:nvSpPr>
        <p:spPr>
          <a:xfrm>
            <a:off x="281825" y="279300"/>
            <a:ext cx="5511600" cy="312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3" name="Google Shape;213;p11"/>
          <p:cNvSpPr txBox="1"/>
          <p:nvPr>
            <p:ph hasCustomPrompt="1" type="title"/>
          </p:nvPr>
        </p:nvSpPr>
        <p:spPr>
          <a:xfrm>
            <a:off x="713225" y="1292850"/>
            <a:ext cx="4673700" cy="768000"/>
          </a:xfrm>
          <a:prstGeom prst="rect">
            <a:avLst/>
          </a:prstGeom>
          <a:solidFill>
            <a:srgbClr val="878787">
              <a:alpha val="27950"/>
            </a:srgbClr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600"/>
              <a:buNone/>
              <a:defRPr sz="4600">
                <a:latin typeface="Lexend ExtraBold"/>
                <a:ea typeface="Lexend ExtraBold"/>
                <a:cs typeface="Lexend ExtraBold"/>
                <a:sym typeface="Lexend ExtraBo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2pPr>
            <a:lvl3pPr lvl="2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3pPr>
            <a:lvl4pPr lvl="3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4pPr>
            <a:lvl5pPr lvl="4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5pPr>
            <a:lvl6pPr lvl="5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6pPr>
            <a:lvl7pPr lvl="6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7pPr>
            <a:lvl8pPr lvl="7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8pPr>
            <a:lvl9pPr lvl="8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9pPr>
          </a:lstStyle>
          <a:p>
            <a:r>
              <a:t>xx%</a:t>
            </a:r>
          </a:p>
        </p:txBody>
      </p:sp>
      <p:sp>
        <p:nvSpPr>
          <p:cNvPr id="214" name="Google Shape;214;p11"/>
          <p:cNvSpPr txBox="1"/>
          <p:nvPr>
            <p:ph idx="1" type="subTitle"/>
          </p:nvPr>
        </p:nvSpPr>
        <p:spPr>
          <a:xfrm>
            <a:off x="713225" y="2060850"/>
            <a:ext cx="4673700" cy="497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215" name="Google Shape;215;p11"/>
          <p:cNvSpPr/>
          <p:nvPr/>
        </p:nvSpPr>
        <p:spPr>
          <a:xfrm>
            <a:off x="281825" y="279300"/>
            <a:ext cx="5511600" cy="45849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216" name="Google Shape;216;p11"/>
          <p:cNvSpPr/>
          <p:nvPr/>
        </p:nvSpPr>
        <p:spPr>
          <a:xfrm>
            <a:off x="6072750" y="0"/>
            <a:ext cx="3071400" cy="5143500"/>
          </a:xfrm>
          <a:prstGeom prst="roundRect">
            <a:avLst>
              <a:gd fmla="val 0" name="adj"/>
            </a:avLst>
          </a:prstGeom>
          <a:solidFill>
            <a:srgbClr val="5BADFB">
              <a:alpha val="6211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bg>
      <p:bgPr>
        <a:solidFill>
          <a:srgbClr val="FFFFFF"/>
        </a:solidFill>
      </p:bgPr>
    </p:bg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ble of contents">
  <p:cSld name="BLANK_1_1_1_1_1_1"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13"/>
          <p:cNvSpPr/>
          <p:nvPr/>
        </p:nvSpPr>
        <p:spPr>
          <a:xfrm>
            <a:off x="280800" y="279300"/>
            <a:ext cx="8582400" cy="45849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0" name="Google Shape;220;p13"/>
          <p:cNvSpPr/>
          <p:nvPr/>
        </p:nvSpPr>
        <p:spPr>
          <a:xfrm>
            <a:off x="281825" y="4702200"/>
            <a:ext cx="8582400" cy="162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1" name="Google Shape;221;p13"/>
          <p:cNvSpPr txBox="1"/>
          <p:nvPr>
            <p:ph type="title"/>
          </p:nvPr>
        </p:nvSpPr>
        <p:spPr>
          <a:xfrm>
            <a:off x="720000" y="5212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700"/>
              <a:buNone/>
              <a:defRPr sz="2700">
                <a:latin typeface="Lexend ExtraBold"/>
                <a:ea typeface="Lexend ExtraBold"/>
                <a:cs typeface="Lexend ExtraBold"/>
                <a:sym typeface="Lexend Extra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222" name="Google Shape;222;p13"/>
          <p:cNvSpPr txBox="1"/>
          <p:nvPr>
            <p:ph idx="1" type="subTitle"/>
          </p:nvPr>
        </p:nvSpPr>
        <p:spPr>
          <a:xfrm>
            <a:off x="1395990" y="2101200"/>
            <a:ext cx="2979300" cy="48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223" name="Google Shape;223;p13"/>
          <p:cNvSpPr txBox="1"/>
          <p:nvPr>
            <p:ph idx="2" type="subTitle"/>
          </p:nvPr>
        </p:nvSpPr>
        <p:spPr>
          <a:xfrm>
            <a:off x="4768702" y="2101200"/>
            <a:ext cx="2979300" cy="48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224" name="Google Shape;224;p13"/>
          <p:cNvSpPr txBox="1"/>
          <p:nvPr>
            <p:ph idx="3" type="subTitle"/>
          </p:nvPr>
        </p:nvSpPr>
        <p:spPr>
          <a:xfrm>
            <a:off x="1395990" y="3733450"/>
            <a:ext cx="2979300" cy="48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225" name="Google Shape;225;p13"/>
          <p:cNvSpPr txBox="1"/>
          <p:nvPr>
            <p:ph idx="4" type="subTitle"/>
          </p:nvPr>
        </p:nvSpPr>
        <p:spPr>
          <a:xfrm>
            <a:off x="4768702" y="3733450"/>
            <a:ext cx="2979300" cy="48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226" name="Google Shape;226;p13"/>
          <p:cNvSpPr txBox="1"/>
          <p:nvPr>
            <p:ph hasCustomPrompt="1" idx="5" type="title"/>
          </p:nvPr>
        </p:nvSpPr>
        <p:spPr>
          <a:xfrm>
            <a:off x="2094394" y="1252808"/>
            <a:ext cx="734700" cy="447600"/>
          </a:xfrm>
          <a:prstGeom prst="rect">
            <a:avLst/>
          </a:prstGeom>
          <a:solidFill>
            <a:srgbClr val="878787">
              <a:alpha val="27950"/>
            </a:srgbClr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2300">
                <a:latin typeface="Lexend ExtraBold"/>
                <a:ea typeface="Lexend ExtraBold"/>
                <a:cs typeface="Lexend ExtraBold"/>
                <a:sym typeface="Lexend Extra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227" name="Google Shape;227;p13"/>
          <p:cNvSpPr txBox="1"/>
          <p:nvPr>
            <p:ph hasCustomPrompt="1" idx="6" type="title"/>
          </p:nvPr>
        </p:nvSpPr>
        <p:spPr>
          <a:xfrm>
            <a:off x="2094394" y="2884408"/>
            <a:ext cx="734700" cy="447600"/>
          </a:xfrm>
          <a:prstGeom prst="rect">
            <a:avLst/>
          </a:prstGeom>
          <a:solidFill>
            <a:srgbClr val="878787">
              <a:alpha val="27950"/>
            </a:srgbClr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2300">
                <a:latin typeface="Lexend ExtraBold"/>
                <a:ea typeface="Lexend ExtraBold"/>
                <a:cs typeface="Lexend ExtraBold"/>
                <a:sym typeface="Lexend Extra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228" name="Google Shape;228;p13"/>
          <p:cNvSpPr txBox="1"/>
          <p:nvPr>
            <p:ph hasCustomPrompt="1" idx="7" type="title"/>
          </p:nvPr>
        </p:nvSpPr>
        <p:spPr>
          <a:xfrm>
            <a:off x="5481194" y="1252808"/>
            <a:ext cx="734700" cy="447600"/>
          </a:xfrm>
          <a:prstGeom prst="rect">
            <a:avLst/>
          </a:prstGeom>
          <a:solidFill>
            <a:srgbClr val="878787">
              <a:alpha val="27950"/>
            </a:srgbClr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2300">
                <a:latin typeface="Lexend ExtraBold"/>
                <a:ea typeface="Lexend ExtraBold"/>
                <a:cs typeface="Lexend ExtraBold"/>
                <a:sym typeface="Lexend Extra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229" name="Google Shape;229;p13"/>
          <p:cNvSpPr txBox="1"/>
          <p:nvPr>
            <p:ph hasCustomPrompt="1" idx="8" type="title"/>
          </p:nvPr>
        </p:nvSpPr>
        <p:spPr>
          <a:xfrm>
            <a:off x="5481194" y="2884408"/>
            <a:ext cx="734700" cy="447600"/>
          </a:xfrm>
          <a:prstGeom prst="rect">
            <a:avLst/>
          </a:prstGeom>
          <a:solidFill>
            <a:srgbClr val="878787">
              <a:alpha val="27950"/>
            </a:srgbClr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2300">
                <a:latin typeface="Lexend ExtraBold"/>
                <a:ea typeface="Lexend ExtraBold"/>
                <a:cs typeface="Lexend ExtraBold"/>
                <a:sym typeface="Lexend Extra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230" name="Google Shape;230;p13"/>
          <p:cNvSpPr txBox="1"/>
          <p:nvPr>
            <p:ph idx="9" type="subTitle"/>
          </p:nvPr>
        </p:nvSpPr>
        <p:spPr>
          <a:xfrm>
            <a:off x="1395990" y="1812200"/>
            <a:ext cx="2979300" cy="394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1700">
                <a:solidFill>
                  <a:schemeClr val="dk1"/>
                </a:solidFill>
                <a:latin typeface="Lexend ExtraBold"/>
                <a:ea typeface="Lexend ExtraBold"/>
                <a:cs typeface="Lexend ExtraBold"/>
                <a:sym typeface="Lexend ExtraBol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231" name="Google Shape;231;p13"/>
          <p:cNvSpPr txBox="1"/>
          <p:nvPr>
            <p:ph idx="13" type="subTitle"/>
          </p:nvPr>
        </p:nvSpPr>
        <p:spPr>
          <a:xfrm>
            <a:off x="4768710" y="1812200"/>
            <a:ext cx="2979300" cy="394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1700">
                <a:solidFill>
                  <a:schemeClr val="dk1"/>
                </a:solidFill>
                <a:latin typeface="Lexend ExtraBold"/>
                <a:ea typeface="Lexend ExtraBold"/>
                <a:cs typeface="Lexend ExtraBold"/>
                <a:sym typeface="Lexend ExtraBol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232" name="Google Shape;232;p13"/>
          <p:cNvSpPr txBox="1"/>
          <p:nvPr>
            <p:ph idx="14" type="subTitle"/>
          </p:nvPr>
        </p:nvSpPr>
        <p:spPr>
          <a:xfrm>
            <a:off x="1395990" y="3444525"/>
            <a:ext cx="2979300" cy="394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1700">
                <a:solidFill>
                  <a:schemeClr val="dk1"/>
                </a:solidFill>
                <a:latin typeface="Lexend ExtraBold"/>
                <a:ea typeface="Lexend ExtraBold"/>
                <a:cs typeface="Lexend ExtraBold"/>
                <a:sym typeface="Lexend ExtraBol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233" name="Google Shape;233;p13"/>
          <p:cNvSpPr txBox="1"/>
          <p:nvPr>
            <p:ph idx="15" type="subTitle"/>
          </p:nvPr>
        </p:nvSpPr>
        <p:spPr>
          <a:xfrm>
            <a:off x="4768710" y="3444525"/>
            <a:ext cx="2979300" cy="394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1700">
                <a:solidFill>
                  <a:schemeClr val="dk1"/>
                </a:solidFill>
                <a:latin typeface="Lexend ExtraBold"/>
                <a:ea typeface="Lexend ExtraBold"/>
                <a:cs typeface="Lexend ExtraBold"/>
                <a:sym typeface="Lexend ExtraBol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grpSp>
        <p:nvGrpSpPr>
          <p:cNvPr id="234" name="Google Shape;234;p13"/>
          <p:cNvGrpSpPr/>
          <p:nvPr/>
        </p:nvGrpSpPr>
        <p:grpSpPr>
          <a:xfrm>
            <a:off x="8346068" y="539493"/>
            <a:ext cx="662463" cy="775160"/>
            <a:chOff x="5424136" y="1294946"/>
            <a:chExt cx="1748846" cy="2046356"/>
          </a:xfrm>
        </p:grpSpPr>
        <p:grpSp>
          <p:nvGrpSpPr>
            <p:cNvPr id="235" name="Google Shape;235;p13"/>
            <p:cNvGrpSpPr/>
            <p:nvPr/>
          </p:nvGrpSpPr>
          <p:grpSpPr>
            <a:xfrm>
              <a:off x="5424136" y="2234050"/>
              <a:ext cx="1184145" cy="1107253"/>
              <a:chOff x="5424136" y="2234050"/>
              <a:chExt cx="1184145" cy="1107253"/>
            </a:xfrm>
          </p:grpSpPr>
          <p:sp>
            <p:nvSpPr>
              <p:cNvPr id="236" name="Google Shape;236;p13"/>
              <p:cNvSpPr/>
              <p:nvPr/>
            </p:nvSpPr>
            <p:spPr>
              <a:xfrm>
                <a:off x="5424136" y="2234050"/>
                <a:ext cx="1184145" cy="1107253"/>
              </a:xfrm>
              <a:custGeom>
                <a:rect b="b" l="l" r="r" t="t"/>
                <a:pathLst>
                  <a:path extrusionOk="0" h="6048" w="6468">
                    <a:moveTo>
                      <a:pt x="3300" y="0"/>
                    </a:moveTo>
                    <a:lnTo>
                      <a:pt x="2377" y="532"/>
                    </a:lnTo>
                    <a:lnTo>
                      <a:pt x="1657" y="1717"/>
                    </a:lnTo>
                    <a:lnTo>
                      <a:pt x="1672" y="2280"/>
                    </a:lnTo>
                    <a:lnTo>
                      <a:pt x="705" y="2812"/>
                    </a:lnTo>
                    <a:lnTo>
                      <a:pt x="0" y="4031"/>
                    </a:lnTo>
                    <a:lnTo>
                      <a:pt x="0" y="5156"/>
                    </a:lnTo>
                    <a:lnTo>
                      <a:pt x="1519" y="6048"/>
                    </a:lnTo>
                    <a:lnTo>
                      <a:pt x="5797" y="3577"/>
                    </a:lnTo>
                    <a:lnTo>
                      <a:pt x="6468" y="2392"/>
                    </a:lnTo>
                    <a:lnTo>
                      <a:pt x="6468" y="1282"/>
                    </a:lnTo>
                    <a:lnTo>
                      <a:pt x="4953" y="390"/>
                    </a:lnTo>
                    <a:lnTo>
                      <a:pt x="4470" y="671"/>
                    </a:lnTo>
                    <a:lnTo>
                      <a:pt x="3300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7" name="Google Shape;237;p13"/>
              <p:cNvSpPr/>
              <p:nvPr/>
            </p:nvSpPr>
            <p:spPr>
              <a:xfrm>
                <a:off x="5850342" y="2234050"/>
                <a:ext cx="332469" cy="191682"/>
              </a:xfrm>
              <a:custGeom>
                <a:rect b="b" l="l" r="r" t="t"/>
                <a:pathLst>
                  <a:path extrusionOk="0" h="1047" w="1816">
                    <a:moveTo>
                      <a:pt x="972" y="0"/>
                    </a:moveTo>
                    <a:lnTo>
                      <a:pt x="1" y="562"/>
                    </a:lnTo>
                    <a:lnTo>
                      <a:pt x="844" y="1046"/>
                    </a:lnTo>
                    <a:lnTo>
                      <a:pt x="1815" y="484"/>
                    </a:lnTo>
                    <a:lnTo>
                      <a:pt x="972" y="0"/>
                    </a:lnTo>
                    <a:close/>
                  </a:path>
                </a:pathLst>
              </a:custGeom>
              <a:solidFill>
                <a:srgbClr val="F5F5F5">
                  <a:alpha val="6398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8" name="Google Shape;238;p13"/>
              <p:cNvSpPr/>
              <p:nvPr/>
            </p:nvSpPr>
            <p:spPr>
              <a:xfrm>
                <a:off x="5553206" y="2651281"/>
                <a:ext cx="328990" cy="192414"/>
              </a:xfrm>
              <a:custGeom>
                <a:rect b="b" l="l" r="r" t="t"/>
                <a:pathLst>
                  <a:path extrusionOk="0" h="1051" w="1797">
                    <a:moveTo>
                      <a:pt x="967" y="1"/>
                    </a:moveTo>
                    <a:lnTo>
                      <a:pt x="0" y="533"/>
                    </a:lnTo>
                    <a:lnTo>
                      <a:pt x="829" y="1051"/>
                    </a:lnTo>
                    <a:lnTo>
                      <a:pt x="1796" y="488"/>
                    </a:lnTo>
                    <a:lnTo>
                      <a:pt x="967" y="1"/>
                    </a:lnTo>
                    <a:close/>
                  </a:path>
                </a:pathLst>
              </a:custGeom>
              <a:solidFill>
                <a:srgbClr val="F5F5F5">
                  <a:alpha val="6398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9" name="Google Shape;239;p13"/>
              <p:cNvSpPr/>
              <p:nvPr/>
            </p:nvSpPr>
            <p:spPr>
              <a:xfrm>
                <a:off x="5424136" y="2748861"/>
                <a:ext cx="280841" cy="311781"/>
              </a:xfrm>
              <a:custGeom>
                <a:rect b="b" l="l" r="r" t="t"/>
                <a:pathLst>
                  <a:path extrusionOk="0" h="1703" w="1534">
                    <a:moveTo>
                      <a:pt x="705" y="0"/>
                    </a:moveTo>
                    <a:lnTo>
                      <a:pt x="0" y="1219"/>
                    </a:lnTo>
                    <a:lnTo>
                      <a:pt x="844" y="1702"/>
                    </a:lnTo>
                    <a:lnTo>
                      <a:pt x="1534" y="518"/>
                    </a:lnTo>
                    <a:lnTo>
                      <a:pt x="705" y="0"/>
                    </a:lnTo>
                    <a:close/>
                  </a:path>
                </a:pathLst>
              </a:custGeom>
              <a:solidFill>
                <a:srgbClr val="F5F5F5">
                  <a:alpha val="3416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0" name="Google Shape;240;p13"/>
              <p:cNvSpPr/>
              <p:nvPr/>
            </p:nvSpPr>
            <p:spPr>
              <a:xfrm>
                <a:off x="5727497" y="2548392"/>
                <a:ext cx="154700" cy="192414"/>
              </a:xfrm>
              <a:custGeom>
                <a:rect b="b" l="l" r="r" t="t"/>
                <a:pathLst>
                  <a:path extrusionOk="0" h="1051" w="845">
                    <a:moveTo>
                      <a:pt x="0" y="0"/>
                    </a:moveTo>
                    <a:lnTo>
                      <a:pt x="0" y="563"/>
                    </a:lnTo>
                    <a:lnTo>
                      <a:pt x="844" y="1050"/>
                    </a:lnTo>
                    <a:lnTo>
                      <a:pt x="844" y="48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5F5F5">
                  <a:alpha val="3416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1" name="Google Shape;241;p13"/>
              <p:cNvSpPr/>
              <p:nvPr/>
            </p:nvSpPr>
            <p:spPr>
              <a:xfrm>
                <a:off x="5424136" y="2971848"/>
                <a:ext cx="154517" cy="294755"/>
              </a:xfrm>
              <a:custGeom>
                <a:rect b="b" l="l" r="r" t="t"/>
                <a:pathLst>
                  <a:path extrusionOk="0" h="1610" w="844">
                    <a:moveTo>
                      <a:pt x="0" y="1"/>
                    </a:moveTo>
                    <a:lnTo>
                      <a:pt x="0" y="1126"/>
                    </a:lnTo>
                    <a:lnTo>
                      <a:pt x="844" y="1609"/>
                    </a:lnTo>
                    <a:lnTo>
                      <a:pt x="844" y="484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F5F5F5">
                  <a:alpha val="6398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2" name="Google Shape;242;p13"/>
              <p:cNvSpPr/>
              <p:nvPr/>
            </p:nvSpPr>
            <p:spPr>
              <a:xfrm>
                <a:off x="6242312" y="2305267"/>
                <a:ext cx="243127" cy="191865"/>
              </a:xfrm>
              <a:custGeom>
                <a:rect b="b" l="l" r="r" t="t"/>
                <a:pathLst>
                  <a:path extrusionOk="0" h="1048" w="1328">
                    <a:moveTo>
                      <a:pt x="484" y="1"/>
                    </a:moveTo>
                    <a:lnTo>
                      <a:pt x="1" y="282"/>
                    </a:lnTo>
                    <a:lnTo>
                      <a:pt x="360" y="1047"/>
                    </a:lnTo>
                    <a:lnTo>
                      <a:pt x="1328" y="485"/>
                    </a:lnTo>
                    <a:lnTo>
                      <a:pt x="484" y="1"/>
                    </a:lnTo>
                    <a:close/>
                  </a:path>
                </a:pathLst>
              </a:custGeom>
              <a:solidFill>
                <a:srgbClr val="F5F5F5">
                  <a:alpha val="6398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3" name="Google Shape;243;p13"/>
              <p:cNvSpPr/>
              <p:nvPr/>
            </p:nvSpPr>
            <p:spPr>
              <a:xfrm>
                <a:off x="5727497" y="2328700"/>
                <a:ext cx="280292" cy="309035"/>
              </a:xfrm>
              <a:custGeom>
                <a:rect b="b" l="l" r="r" t="t"/>
                <a:pathLst>
                  <a:path extrusionOk="0" h="1688" w="1531">
                    <a:moveTo>
                      <a:pt x="687" y="0"/>
                    </a:moveTo>
                    <a:lnTo>
                      <a:pt x="0" y="1200"/>
                    </a:lnTo>
                    <a:lnTo>
                      <a:pt x="844" y="1688"/>
                    </a:lnTo>
                    <a:lnTo>
                      <a:pt x="1530" y="499"/>
                    </a:lnTo>
                    <a:lnTo>
                      <a:pt x="687" y="0"/>
                    </a:lnTo>
                    <a:close/>
                  </a:path>
                </a:pathLst>
              </a:custGeom>
              <a:solidFill>
                <a:srgbClr val="F5F5F5">
                  <a:alpha val="3416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44" name="Google Shape;244;p13"/>
            <p:cNvGrpSpPr/>
            <p:nvPr/>
          </p:nvGrpSpPr>
          <p:grpSpPr>
            <a:xfrm>
              <a:off x="6319687" y="1294946"/>
              <a:ext cx="853295" cy="797776"/>
              <a:chOff x="5424136" y="2234050"/>
              <a:chExt cx="1184145" cy="1107253"/>
            </a:xfrm>
          </p:grpSpPr>
          <p:sp>
            <p:nvSpPr>
              <p:cNvPr id="245" name="Google Shape;245;p13"/>
              <p:cNvSpPr/>
              <p:nvPr/>
            </p:nvSpPr>
            <p:spPr>
              <a:xfrm>
                <a:off x="5424136" y="2234050"/>
                <a:ext cx="1184145" cy="1107253"/>
              </a:xfrm>
              <a:custGeom>
                <a:rect b="b" l="l" r="r" t="t"/>
                <a:pathLst>
                  <a:path extrusionOk="0" h="6048" w="6468">
                    <a:moveTo>
                      <a:pt x="3300" y="0"/>
                    </a:moveTo>
                    <a:lnTo>
                      <a:pt x="2377" y="532"/>
                    </a:lnTo>
                    <a:lnTo>
                      <a:pt x="1657" y="1717"/>
                    </a:lnTo>
                    <a:lnTo>
                      <a:pt x="1672" y="2280"/>
                    </a:lnTo>
                    <a:lnTo>
                      <a:pt x="705" y="2812"/>
                    </a:lnTo>
                    <a:lnTo>
                      <a:pt x="0" y="4031"/>
                    </a:lnTo>
                    <a:lnTo>
                      <a:pt x="0" y="5156"/>
                    </a:lnTo>
                    <a:lnTo>
                      <a:pt x="1519" y="6048"/>
                    </a:lnTo>
                    <a:lnTo>
                      <a:pt x="5797" y="3577"/>
                    </a:lnTo>
                    <a:lnTo>
                      <a:pt x="6468" y="2392"/>
                    </a:lnTo>
                    <a:lnTo>
                      <a:pt x="6468" y="1282"/>
                    </a:lnTo>
                    <a:lnTo>
                      <a:pt x="4953" y="390"/>
                    </a:lnTo>
                    <a:lnTo>
                      <a:pt x="4470" y="671"/>
                    </a:lnTo>
                    <a:lnTo>
                      <a:pt x="3300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6" name="Google Shape;246;p13"/>
              <p:cNvSpPr/>
              <p:nvPr/>
            </p:nvSpPr>
            <p:spPr>
              <a:xfrm>
                <a:off x="5850342" y="2234050"/>
                <a:ext cx="332469" cy="191682"/>
              </a:xfrm>
              <a:custGeom>
                <a:rect b="b" l="l" r="r" t="t"/>
                <a:pathLst>
                  <a:path extrusionOk="0" h="1047" w="1816">
                    <a:moveTo>
                      <a:pt x="972" y="0"/>
                    </a:moveTo>
                    <a:lnTo>
                      <a:pt x="1" y="562"/>
                    </a:lnTo>
                    <a:lnTo>
                      <a:pt x="844" y="1046"/>
                    </a:lnTo>
                    <a:lnTo>
                      <a:pt x="1815" y="484"/>
                    </a:lnTo>
                    <a:lnTo>
                      <a:pt x="972" y="0"/>
                    </a:lnTo>
                    <a:close/>
                  </a:path>
                </a:pathLst>
              </a:custGeom>
              <a:solidFill>
                <a:srgbClr val="F5F5F5">
                  <a:alpha val="6398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7" name="Google Shape;247;p13"/>
              <p:cNvSpPr/>
              <p:nvPr/>
            </p:nvSpPr>
            <p:spPr>
              <a:xfrm>
                <a:off x="5553206" y="2651281"/>
                <a:ext cx="328990" cy="192414"/>
              </a:xfrm>
              <a:custGeom>
                <a:rect b="b" l="l" r="r" t="t"/>
                <a:pathLst>
                  <a:path extrusionOk="0" h="1051" w="1797">
                    <a:moveTo>
                      <a:pt x="967" y="1"/>
                    </a:moveTo>
                    <a:lnTo>
                      <a:pt x="0" y="533"/>
                    </a:lnTo>
                    <a:lnTo>
                      <a:pt x="829" y="1051"/>
                    </a:lnTo>
                    <a:lnTo>
                      <a:pt x="1796" y="488"/>
                    </a:lnTo>
                    <a:lnTo>
                      <a:pt x="967" y="1"/>
                    </a:lnTo>
                    <a:close/>
                  </a:path>
                </a:pathLst>
              </a:custGeom>
              <a:solidFill>
                <a:srgbClr val="F5F5F5">
                  <a:alpha val="6398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8" name="Google Shape;248;p13"/>
              <p:cNvSpPr/>
              <p:nvPr/>
            </p:nvSpPr>
            <p:spPr>
              <a:xfrm>
                <a:off x="5424136" y="2748861"/>
                <a:ext cx="280841" cy="311781"/>
              </a:xfrm>
              <a:custGeom>
                <a:rect b="b" l="l" r="r" t="t"/>
                <a:pathLst>
                  <a:path extrusionOk="0" h="1703" w="1534">
                    <a:moveTo>
                      <a:pt x="705" y="0"/>
                    </a:moveTo>
                    <a:lnTo>
                      <a:pt x="0" y="1219"/>
                    </a:lnTo>
                    <a:lnTo>
                      <a:pt x="844" y="1702"/>
                    </a:lnTo>
                    <a:lnTo>
                      <a:pt x="1534" y="518"/>
                    </a:lnTo>
                    <a:lnTo>
                      <a:pt x="705" y="0"/>
                    </a:lnTo>
                    <a:close/>
                  </a:path>
                </a:pathLst>
              </a:custGeom>
              <a:solidFill>
                <a:srgbClr val="F5F5F5">
                  <a:alpha val="3416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9" name="Google Shape;249;p13"/>
              <p:cNvSpPr/>
              <p:nvPr/>
            </p:nvSpPr>
            <p:spPr>
              <a:xfrm>
                <a:off x="5727497" y="2548392"/>
                <a:ext cx="154700" cy="192414"/>
              </a:xfrm>
              <a:custGeom>
                <a:rect b="b" l="l" r="r" t="t"/>
                <a:pathLst>
                  <a:path extrusionOk="0" h="1051" w="845">
                    <a:moveTo>
                      <a:pt x="0" y="0"/>
                    </a:moveTo>
                    <a:lnTo>
                      <a:pt x="0" y="563"/>
                    </a:lnTo>
                    <a:lnTo>
                      <a:pt x="844" y="1050"/>
                    </a:lnTo>
                    <a:lnTo>
                      <a:pt x="844" y="48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5F5F5">
                  <a:alpha val="3416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0" name="Google Shape;250;p13"/>
              <p:cNvSpPr/>
              <p:nvPr/>
            </p:nvSpPr>
            <p:spPr>
              <a:xfrm>
                <a:off x="5424136" y="2971848"/>
                <a:ext cx="154517" cy="294755"/>
              </a:xfrm>
              <a:custGeom>
                <a:rect b="b" l="l" r="r" t="t"/>
                <a:pathLst>
                  <a:path extrusionOk="0" h="1610" w="844">
                    <a:moveTo>
                      <a:pt x="0" y="1"/>
                    </a:moveTo>
                    <a:lnTo>
                      <a:pt x="0" y="1126"/>
                    </a:lnTo>
                    <a:lnTo>
                      <a:pt x="844" y="1609"/>
                    </a:lnTo>
                    <a:lnTo>
                      <a:pt x="844" y="484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F5F5F5">
                  <a:alpha val="6398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1" name="Google Shape;251;p13"/>
              <p:cNvSpPr/>
              <p:nvPr/>
            </p:nvSpPr>
            <p:spPr>
              <a:xfrm>
                <a:off x="6242312" y="2305267"/>
                <a:ext cx="243127" cy="191865"/>
              </a:xfrm>
              <a:custGeom>
                <a:rect b="b" l="l" r="r" t="t"/>
                <a:pathLst>
                  <a:path extrusionOk="0" h="1048" w="1328">
                    <a:moveTo>
                      <a:pt x="484" y="1"/>
                    </a:moveTo>
                    <a:lnTo>
                      <a:pt x="1" y="282"/>
                    </a:lnTo>
                    <a:lnTo>
                      <a:pt x="360" y="1047"/>
                    </a:lnTo>
                    <a:lnTo>
                      <a:pt x="1328" y="485"/>
                    </a:lnTo>
                    <a:lnTo>
                      <a:pt x="484" y="1"/>
                    </a:lnTo>
                    <a:close/>
                  </a:path>
                </a:pathLst>
              </a:custGeom>
              <a:solidFill>
                <a:srgbClr val="F5F5F5">
                  <a:alpha val="6398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2" name="Google Shape;252;p13"/>
              <p:cNvSpPr/>
              <p:nvPr/>
            </p:nvSpPr>
            <p:spPr>
              <a:xfrm>
                <a:off x="5727497" y="2328700"/>
                <a:ext cx="280292" cy="309035"/>
              </a:xfrm>
              <a:custGeom>
                <a:rect b="b" l="l" r="r" t="t"/>
                <a:pathLst>
                  <a:path extrusionOk="0" h="1688" w="1531">
                    <a:moveTo>
                      <a:pt x="687" y="0"/>
                    </a:moveTo>
                    <a:lnTo>
                      <a:pt x="0" y="1200"/>
                    </a:lnTo>
                    <a:lnTo>
                      <a:pt x="844" y="1688"/>
                    </a:lnTo>
                    <a:lnTo>
                      <a:pt x="1530" y="499"/>
                    </a:lnTo>
                    <a:lnTo>
                      <a:pt x="687" y="0"/>
                    </a:lnTo>
                    <a:close/>
                  </a:path>
                </a:pathLst>
              </a:custGeom>
              <a:solidFill>
                <a:srgbClr val="F5F5F5">
                  <a:alpha val="3416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253" name="Google Shape;253;p13"/>
          <p:cNvGrpSpPr/>
          <p:nvPr/>
        </p:nvGrpSpPr>
        <p:grpSpPr>
          <a:xfrm>
            <a:off x="502674" y="3770782"/>
            <a:ext cx="785199" cy="1183135"/>
            <a:chOff x="502674" y="3770782"/>
            <a:chExt cx="785199" cy="1183135"/>
          </a:xfrm>
        </p:grpSpPr>
        <p:grpSp>
          <p:nvGrpSpPr>
            <p:cNvPr id="254" name="Google Shape;254;p13"/>
            <p:cNvGrpSpPr/>
            <p:nvPr/>
          </p:nvGrpSpPr>
          <p:grpSpPr>
            <a:xfrm>
              <a:off x="502674" y="3770782"/>
              <a:ext cx="314144" cy="1183135"/>
              <a:chOff x="8297005" y="513279"/>
              <a:chExt cx="159084" cy="599177"/>
            </a:xfrm>
          </p:grpSpPr>
          <p:sp>
            <p:nvSpPr>
              <p:cNvPr id="255" name="Google Shape;255;p13"/>
              <p:cNvSpPr/>
              <p:nvPr/>
            </p:nvSpPr>
            <p:spPr>
              <a:xfrm>
                <a:off x="8388526" y="1082678"/>
                <a:ext cx="42392" cy="29778"/>
              </a:xfrm>
              <a:custGeom>
                <a:rect b="b" l="l" r="r" t="t"/>
                <a:pathLst>
                  <a:path extrusionOk="0" h="517" w="736">
                    <a:moveTo>
                      <a:pt x="735" y="1"/>
                    </a:moveTo>
                    <a:lnTo>
                      <a:pt x="1" y="216"/>
                    </a:lnTo>
                    <a:lnTo>
                      <a:pt x="194" y="517"/>
                    </a:lnTo>
                    <a:lnTo>
                      <a:pt x="735" y="190"/>
                    </a:lnTo>
                    <a:lnTo>
                      <a:pt x="735" y="1"/>
                    </a:lnTo>
                    <a:close/>
                  </a:path>
                </a:pathLst>
              </a:custGeom>
              <a:solidFill>
                <a:srgbClr val="87878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6" name="Google Shape;256;p13"/>
              <p:cNvSpPr/>
              <p:nvPr/>
            </p:nvSpPr>
            <p:spPr>
              <a:xfrm>
                <a:off x="8322751" y="1038732"/>
                <a:ext cx="108168" cy="62090"/>
              </a:xfrm>
              <a:custGeom>
                <a:rect b="b" l="l" r="r" t="t"/>
                <a:pathLst>
                  <a:path extrusionOk="0" h="1078" w="1878">
                    <a:moveTo>
                      <a:pt x="546" y="0"/>
                    </a:moveTo>
                    <a:lnTo>
                      <a:pt x="1" y="314"/>
                    </a:lnTo>
                    <a:lnTo>
                      <a:pt x="1" y="764"/>
                    </a:lnTo>
                    <a:lnTo>
                      <a:pt x="546" y="1077"/>
                    </a:lnTo>
                    <a:lnTo>
                      <a:pt x="1336" y="1077"/>
                    </a:lnTo>
                    <a:lnTo>
                      <a:pt x="1877" y="764"/>
                    </a:lnTo>
                    <a:lnTo>
                      <a:pt x="1877" y="314"/>
                    </a:lnTo>
                    <a:lnTo>
                      <a:pt x="1336" y="0"/>
                    </a:lnTo>
                    <a:close/>
                  </a:path>
                </a:pathLst>
              </a:custGeom>
              <a:solidFill>
                <a:srgbClr val="F5F5F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7" name="Google Shape;257;p13"/>
              <p:cNvSpPr/>
              <p:nvPr/>
            </p:nvSpPr>
            <p:spPr>
              <a:xfrm>
                <a:off x="8339281" y="1047372"/>
                <a:ext cx="75280" cy="21311"/>
              </a:xfrm>
              <a:custGeom>
                <a:rect b="b" l="l" r="r" t="t"/>
                <a:pathLst>
                  <a:path extrusionOk="0" h="370" w="1307">
                    <a:moveTo>
                      <a:pt x="379" y="0"/>
                    </a:moveTo>
                    <a:lnTo>
                      <a:pt x="1" y="219"/>
                    </a:lnTo>
                    <a:lnTo>
                      <a:pt x="1" y="369"/>
                    </a:lnTo>
                    <a:lnTo>
                      <a:pt x="1306" y="369"/>
                    </a:lnTo>
                    <a:lnTo>
                      <a:pt x="1306" y="219"/>
                    </a:lnTo>
                    <a:lnTo>
                      <a:pt x="924" y="0"/>
                    </a:lnTo>
                    <a:close/>
                  </a:path>
                </a:pathLst>
              </a:custGeom>
              <a:solidFill>
                <a:srgbClr val="A39C9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8" name="Google Shape;258;p13"/>
              <p:cNvSpPr/>
              <p:nvPr/>
            </p:nvSpPr>
            <p:spPr>
              <a:xfrm>
                <a:off x="8339281" y="1056011"/>
                <a:ext cx="75280" cy="34443"/>
              </a:xfrm>
              <a:custGeom>
                <a:rect b="b" l="l" r="r" t="t"/>
                <a:pathLst>
                  <a:path extrusionOk="0" h="598" w="1307">
                    <a:moveTo>
                      <a:pt x="379" y="0"/>
                    </a:moveTo>
                    <a:lnTo>
                      <a:pt x="1" y="219"/>
                    </a:lnTo>
                    <a:lnTo>
                      <a:pt x="1" y="382"/>
                    </a:lnTo>
                    <a:lnTo>
                      <a:pt x="379" y="598"/>
                    </a:lnTo>
                    <a:lnTo>
                      <a:pt x="924" y="598"/>
                    </a:lnTo>
                    <a:lnTo>
                      <a:pt x="1306" y="382"/>
                    </a:lnTo>
                    <a:lnTo>
                      <a:pt x="1306" y="219"/>
                    </a:lnTo>
                    <a:lnTo>
                      <a:pt x="924" y="0"/>
                    </a:lnTo>
                    <a:close/>
                  </a:path>
                </a:pathLst>
              </a:custGeom>
              <a:solidFill>
                <a:srgbClr val="5E4439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9" name="Google Shape;259;p13"/>
              <p:cNvSpPr/>
              <p:nvPr/>
            </p:nvSpPr>
            <p:spPr>
              <a:xfrm>
                <a:off x="8350224" y="1100764"/>
                <a:ext cx="49476" cy="11692"/>
              </a:xfrm>
              <a:custGeom>
                <a:rect b="b" l="l" r="r" t="t"/>
                <a:pathLst>
                  <a:path extrusionOk="0" h="203" w="859">
                    <a:moveTo>
                      <a:pt x="69" y="0"/>
                    </a:moveTo>
                    <a:lnTo>
                      <a:pt x="0" y="26"/>
                    </a:lnTo>
                    <a:lnTo>
                      <a:pt x="69" y="203"/>
                    </a:lnTo>
                    <a:lnTo>
                      <a:pt x="859" y="203"/>
                    </a:lnTo>
                    <a:lnTo>
                      <a:pt x="859" y="0"/>
                    </a:lnTo>
                    <a:close/>
                  </a:path>
                </a:pathLst>
              </a:custGeom>
              <a:solidFill>
                <a:srgbClr val="87878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0" name="Google Shape;260;p13"/>
              <p:cNvSpPr/>
              <p:nvPr/>
            </p:nvSpPr>
            <p:spPr>
              <a:xfrm>
                <a:off x="8322751" y="1082678"/>
                <a:ext cx="31448" cy="29778"/>
              </a:xfrm>
              <a:custGeom>
                <a:rect b="b" l="l" r="r" t="t"/>
                <a:pathLst>
                  <a:path extrusionOk="0" h="517" w="546">
                    <a:moveTo>
                      <a:pt x="1" y="1"/>
                    </a:moveTo>
                    <a:lnTo>
                      <a:pt x="1" y="190"/>
                    </a:lnTo>
                    <a:lnTo>
                      <a:pt x="546" y="517"/>
                    </a:lnTo>
                    <a:lnTo>
                      <a:pt x="546" y="314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rgbClr val="87878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1" name="Google Shape;261;p13"/>
              <p:cNvSpPr/>
              <p:nvPr/>
            </p:nvSpPr>
            <p:spPr>
              <a:xfrm>
                <a:off x="8331390" y="1043397"/>
                <a:ext cx="90889" cy="51780"/>
              </a:xfrm>
              <a:custGeom>
                <a:rect b="b" l="l" r="r" t="t"/>
                <a:pathLst>
                  <a:path extrusionOk="0" h="899" w="1578">
                    <a:moveTo>
                      <a:pt x="464" y="1"/>
                    </a:moveTo>
                    <a:lnTo>
                      <a:pt x="1" y="262"/>
                    </a:lnTo>
                    <a:lnTo>
                      <a:pt x="1" y="641"/>
                    </a:lnTo>
                    <a:lnTo>
                      <a:pt x="464" y="898"/>
                    </a:lnTo>
                    <a:lnTo>
                      <a:pt x="1117" y="898"/>
                    </a:lnTo>
                    <a:lnTo>
                      <a:pt x="1577" y="641"/>
                    </a:lnTo>
                    <a:lnTo>
                      <a:pt x="1577" y="262"/>
                    </a:lnTo>
                    <a:lnTo>
                      <a:pt x="1117" y="1"/>
                    </a:lnTo>
                    <a:close/>
                  </a:path>
                </a:pathLst>
              </a:custGeom>
              <a:solidFill>
                <a:srgbClr val="2D2C3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2" name="Google Shape;262;p13"/>
              <p:cNvSpPr/>
              <p:nvPr/>
            </p:nvSpPr>
            <p:spPr>
              <a:xfrm>
                <a:off x="8372169" y="968234"/>
                <a:ext cx="9504" cy="120724"/>
              </a:xfrm>
              <a:custGeom>
                <a:rect b="b" l="l" r="r" t="t"/>
                <a:pathLst>
                  <a:path extrusionOk="0" h="2096" w="165">
                    <a:moveTo>
                      <a:pt x="1" y="0"/>
                    </a:moveTo>
                    <a:lnTo>
                      <a:pt x="1" y="2096"/>
                    </a:lnTo>
                    <a:lnTo>
                      <a:pt x="164" y="2096"/>
                    </a:lnTo>
                    <a:lnTo>
                      <a:pt x="164" y="0"/>
                    </a:lnTo>
                    <a:close/>
                  </a:path>
                </a:pathLst>
              </a:custGeom>
              <a:solidFill>
                <a:srgbClr val="50505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3" name="Google Shape;263;p13"/>
              <p:cNvSpPr/>
              <p:nvPr/>
            </p:nvSpPr>
            <p:spPr>
              <a:xfrm>
                <a:off x="8381614" y="964433"/>
                <a:ext cx="6969" cy="124526"/>
              </a:xfrm>
              <a:custGeom>
                <a:rect b="b" l="l" r="r" t="t"/>
                <a:pathLst>
                  <a:path extrusionOk="0" h="2162" w="121">
                    <a:moveTo>
                      <a:pt x="121" y="1"/>
                    </a:moveTo>
                    <a:lnTo>
                      <a:pt x="0" y="66"/>
                    </a:lnTo>
                    <a:lnTo>
                      <a:pt x="0" y="2162"/>
                    </a:lnTo>
                    <a:lnTo>
                      <a:pt x="121" y="2093"/>
                    </a:lnTo>
                    <a:lnTo>
                      <a:pt x="121" y="1"/>
                    </a:lnTo>
                    <a:close/>
                  </a:path>
                </a:pathLst>
              </a:custGeom>
              <a:solidFill>
                <a:srgbClr val="50505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4" name="Google Shape;264;p13"/>
              <p:cNvSpPr/>
              <p:nvPr/>
            </p:nvSpPr>
            <p:spPr>
              <a:xfrm>
                <a:off x="8365027" y="964433"/>
                <a:ext cx="7200" cy="124526"/>
              </a:xfrm>
              <a:custGeom>
                <a:rect b="b" l="l" r="r" t="t"/>
                <a:pathLst>
                  <a:path extrusionOk="0" h="2162" w="125">
                    <a:moveTo>
                      <a:pt x="1" y="1"/>
                    </a:moveTo>
                    <a:lnTo>
                      <a:pt x="1" y="2093"/>
                    </a:lnTo>
                    <a:lnTo>
                      <a:pt x="125" y="2162"/>
                    </a:lnTo>
                    <a:lnTo>
                      <a:pt x="125" y="66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rgbClr val="50505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5" name="Google Shape;265;p13"/>
              <p:cNvSpPr/>
              <p:nvPr/>
            </p:nvSpPr>
            <p:spPr>
              <a:xfrm>
                <a:off x="8365027" y="955044"/>
                <a:ext cx="23557" cy="13247"/>
              </a:xfrm>
              <a:custGeom>
                <a:rect b="b" l="l" r="r" t="t"/>
                <a:pathLst>
                  <a:path extrusionOk="0" h="230" w="409">
                    <a:moveTo>
                      <a:pt x="125" y="1"/>
                    </a:moveTo>
                    <a:lnTo>
                      <a:pt x="1" y="66"/>
                    </a:lnTo>
                    <a:lnTo>
                      <a:pt x="1" y="164"/>
                    </a:lnTo>
                    <a:lnTo>
                      <a:pt x="125" y="229"/>
                    </a:lnTo>
                    <a:lnTo>
                      <a:pt x="288" y="229"/>
                    </a:lnTo>
                    <a:lnTo>
                      <a:pt x="409" y="164"/>
                    </a:lnTo>
                    <a:lnTo>
                      <a:pt x="409" y="66"/>
                    </a:lnTo>
                    <a:lnTo>
                      <a:pt x="288" y="1"/>
                    </a:lnTo>
                    <a:close/>
                  </a:path>
                </a:pathLst>
              </a:custGeom>
              <a:solidFill>
                <a:srgbClr val="50505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6" name="Google Shape;266;p13"/>
              <p:cNvSpPr/>
              <p:nvPr/>
            </p:nvSpPr>
            <p:spPr>
              <a:xfrm>
                <a:off x="8297005" y="513279"/>
                <a:ext cx="159084" cy="470053"/>
              </a:xfrm>
              <a:custGeom>
                <a:rect b="b" l="l" r="r" t="t"/>
                <a:pathLst>
                  <a:path extrusionOk="0" h="8161" w="2762">
                    <a:moveTo>
                      <a:pt x="1388" y="0"/>
                    </a:moveTo>
                    <a:lnTo>
                      <a:pt x="0" y="7031"/>
                    </a:lnTo>
                    <a:lnTo>
                      <a:pt x="0" y="7684"/>
                    </a:lnTo>
                    <a:lnTo>
                      <a:pt x="816" y="8160"/>
                    </a:lnTo>
                    <a:lnTo>
                      <a:pt x="1959" y="8160"/>
                    </a:lnTo>
                    <a:lnTo>
                      <a:pt x="2762" y="7684"/>
                    </a:lnTo>
                    <a:lnTo>
                      <a:pt x="2762" y="7031"/>
                    </a:lnTo>
                    <a:lnTo>
                      <a:pt x="1388" y="0"/>
                    </a:lnTo>
                    <a:close/>
                  </a:path>
                </a:pathLst>
              </a:custGeom>
              <a:solidFill>
                <a:srgbClr val="7FA31D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7" name="Google Shape;267;p13"/>
              <p:cNvSpPr/>
              <p:nvPr/>
            </p:nvSpPr>
            <p:spPr>
              <a:xfrm>
                <a:off x="8344004" y="513279"/>
                <a:ext cx="112085" cy="470053"/>
              </a:xfrm>
              <a:custGeom>
                <a:rect b="b" l="l" r="r" t="t"/>
                <a:pathLst>
                  <a:path extrusionOk="0" h="8161" w="1946">
                    <a:moveTo>
                      <a:pt x="572" y="0"/>
                    </a:moveTo>
                    <a:lnTo>
                      <a:pt x="0" y="8160"/>
                    </a:lnTo>
                    <a:lnTo>
                      <a:pt x="1143" y="8160"/>
                    </a:lnTo>
                    <a:lnTo>
                      <a:pt x="1946" y="7684"/>
                    </a:lnTo>
                    <a:lnTo>
                      <a:pt x="1946" y="7031"/>
                    </a:lnTo>
                    <a:lnTo>
                      <a:pt x="572" y="0"/>
                    </a:lnTo>
                    <a:close/>
                  </a:path>
                </a:pathLst>
              </a:custGeom>
              <a:solidFill>
                <a:srgbClr val="2D2C37">
                  <a:alpha val="3354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68" name="Google Shape;268;p13"/>
            <p:cNvGrpSpPr/>
            <p:nvPr/>
          </p:nvGrpSpPr>
          <p:grpSpPr>
            <a:xfrm>
              <a:off x="897235" y="4318406"/>
              <a:ext cx="390638" cy="461685"/>
              <a:chOff x="6819875" y="4319550"/>
              <a:chExt cx="399875" cy="472650"/>
            </a:xfrm>
          </p:grpSpPr>
          <p:sp>
            <p:nvSpPr>
              <p:cNvPr id="269" name="Google Shape;269;p13"/>
              <p:cNvSpPr/>
              <p:nvPr/>
            </p:nvSpPr>
            <p:spPr>
              <a:xfrm>
                <a:off x="6819875" y="4422200"/>
                <a:ext cx="208525" cy="291425"/>
              </a:xfrm>
              <a:custGeom>
                <a:rect b="b" l="l" r="r" t="t"/>
                <a:pathLst>
                  <a:path extrusionOk="0" h="11657" w="8341">
                    <a:moveTo>
                      <a:pt x="7890" y="1"/>
                    </a:moveTo>
                    <a:lnTo>
                      <a:pt x="1" y="11412"/>
                    </a:lnTo>
                    <a:lnTo>
                      <a:pt x="409" y="11657"/>
                    </a:lnTo>
                    <a:lnTo>
                      <a:pt x="8340" y="6855"/>
                    </a:lnTo>
                    <a:lnTo>
                      <a:pt x="7753" y="6219"/>
                    </a:lnTo>
                    <a:lnTo>
                      <a:pt x="2530" y="9195"/>
                    </a:lnTo>
                    <a:lnTo>
                      <a:pt x="2530" y="9195"/>
                    </a:lnTo>
                    <a:lnTo>
                      <a:pt x="7782" y="1812"/>
                    </a:lnTo>
                    <a:lnTo>
                      <a:pt x="7890" y="1"/>
                    </a:lnTo>
                    <a:close/>
                  </a:path>
                </a:pathLst>
              </a:custGeom>
              <a:solidFill>
                <a:srgbClr val="87878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0" name="Google Shape;270;p13"/>
              <p:cNvSpPr/>
              <p:nvPr/>
            </p:nvSpPr>
            <p:spPr>
              <a:xfrm>
                <a:off x="6830075" y="4428325"/>
                <a:ext cx="208525" cy="285300"/>
              </a:xfrm>
              <a:custGeom>
                <a:rect b="b" l="l" r="r" t="t"/>
                <a:pathLst>
                  <a:path extrusionOk="0" h="11412" w="8341">
                    <a:moveTo>
                      <a:pt x="7890" y="1"/>
                    </a:moveTo>
                    <a:lnTo>
                      <a:pt x="1" y="11412"/>
                    </a:lnTo>
                    <a:lnTo>
                      <a:pt x="8340" y="6871"/>
                    </a:lnTo>
                    <a:lnTo>
                      <a:pt x="7753" y="6218"/>
                    </a:lnTo>
                    <a:lnTo>
                      <a:pt x="2530" y="9208"/>
                    </a:lnTo>
                    <a:lnTo>
                      <a:pt x="7782" y="1825"/>
                    </a:lnTo>
                    <a:lnTo>
                      <a:pt x="7890" y="1"/>
                    </a:lnTo>
                    <a:close/>
                  </a:path>
                </a:pathLst>
              </a:custGeom>
              <a:solidFill>
                <a:srgbClr val="2D2C3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1" name="Google Shape;271;p13"/>
              <p:cNvSpPr/>
              <p:nvPr/>
            </p:nvSpPr>
            <p:spPr>
              <a:xfrm>
                <a:off x="6878375" y="4319550"/>
                <a:ext cx="116975" cy="472650"/>
              </a:xfrm>
              <a:custGeom>
                <a:rect b="b" l="l" r="r" t="t"/>
                <a:pathLst>
                  <a:path extrusionOk="0" h="18906" w="4679">
                    <a:moveTo>
                      <a:pt x="4678" y="1"/>
                    </a:moveTo>
                    <a:lnTo>
                      <a:pt x="4042" y="190"/>
                    </a:lnTo>
                    <a:lnTo>
                      <a:pt x="1" y="18648"/>
                    </a:lnTo>
                    <a:lnTo>
                      <a:pt x="533" y="18906"/>
                    </a:lnTo>
                    <a:lnTo>
                      <a:pt x="4678" y="1"/>
                    </a:lnTo>
                    <a:close/>
                  </a:path>
                </a:pathLst>
              </a:custGeom>
              <a:solidFill>
                <a:srgbClr val="B1282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2" name="Google Shape;272;p13"/>
              <p:cNvSpPr/>
              <p:nvPr/>
            </p:nvSpPr>
            <p:spPr>
              <a:xfrm>
                <a:off x="6891675" y="4319550"/>
                <a:ext cx="328075" cy="472650"/>
              </a:xfrm>
              <a:custGeom>
                <a:rect b="b" l="l" r="r" t="t"/>
                <a:pathLst>
                  <a:path extrusionOk="0" h="18906" w="13123">
                    <a:moveTo>
                      <a:pt x="4146" y="1"/>
                    </a:moveTo>
                    <a:lnTo>
                      <a:pt x="1" y="18906"/>
                    </a:lnTo>
                    <a:lnTo>
                      <a:pt x="13122" y="11343"/>
                    </a:lnTo>
                    <a:lnTo>
                      <a:pt x="4146" y="1"/>
                    </a:lnTo>
                    <a:close/>
                  </a:path>
                </a:pathLst>
              </a:custGeom>
              <a:solidFill>
                <a:srgbClr val="F5F5F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3" name="Google Shape;273;p13"/>
              <p:cNvSpPr/>
              <p:nvPr/>
            </p:nvSpPr>
            <p:spPr>
              <a:xfrm>
                <a:off x="6908650" y="4339625"/>
                <a:ext cx="298850" cy="432825"/>
              </a:xfrm>
              <a:custGeom>
                <a:rect b="b" l="l" r="r" t="t"/>
                <a:pathLst>
                  <a:path extrusionOk="0" h="17313" w="11954">
                    <a:moveTo>
                      <a:pt x="3536" y="1"/>
                    </a:moveTo>
                    <a:lnTo>
                      <a:pt x="1" y="17313"/>
                    </a:lnTo>
                    <a:lnTo>
                      <a:pt x="1" y="17313"/>
                    </a:lnTo>
                    <a:lnTo>
                      <a:pt x="11954" y="10419"/>
                    </a:lnTo>
                    <a:lnTo>
                      <a:pt x="3536" y="1"/>
                    </a:lnTo>
                    <a:close/>
                  </a:path>
                </a:pathLst>
              </a:custGeom>
              <a:solidFill>
                <a:srgbClr val="E7363C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4" name="Google Shape;274;p13"/>
              <p:cNvSpPr/>
              <p:nvPr/>
            </p:nvSpPr>
            <p:spPr>
              <a:xfrm>
                <a:off x="6951175" y="4386875"/>
                <a:ext cx="220025" cy="330825"/>
              </a:xfrm>
              <a:custGeom>
                <a:rect b="b" l="l" r="r" t="t"/>
                <a:pathLst>
                  <a:path extrusionOk="0" h="13233" w="8801">
                    <a:moveTo>
                      <a:pt x="2272" y="0"/>
                    </a:moveTo>
                    <a:lnTo>
                      <a:pt x="0" y="13233"/>
                    </a:lnTo>
                    <a:lnTo>
                      <a:pt x="8800" y="8160"/>
                    </a:lnTo>
                    <a:lnTo>
                      <a:pt x="2272" y="0"/>
                    </a:lnTo>
                    <a:close/>
                  </a:path>
                </a:pathLst>
              </a:custGeom>
              <a:solidFill>
                <a:srgbClr val="F5F5F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5" name="Google Shape;275;p13"/>
              <p:cNvSpPr/>
              <p:nvPr/>
            </p:nvSpPr>
            <p:spPr>
              <a:xfrm>
                <a:off x="7014425" y="4465450"/>
                <a:ext cx="55425" cy="174075"/>
              </a:xfrm>
              <a:custGeom>
                <a:rect b="b" l="l" r="r" t="t"/>
                <a:pathLst>
                  <a:path extrusionOk="0" h="6963" w="2217">
                    <a:moveTo>
                      <a:pt x="1129" y="1"/>
                    </a:moveTo>
                    <a:lnTo>
                      <a:pt x="0" y="653"/>
                    </a:lnTo>
                    <a:lnTo>
                      <a:pt x="313" y="2351"/>
                    </a:lnTo>
                    <a:lnTo>
                      <a:pt x="966" y="4636"/>
                    </a:lnTo>
                    <a:lnTo>
                      <a:pt x="1671" y="4228"/>
                    </a:lnTo>
                    <a:lnTo>
                      <a:pt x="1440" y="1714"/>
                    </a:lnTo>
                    <a:lnTo>
                      <a:pt x="1129" y="1"/>
                    </a:lnTo>
                    <a:close/>
                    <a:moveTo>
                      <a:pt x="1586" y="4950"/>
                    </a:moveTo>
                    <a:cubicBezTo>
                      <a:pt x="1522" y="4950"/>
                      <a:pt x="1456" y="4967"/>
                      <a:pt x="1387" y="5004"/>
                    </a:cubicBezTo>
                    <a:cubicBezTo>
                      <a:pt x="1074" y="5194"/>
                      <a:pt x="924" y="5713"/>
                      <a:pt x="1031" y="6268"/>
                    </a:cubicBezTo>
                    <a:cubicBezTo>
                      <a:pt x="1109" y="6709"/>
                      <a:pt x="1311" y="6962"/>
                      <a:pt x="1546" y="6962"/>
                    </a:cubicBezTo>
                    <a:cubicBezTo>
                      <a:pt x="1609" y="6962"/>
                      <a:pt x="1674" y="6944"/>
                      <a:pt x="1740" y="6907"/>
                    </a:cubicBezTo>
                    <a:cubicBezTo>
                      <a:pt x="2066" y="6718"/>
                      <a:pt x="2216" y="6215"/>
                      <a:pt x="2109" y="5644"/>
                    </a:cubicBezTo>
                    <a:cubicBezTo>
                      <a:pt x="2021" y="5203"/>
                      <a:pt x="1825" y="4950"/>
                      <a:pt x="1586" y="4950"/>
                    </a:cubicBezTo>
                    <a:close/>
                  </a:path>
                </a:pathLst>
              </a:custGeom>
              <a:solidFill>
                <a:srgbClr val="2D2C3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">
  <p:cSld name="BLANK_1_1"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14"/>
          <p:cNvSpPr/>
          <p:nvPr/>
        </p:nvSpPr>
        <p:spPr>
          <a:xfrm>
            <a:off x="3928900" y="4552200"/>
            <a:ext cx="4941600" cy="312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8" name="Google Shape;278;p14"/>
          <p:cNvSpPr/>
          <p:nvPr/>
        </p:nvSpPr>
        <p:spPr>
          <a:xfrm>
            <a:off x="3928900" y="279300"/>
            <a:ext cx="4941600" cy="45849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279" name="Google Shape;279;p14"/>
          <p:cNvSpPr/>
          <p:nvPr/>
        </p:nvSpPr>
        <p:spPr>
          <a:xfrm>
            <a:off x="0" y="0"/>
            <a:ext cx="3685800" cy="5143500"/>
          </a:xfrm>
          <a:prstGeom prst="roundRect">
            <a:avLst>
              <a:gd fmla="val 0" name="adj"/>
            </a:avLst>
          </a:prstGeom>
          <a:solidFill>
            <a:srgbClr val="5BADFB">
              <a:alpha val="6211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0" name="Google Shape;280;p14"/>
          <p:cNvSpPr txBox="1"/>
          <p:nvPr>
            <p:ph type="title"/>
          </p:nvPr>
        </p:nvSpPr>
        <p:spPr>
          <a:xfrm>
            <a:off x="4285705" y="3758025"/>
            <a:ext cx="4145100" cy="531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3000"/>
              <a:buNone/>
              <a:defRPr sz="2700">
                <a:latin typeface="Lexend ExtraBold"/>
                <a:ea typeface="Lexend ExtraBold"/>
                <a:cs typeface="Lexend ExtraBold"/>
                <a:sym typeface="Lexend ExtraBold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281" name="Google Shape;281;p14"/>
          <p:cNvSpPr txBox="1"/>
          <p:nvPr>
            <p:ph idx="1" type="subTitle"/>
          </p:nvPr>
        </p:nvSpPr>
        <p:spPr>
          <a:xfrm>
            <a:off x="4285600" y="1466550"/>
            <a:ext cx="4145100" cy="2372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2700"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3000"/>
              <a:buNone/>
              <a:defRPr sz="3000"/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">
  <p:cSld name="CUSTOM"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15"/>
          <p:cNvSpPr/>
          <p:nvPr/>
        </p:nvSpPr>
        <p:spPr>
          <a:xfrm>
            <a:off x="280800" y="279300"/>
            <a:ext cx="8582400" cy="45849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4" name="Google Shape;284;p15"/>
          <p:cNvSpPr/>
          <p:nvPr/>
        </p:nvSpPr>
        <p:spPr>
          <a:xfrm>
            <a:off x="281825" y="279300"/>
            <a:ext cx="8582400" cy="162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5" name="Google Shape;285;p15"/>
          <p:cNvSpPr txBox="1"/>
          <p:nvPr>
            <p:ph type="title"/>
          </p:nvPr>
        </p:nvSpPr>
        <p:spPr>
          <a:xfrm>
            <a:off x="720000" y="1113150"/>
            <a:ext cx="3174300" cy="1632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700"/>
              <a:buNone/>
              <a:defRPr sz="2700">
                <a:latin typeface="Lexend ExtraBold"/>
                <a:ea typeface="Lexend ExtraBold"/>
                <a:cs typeface="Lexend ExtraBold"/>
                <a:sym typeface="Lexend Extra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286" name="Google Shape;286;p15"/>
          <p:cNvSpPr txBox="1"/>
          <p:nvPr>
            <p:ph idx="1" type="subTitle"/>
          </p:nvPr>
        </p:nvSpPr>
        <p:spPr>
          <a:xfrm>
            <a:off x="720000" y="2821330"/>
            <a:ext cx="3174300" cy="111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287" name="Google Shape;287;p15"/>
          <p:cNvSpPr/>
          <p:nvPr>
            <p:ph idx="2" type="pic"/>
          </p:nvPr>
        </p:nvSpPr>
        <p:spPr>
          <a:xfrm>
            <a:off x="4672100" y="441300"/>
            <a:ext cx="4192200" cy="44229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sp>
      <p:grpSp>
        <p:nvGrpSpPr>
          <p:cNvPr id="288" name="Google Shape;288;p15"/>
          <p:cNvGrpSpPr/>
          <p:nvPr/>
        </p:nvGrpSpPr>
        <p:grpSpPr>
          <a:xfrm>
            <a:off x="399074" y="3862232"/>
            <a:ext cx="314144" cy="1183135"/>
            <a:chOff x="8297005" y="513279"/>
            <a:chExt cx="159084" cy="599177"/>
          </a:xfrm>
        </p:grpSpPr>
        <p:sp>
          <p:nvSpPr>
            <p:cNvPr id="289" name="Google Shape;289;p15"/>
            <p:cNvSpPr/>
            <p:nvPr/>
          </p:nvSpPr>
          <p:spPr>
            <a:xfrm>
              <a:off x="8388526" y="1082678"/>
              <a:ext cx="42392" cy="29778"/>
            </a:xfrm>
            <a:custGeom>
              <a:rect b="b" l="l" r="r" t="t"/>
              <a:pathLst>
                <a:path extrusionOk="0" h="517" w="736">
                  <a:moveTo>
                    <a:pt x="735" y="1"/>
                  </a:moveTo>
                  <a:lnTo>
                    <a:pt x="1" y="216"/>
                  </a:lnTo>
                  <a:lnTo>
                    <a:pt x="194" y="517"/>
                  </a:lnTo>
                  <a:lnTo>
                    <a:pt x="735" y="190"/>
                  </a:lnTo>
                  <a:lnTo>
                    <a:pt x="735" y="1"/>
                  </a:lnTo>
                  <a:close/>
                </a:path>
              </a:pathLst>
            </a:custGeom>
            <a:solidFill>
              <a:srgbClr val="87878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0" name="Google Shape;290;p15"/>
            <p:cNvSpPr/>
            <p:nvPr/>
          </p:nvSpPr>
          <p:spPr>
            <a:xfrm>
              <a:off x="8322751" y="1038732"/>
              <a:ext cx="108168" cy="62090"/>
            </a:xfrm>
            <a:custGeom>
              <a:rect b="b" l="l" r="r" t="t"/>
              <a:pathLst>
                <a:path extrusionOk="0" h="1078" w="1878">
                  <a:moveTo>
                    <a:pt x="546" y="0"/>
                  </a:moveTo>
                  <a:lnTo>
                    <a:pt x="1" y="314"/>
                  </a:lnTo>
                  <a:lnTo>
                    <a:pt x="1" y="764"/>
                  </a:lnTo>
                  <a:lnTo>
                    <a:pt x="546" y="1077"/>
                  </a:lnTo>
                  <a:lnTo>
                    <a:pt x="1336" y="1077"/>
                  </a:lnTo>
                  <a:lnTo>
                    <a:pt x="1877" y="764"/>
                  </a:lnTo>
                  <a:lnTo>
                    <a:pt x="1877" y="314"/>
                  </a:lnTo>
                  <a:lnTo>
                    <a:pt x="1336" y="0"/>
                  </a:lnTo>
                  <a:close/>
                </a:path>
              </a:pathLst>
            </a:custGeom>
            <a:solidFill>
              <a:srgbClr val="F5F5F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1" name="Google Shape;291;p15"/>
            <p:cNvSpPr/>
            <p:nvPr/>
          </p:nvSpPr>
          <p:spPr>
            <a:xfrm>
              <a:off x="8339281" y="1047372"/>
              <a:ext cx="75280" cy="21311"/>
            </a:xfrm>
            <a:custGeom>
              <a:rect b="b" l="l" r="r" t="t"/>
              <a:pathLst>
                <a:path extrusionOk="0" h="370" w="1307">
                  <a:moveTo>
                    <a:pt x="379" y="0"/>
                  </a:moveTo>
                  <a:lnTo>
                    <a:pt x="1" y="219"/>
                  </a:lnTo>
                  <a:lnTo>
                    <a:pt x="1" y="369"/>
                  </a:lnTo>
                  <a:lnTo>
                    <a:pt x="1306" y="369"/>
                  </a:lnTo>
                  <a:lnTo>
                    <a:pt x="1306" y="219"/>
                  </a:lnTo>
                  <a:lnTo>
                    <a:pt x="924" y="0"/>
                  </a:lnTo>
                  <a:close/>
                </a:path>
              </a:pathLst>
            </a:custGeom>
            <a:solidFill>
              <a:srgbClr val="A39C9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2" name="Google Shape;292;p15"/>
            <p:cNvSpPr/>
            <p:nvPr/>
          </p:nvSpPr>
          <p:spPr>
            <a:xfrm>
              <a:off x="8339281" y="1056011"/>
              <a:ext cx="75280" cy="34443"/>
            </a:xfrm>
            <a:custGeom>
              <a:rect b="b" l="l" r="r" t="t"/>
              <a:pathLst>
                <a:path extrusionOk="0" h="598" w="1307">
                  <a:moveTo>
                    <a:pt x="379" y="0"/>
                  </a:moveTo>
                  <a:lnTo>
                    <a:pt x="1" y="219"/>
                  </a:lnTo>
                  <a:lnTo>
                    <a:pt x="1" y="382"/>
                  </a:lnTo>
                  <a:lnTo>
                    <a:pt x="379" y="598"/>
                  </a:lnTo>
                  <a:lnTo>
                    <a:pt x="924" y="598"/>
                  </a:lnTo>
                  <a:lnTo>
                    <a:pt x="1306" y="382"/>
                  </a:lnTo>
                  <a:lnTo>
                    <a:pt x="1306" y="219"/>
                  </a:lnTo>
                  <a:lnTo>
                    <a:pt x="924" y="0"/>
                  </a:lnTo>
                  <a:close/>
                </a:path>
              </a:pathLst>
            </a:custGeom>
            <a:solidFill>
              <a:srgbClr val="5E443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3" name="Google Shape;293;p15"/>
            <p:cNvSpPr/>
            <p:nvPr/>
          </p:nvSpPr>
          <p:spPr>
            <a:xfrm>
              <a:off x="8350224" y="1100764"/>
              <a:ext cx="49476" cy="11692"/>
            </a:xfrm>
            <a:custGeom>
              <a:rect b="b" l="l" r="r" t="t"/>
              <a:pathLst>
                <a:path extrusionOk="0" h="203" w="859">
                  <a:moveTo>
                    <a:pt x="69" y="0"/>
                  </a:moveTo>
                  <a:lnTo>
                    <a:pt x="0" y="26"/>
                  </a:lnTo>
                  <a:lnTo>
                    <a:pt x="69" y="203"/>
                  </a:lnTo>
                  <a:lnTo>
                    <a:pt x="859" y="203"/>
                  </a:lnTo>
                  <a:lnTo>
                    <a:pt x="859" y="0"/>
                  </a:lnTo>
                  <a:close/>
                </a:path>
              </a:pathLst>
            </a:custGeom>
            <a:solidFill>
              <a:srgbClr val="87878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4" name="Google Shape;294;p15"/>
            <p:cNvSpPr/>
            <p:nvPr/>
          </p:nvSpPr>
          <p:spPr>
            <a:xfrm>
              <a:off x="8322751" y="1082678"/>
              <a:ext cx="31448" cy="29778"/>
            </a:xfrm>
            <a:custGeom>
              <a:rect b="b" l="l" r="r" t="t"/>
              <a:pathLst>
                <a:path extrusionOk="0" h="517" w="546">
                  <a:moveTo>
                    <a:pt x="1" y="1"/>
                  </a:moveTo>
                  <a:lnTo>
                    <a:pt x="1" y="190"/>
                  </a:lnTo>
                  <a:lnTo>
                    <a:pt x="546" y="517"/>
                  </a:lnTo>
                  <a:lnTo>
                    <a:pt x="546" y="314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87878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5" name="Google Shape;295;p15"/>
            <p:cNvSpPr/>
            <p:nvPr/>
          </p:nvSpPr>
          <p:spPr>
            <a:xfrm>
              <a:off x="8331390" y="1043397"/>
              <a:ext cx="90889" cy="51780"/>
            </a:xfrm>
            <a:custGeom>
              <a:rect b="b" l="l" r="r" t="t"/>
              <a:pathLst>
                <a:path extrusionOk="0" h="899" w="1578">
                  <a:moveTo>
                    <a:pt x="464" y="1"/>
                  </a:moveTo>
                  <a:lnTo>
                    <a:pt x="1" y="262"/>
                  </a:lnTo>
                  <a:lnTo>
                    <a:pt x="1" y="641"/>
                  </a:lnTo>
                  <a:lnTo>
                    <a:pt x="464" y="898"/>
                  </a:lnTo>
                  <a:lnTo>
                    <a:pt x="1117" y="898"/>
                  </a:lnTo>
                  <a:lnTo>
                    <a:pt x="1577" y="641"/>
                  </a:lnTo>
                  <a:lnTo>
                    <a:pt x="1577" y="262"/>
                  </a:lnTo>
                  <a:lnTo>
                    <a:pt x="1117" y="1"/>
                  </a:lnTo>
                  <a:close/>
                </a:path>
              </a:pathLst>
            </a:custGeom>
            <a:solidFill>
              <a:srgbClr val="2D2C3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6" name="Google Shape;296;p15"/>
            <p:cNvSpPr/>
            <p:nvPr/>
          </p:nvSpPr>
          <p:spPr>
            <a:xfrm>
              <a:off x="8372169" y="968234"/>
              <a:ext cx="9504" cy="120724"/>
            </a:xfrm>
            <a:custGeom>
              <a:rect b="b" l="l" r="r" t="t"/>
              <a:pathLst>
                <a:path extrusionOk="0" h="2096" w="165">
                  <a:moveTo>
                    <a:pt x="1" y="0"/>
                  </a:moveTo>
                  <a:lnTo>
                    <a:pt x="1" y="2096"/>
                  </a:lnTo>
                  <a:lnTo>
                    <a:pt x="164" y="2096"/>
                  </a:lnTo>
                  <a:lnTo>
                    <a:pt x="164" y="0"/>
                  </a:lnTo>
                  <a:close/>
                </a:path>
              </a:pathLst>
            </a:custGeom>
            <a:solidFill>
              <a:srgbClr val="50505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7" name="Google Shape;297;p15"/>
            <p:cNvSpPr/>
            <p:nvPr/>
          </p:nvSpPr>
          <p:spPr>
            <a:xfrm>
              <a:off x="8381614" y="964433"/>
              <a:ext cx="6969" cy="124526"/>
            </a:xfrm>
            <a:custGeom>
              <a:rect b="b" l="l" r="r" t="t"/>
              <a:pathLst>
                <a:path extrusionOk="0" h="2162" w="121">
                  <a:moveTo>
                    <a:pt x="121" y="1"/>
                  </a:moveTo>
                  <a:lnTo>
                    <a:pt x="0" y="66"/>
                  </a:lnTo>
                  <a:lnTo>
                    <a:pt x="0" y="2162"/>
                  </a:lnTo>
                  <a:lnTo>
                    <a:pt x="121" y="2093"/>
                  </a:lnTo>
                  <a:lnTo>
                    <a:pt x="121" y="1"/>
                  </a:lnTo>
                  <a:close/>
                </a:path>
              </a:pathLst>
            </a:custGeom>
            <a:solidFill>
              <a:srgbClr val="50505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8" name="Google Shape;298;p15"/>
            <p:cNvSpPr/>
            <p:nvPr/>
          </p:nvSpPr>
          <p:spPr>
            <a:xfrm>
              <a:off x="8365027" y="964433"/>
              <a:ext cx="7200" cy="124526"/>
            </a:xfrm>
            <a:custGeom>
              <a:rect b="b" l="l" r="r" t="t"/>
              <a:pathLst>
                <a:path extrusionOk="0" h="2162" w="125">
                  <a:moveTo>
                    <a:pt x="1" y="1"/>
                  </a:moveTo>
                  <a:lnTo>
                    <a:pt x="1" y="2093"/>
                  </a:lnTo>
                  <a:lnTo>
                    <a:pt x="125" y="2162"/>
                  </a:lnTo>
                  <a:lnTo>
                    <a:pt x="125" y="66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50505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9" name="Google Shape;299;p15"/>
            <p:cNvSpPr/>
            <p:nvPr/>
          </p:nvSpPr>
          <p:spPr>
            <a:xfrm>
              <a:off x="8365027" y="955044"/>
              <a:ext cx="23557" cy="13247"/>
            </a:xfrm>
            <a:custGeom>
              <a:rect b="b" l="l" r="r" t="t"/>
              <a:pathLst>
                <a:path extrusionOk="0" h="230" w="409">
                  <a:moveTo>
                    <a:pt x="125" y="1"/>
                  </a:moveTo>
                  <a:lnTo>
                    <a:pt x="1" y="66"/>
                  </a:lnTo>
                  <a:lnTo>
                    <a:pt x="1" y="164"/>
                  </a:lnTo>
                  <a:lnTo>
                    <a:pt x="125" y="229"/>
                  </a:lnTo>
                  <a:lnTo>
                    <a:pt x="288" y="229"/>
                  </a:lnTo>
                  <a:lnTo>
                    <a:pt x="409" y="164"/>
                  </a:lnTo>
                  <a:lnTo>
                    <a:pt x="409" y="66"/>
                  </a:lnTo>
                  <a:lnTo>
                    <a:pt x="288" y="1"/>
                  </a:lnTo>
                  <a:close/>
                </a:path>
              </a:pathLst>
            </a:custGeom>
            <a:solidFill>
              <a:srgbClr val="50505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0" name="Google Shape;300;p15"/>
            <p:cNvSpPr/>
            <p:nvPr/>
          </p:nvSpPr>
          <p:spPr>
            <a:xfrm>
              <a:off x="8297005" y="513279"/>
              <a:ext cx="159084" cy="470053"/>
            </a:xfrm>
            <a:custGeom>
              <a:rect b="b" l="l" r="r" t="t"/>
              <a:pathLst>
                <a:path extrusionOk="0" h="8161" w="2762">
                  <a:moveTo>
                    <a:pt x="1388" y="0"/>
                  </a:moveTo>
                  <a:lnTo>
                    <a:pt x="0" y="7031"/>
                  </a:lnTo>
                  <a:lnTo>
                    <a:pt x="0" y="7684"/>
                  </a:lnTo>
                  <a:lnTo>
                    <a:pt x="816" y="8160"/>
                  </a:lnTo>
                  <a:lnTo>
                    <a:pt x="1959" y="8160"/>
                  </a:lnTo>
                  <a:lnTo>
                    <a:pt x="2762" y="7684"/>
                  </a:lnTo>
                  <a:lnTo>
                    <a:pt x="2762" y="7031"/>
                  </a:lnTo>
                  <a:lnTo>
                    <a:pt x="1388" y="0"/>
                  </a:lnTo>
                  <a:close/>
                </a:path>
              </a:pathLst>
            </a:custGeom>
            <a:solidFill>
              <a:srgbClr val="7FA31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1" name="Google Shape;301;p15"/>
            <p:cNvSpPr/>
            <p:nvPr/>
          </p:nvSpPr>
          <p:spPr>
            <a:xfrm>
              <a:off x="8344004" y="513279"/>
              <a:ext cx="112085" cy="470053"/>
            </a:xfrm>
            <a:custGeom>
              <a:rect b="b" l="l" r="r" t="t"/>
              <a:pathLst>
                <a:path extrusionOk="0" h="8161" w="1946">
                  <a:moveTo>
                    <a:pt x="572" y="0"/>
                  </a:moveTo>
                  <a:lnTo>
                    <a:pt x="0" y="8160"/>
                  </a:lnTo>
                  <a:lnTo>
                    <a:pt x="1143" y="8160"/>
                  </a:lnTo>
                  <a:lnTo>
                    <a:pt x="1946" y="7684"/>
                  </a:lnTo>
                  <a:lnTo>
                    <a:pt x="1946" y="7031"/>
                  </a:lnTo>
                  <a:lnTo>
                    <a:pt x="572" y="0"/>
                  </a:lnTo>
                  <a:close/>
                </a:path>
              </a:pathLst>
            </a:custGeom>
            <a:solidFill>
              <a:srgbClr val="2D2C37">
                <a:alpha val="3354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02" name="Google Shape;302;p15"/>
          <p:cNvGrpSpPr/>
          <p:nvPr/>
        </p:nvGrpSpPr>
        <p:grpSpPr>
          <a:xfrm>
            <a:off x="833110" y="4583681"/>
            <a:ext cx="390638" cy="461685"/>
            <a:chOff x="6819875" y="4319550"/>
            <a:chExt cx="399875" cy="472650"/>
          </a:xfrm>
        </p:grpSpPr>
        <p:sp>
          <p:nvSpPr>
            <p:cNvPr id="303" name="Google Shape;303;p15"/>
            <p:cNvSpPr/>
            <p:nvPr/>
          </p:nvSpPr>
          <p:spPr>
            <a:xfrm>
              <a:off x="6819875" y="4422200"/>
              <a:ext cx="208525" cy="291425"/>
            </a:xfrm>
            <a:custGeom>
              <a:rect b="b" l="l" r="r" t="t"/>
              <a:pathLst>
                <a:path extrusionOk="0" h="11657" w="8341">
                  <a:moveTo>
                    <a:pt x="7890" y="1"/>
                  </a:moveTo>
                  <a:lnTo>
                    <a:pt x="1" y="11412"/>
                  </a:lnTo>
                  <a:lnTo>
                    <a:pt x="409" y="11657"/>
                  </a:lnTo>
                  <a:lnTo>
                    <a:pt x="8340" y="6855"/>
                  </a:lnTo>
                  <a:lnTo>
                    <a:pt x="7753" y="6219"/>
                  </a:lnTo>
                  <a:lnTo>
                    <a:pt x="2530" y="9195"/>
                  </a:lnTo>
                  <a:lnTo>
                    <a:pt x="2530" y="9195"/>
                  </a:lnTo>
                  <a:lnTo>
                    <a:pt x="7782" y="1812"/>
                  </a:lnTo>
                  <a:lnTo>
                    <a:pt x="7890" y="1"/>
                  </a:lnTo>
                  <a:close/>
                </a:path>
              </a:pathLst>
            </a:custGeom>
            <a:solidFill>
              <a:srgbClr val="87878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4" name="Google Shape;304;p15"/>
            <p:cNvSpPr/>
            <p:nvPr/>
          </p:nvSpPr>
          <p:spPr>
            <a:xfrm>
              <a:off x="6830075" y="4428325"/>
              <a:ext cx="208525" cy="285300"/>
            </a:xfrm>
            <a:custGeom>
              <a:rect b="b" l="l" r="r" t="t"/>
              <a:pathLst>
                <a:path extrusionOk="0" h="11412" w="8341">
                  <a:moveTo>
                    <a:pt x="7890" y="1"/>
                  </a:moveTo>
                  <a:lnTo>
                    <a:pt x="1" y="11412"/>
                  </a:lnTo>
                  <a:lnTo>
                    <a:pt x="8340" y="6871"/>
                  </a:lnTo>
                  <a:lnTo>
                    <a:pt x="7753" y="6218"/>
                  </a:lnTo>
                  <a:lnTo>
                    <a:pt x="2530" y="9208"/>
                  </a:lnTo>
                  <a:lnTo>
                    <a:pt x="7782" y="1825"/>
                  </a:lnTo>
                  <a:lnTo>
                    <a:pt x="7890" y="1"/>
                  </a:lnTo>
                  <a:close/>
                </a:path>
              </a:pathLst>
            </a:custGeom>
            <a:solidFill>
              <a:srgbClr val="2D2C3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5" name="Google Shape;305;p15"/>
            <p:cNvSpPr/>
            <p:nvPr/>
          </p:nvSpPr>
          <p:spPr>
            <a:xfrm>
              <a:off x="6878375" y="4319550"/>
              <a:ext cx="116975" cy="472650"/>
            </a:xfrm>
            <a:custGeom>
              <a:rect b="b" l="l" r="r" t="t"/>
              <a:pathLst>
                <a:path extrusionOk="0" h="18906" w="4679">
                  <a:moveTo>
                    <a:pt x="4678" y="1"/>
                  </a:moveTo>
                  <a:lnTo>
                    <a:pt x="4042" y="190"/>
                  </a:lnTo>
                  <a:lnTo>
                    <a:pt x="1" y="18648"/>
                  </a:lnTo>
                  <a:lnTo>
                    <a:pt x="533" y="18906"/>
                  </a:lnTo>
                  <a:lnTo>
                    <a:pt x="4678" y="1"/>
                  </a:lnTo>
                  <a:close/>
                </a:path>
              </a:pathLst>
            </a:custGeom>
            <a:solidFill>
              <a:srgbClr val="B1282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6" name="Google Shape;306;p15"/>
            <p:cNvSpPr/>
            <p:nvPr/>
          </p:nvSpPr>
          <p:spPr>
            <a:xfrm>
              <a:off x="6891675" y="4319550"/>
              <a:ext cx="328075" cy="472650"/>
            </a:xfrm>
            <a:custGeom>
              <a:rect b="b" l="l" r="r" t="t"/>
              <a:pathLst>
                <a:path extrusionOk="0" h="18906" w="13123">
                  <a:moveTo>
                    <a:pt x="4146" y="1"/>
                  </a:moveTo>
                  <a:lnTo>
                    <a:pt x="1" y="18906"/>
                  </a:lnTo>
                  <a:lnTo>
                    <a:pt x="13122" y="11343"/>
                  </a:lnTo>
                  <a:lnTo>
                    <a:pt x="4146" y="1"/>
                  </a:lnTo>
                  <a:close/>
                </a:path>
              </a:pathLst>
            </a:custGeom>
            <a:solidFill>
              <a:srgbClr val="F5F5F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7" name="Google Shape;307;p15"/>
            <p:cNvSpPr/>
            <p:nvPr/>
          </p:nvSpPr>
          <p:spPr>
            <a:xfrm>
              <a:off x="6908650" y="4339625"/>
              <a:ext cx="298850" cy="432825"/>
            </a:xfrm>
            <a:custGeom>
              <a:rect b="b" l="l" r="r" t="t"/>
              <a:pathLst>
                <a:path extrusionOk="0" h="17313" w="11954">
                  <a:moveTo>
                    <a:pt x="3536" y="1"/>
                  </a:moveTo>
                  <a:lnTo>
                    <a:pt x="1" y="17313"/>
                  </a:lnTo>
                  <a:lnTo>
                    <a:pt x="1" y="17313"/>
                  </a:lnTo>
                  <a:lnTo>
                    <a:pt x="11954" y="10419"/>
                  </a:lnTo>
                  <a:lnTo>
                    <a:pt x="3536" y="1"/>
                  </a:lnTo>
                  <a:close/>
                </a:path>
              </a:pathLst>
            </a:custGeom>
            <a:solidFill>
              <a:srgbClr val="E7363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8" name="Google Shape;308;p15"/>
            <p:cNvSpPr/>
            <p:nvPr/>
          </p:nvSpPr>
          <p:spPr>
            <a:xfrm>
              <a:off x="6951175" y="4386875"/>
              <a:ext cx="220025" cy="330825"/>
            </a:xfrm>
            <a:custGeom>
              <a:rect b="b" l="l" r="r" t="t"/>
              <a:pathLst>
                <a:path extrusionOk="0" h="13233" w="8801">
                  <a:moveTo>
                    <a:pt x="2272" y="0"/>
                  </a:moveTo>
                  <a:lnTo>
                    <a:pt x="0" y="13233"/>
                  </a:lnTo>
                  <a:lnTo>
                    <a:pt x="8800" y="8160"/>
                  </a:lnTo>
                  <a:lnTo>
                    <a:pt x="2272" y="0"/>
                  </a:lnTo>
                  <a:close/>
                </a:path>
              </a:pathLst>
            </a:custGeom>
            <a:solidFill>
              <a:srgbClr val="F5F5F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9" name="Google Shape;309;p15"/>
            <p:cNvSpPr/>
            <p:nvPr/>
          </p:nvSpPr>
          <p:spPr>
            <a:xfrm>
              <a:off x="7014425" y="4465450"/>
              <a:ext cx="55425" cy="174075"/>
            </a:xfrm>
            <a:custGeom>
              <a:rect b="b" l="l" r="r" t="t"/>
              <a:pathLst>
                <a:path extrusionOk="0" h="6963" w="2217">
                  <a:moveTo>
                    <a:pt x="1129" y="1"/>
                  </a:moveTo>
                  <a:lnTo>
                    <a:pt x="0" y="653"/>
                  </a:lnTo>
                  <a:lnTo>
                    <a:pt x="313" y="2351"/>
                  </a:lnTo>
                  <a:lnTo>
                    <a:pt x="966" y="4636"/>
                  </a:lnTo>
                  <a:lnTo>
                    <a:pt x="1671" y="4228"/>
                  </a:lnTo>
                  <a:lnTo>
                    <a:pt x="1440" y="1714"/>
                  </a:lnTo>
                  <a:lnTo>
                    <a:pt x="1129" y="1"/>
                  </a:lnTo>
                  <a:close/>
                  <a:moveTo>
                    <a:pt x="1586" y="4950"/>
                  </a:moveTo>
                  <a:cubicBezTo>
                    <a:pt x="1522" y="4950"/>
                    <a:pt x="1456" y="4967"/>
                    <a:pt x="1387" y="5004"/>
                  </a:cubicBezTo>
                  <a:cubicBezTo>
                    <a:pt x="1074" y="5194"/>
                    <a:pt x="924" y="5713"/>
                    <a:pt x="1031" y="6268"/>
                  </a:cubicBezTo>
                  <a:cubicBezTo>
                    <a:pt x="1109" y="6709"/>
                    <a:pt x="1311" y="6962"/>
                    <a:pt x="1546" y="6962"/>
                  </a:cubicBezTo>
                  <a:cubicBezTo>
                    <a:pt x="1609" y="6962"/>
                    <a:pt x="1674" y="6944"/>
                    <a:pt x="1740" y="6907"/>
                  </a:cubicBezTo>
                  <a:cubicBezTo>
                    <a:pt x="2066" y="6718"/>
                    <a:pt x="2216" y="6215"/>
                    <a:pt x="2109" y="5644"/>
                  </a:cubicBezTo>
                  <a:cubicBezTo>
                    <a:pt x="2021" y="5203"/>
                    <a:pt x="1825" y="4950"/>
                    <a:pt x="1586" y="4950"/>
                  </a:cubicBezTo>
                  <a:close/>
                </a:path>
              </a:pathLst>
            </a:custGeom>
            <a:solidFill>
              <a:srgbClr val="2D2C3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1">
  <p:cSld name="CUSTOM_4">
    <p:spTree>
      <p:nvGrpSpPr>
        <p:cNvPr id="310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p16"/>
          <p:cNvSpPr/>
          <p:nvPr/>
        </p:nvSpPr>
        <p:spPr>
          <a:xfrm>
            <a:off x="280800" y="279300"/>
            <a:ext cx="8582400" cy="45849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2" name="Google Shape;312;p16"/>
          <p:cNvSpPr/>
          <p:nvPr/>
        </p:nvSpPr>
        <p:spPr>
          <a:xfrm>
            <a:off x="281825" y="279300"/>
            <a:ext cx="8582400" cy="162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3" name="Google Shape;313;p16"/>
          <p:cNvSpPr txBox="1"/>
          <p:nvPr>
            <p:ph type="title"/>
          </p:nvPr>
        </p:nvSpPr>
        <p:spPr>
          <a:xfrm>
            <a:off x="720000" y="1440450"/>
            <a:ext cx="2975400" cy="966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700"/>
              <a:buNone/>
              <a:defRPr sz="2700">
                <a:latin typeface="Lexend ExtraBold"/>
                <a:ea typeface="Lexend ExtraBold"/>
                <a:cs typeface="Lexend ExtraBold"/>
                <a:sym typeface="Lexend Extra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314" name="Google Shape;314;p16"/>
          <p:cNvSpPr txBox="1"/>
          <p:nvPr>
            <p:ph idx="1" type="subTitle"/>
          </p:nvPr>
        </p:nvSpPr>
        <p:spPr>
          <a:xfrm>
            <a:off x="720000" y="2317950"/>
            <a:ext cx="2975400" cy="103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grpSp>
        <p:nvGrpSpPr>
          <p:cNvPr id="315" name="Google Shape;315;p16"/>
          <p:cNvGrpSpPr/>
          <p:nvPr/>
        </p:nvGrpSpPr>
        <p:grpSpPr>
          <a:xfrm>
            <a:off x="367825" y="3862232"/>
            <a:ext cx="690806" cy="1183135"/>
            <a:chOff x="367825" y="3862232"/>
            <a:chExt cx="690806" cy="1183135"/>
          </a:xfrm>
        </p:grpSpPr>
        <p:grpSp>
          <p:nvGrpSpPr>
            <p:cNvPr id="316" name="Google Shape;316;p16"/>
            <p:cNvGrpSpPr/>
            <p:nvPr/>
          </p:nvGrpSpPr>
          <p:grpSpPr>
            <a:xfrm>
              <a:off x="744487" y="3862232"/>
              <a:ext cx="314144" cy="1183135"/>
              <a:chOff x="8297005" y="513279"/>
              <a:chExt cx="159084" cy="599177"/>
            </a:xfrm>
          </p:grpSpPr>
          <p:sp>
            <p:nvSpPr>
              <p:cNvPr id="317" name="Google Shape;317;p16"/>
              <p:cNvSpPr/>
              <p:nvPr/>
            </p:nvSpPr>
            <p:spPr>
              <a:xfrm>
                <a:off x="8388526" y="1082678"/>
                <a:ext cx="42392" cy="29778"/>
              </a:xfrm>
              <a:custGeom>
                <a:rect b="b" l="l" r="r" t="t"/>
                <a:pathLst>
                  <a:path extrusionOk="0" h="517" w="736">
                    <a:moveTo>
                      <a:pt x="735" y="1"/>
                    </a:moveTo>
                    <a:lnTo>
                      <a:pt x="1" y="216"/>
                    </a:lnTo>
                    <a:lnTo>
                      <a:pt x="194" y="517"/>
                    </a:lnTo>
                    <a:lnTo>
                      <a:pt x="735" y="190"/>
                    </a:lnTo>
                    <a:lnTo>
                      <a:pt x="735" y="1"/>
                    </a:lnTo>
                    <a:close/>
                  </a:path>
                </a:pathLst>
              </a:custGeom>
              <a:solidFill>
                <a:srgbClr val="87878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18" name="Google Shape;318;p16"/>
              <p:cNvSpPr/>
              <p:nvPr/>
            </p:nvSpPr>
            <p:spPr>
              <a:xfrm>
                <a:off x="8322751" y="1038732"/>
                <a:ext cx="108168" cy="62090"/>
              </a:xfrm>
              <a:custGeom>
                <a:rect b="b" l="l" r="r" t="t"/>
                <a:pathLst>
                  <a:path extrusionOk="0" h="1078" w="1878">
                    <a:moveTo>
                      <a:pt x="546" y="0"/>
                    </a:moveTo>
                    <a:lnTo>
                      <a:pt x="1" y="314"/>
                    </a:lnTo>
                    <a:lnTo>
                      <a:pt x="1" y="764"/>
                    </a:lnTo>
                    <a:lnTo>
                      <a:pt x="546" y="1077"/>
                    </a:lnTo>
                    <a:lnTo>
                      <a:pt x="1336" y="1077"/>
                    </a:lnTo>
                    <a:lnTo>
                      <a:pt x="1877" y="764"/>
                    </a:lnTo>
                    <a:lnTo>
                      <a:pt x="1877" y="314"/>
                    </a:lnTo>
                    <a:lnTo>
                      <a:pt x="1336" y="0"/>
                    </a:lnTo>
                    <a:close/>
                  </a:path>
                </a:pathLst>
              </a:custGeom>
              <a:solidFill>
                <a:srgbClr val="F5F5F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19" name="Google Shape;319;p16"/>
              <p:cNvSpPr/>
              <p:nvPr/>
            </p:nvSpPr>
            <p:spPr>
              <a:xfrm>
                <a:off x="8339281" y="1047372"/>
                <a:ext cx="75280" cy="21311"/>
              </a:xfrm>
              <a:custGeom>
                <a:rect b="b" l="l" r="r" t="t"/>
                <a:pathLst>
                  <a:path extrusionOk="0" h="370" w="1307">
                    <a:moveTo>
                      <a:pt x="379" y="0"/>
                    </a:moveTo>
                    <a:lnTo>
                      <a:pt x="1" y="219"/>
                    </a:lnTo>
                    <a:lnTo>
                      <a:pt x="1" y="369"/>
                    </a:lnTo>
                    <a:lnTo>
                      <a:pt x="1306" y="369"/>
                    </a:lnTo>
                    <a:lnTo>
                      <a:pt x="1306" y="219"/>
                    </a:lnTo>
                    <a:lnTo>
                      <a:pt x="924" y="0"/>
                    </a:lnTo>
                    <a:close/>
                  </a:path>
                </a:pathLst>
              </a:custGeom>
              <a:solidFill>
                <a:srgbClr val="A39C9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20" name="Google Shape;320;p16"/>
              <p:cNvSpPr/>
              <p:nvPr/>
            </p:nvSpPr>
            <p:spPr>
              <a:xfrm>
                <a:off x="8339281" y="1056011"/>
                <a:ext cx="75280" cy="34443"/>
              </a:xfrm>
              <a:custGeom>
                <a:rect b="b" l="l" r="r" t="t"/>
                <a:pathLst>
                  <a:path extrusionOk="0" h="598" w="1307">
                    <a:moveTo>
                      <a:pt x="379" y="0"/>
                    </a:moveTo>
                    <a:lnTo>
                      <a:pt x="1" y="219"/>
                    </a:lnTo>
                    <a:lnTo>
                      <a:pt x="1" y="382"/>
                    </a:lnTo>
                    <a:lnTo>
                      <a:pt x="379" y="598"/>
                    </a:lnTo>
                    <a:lnTo>
                      <a:pt x="924" y="598"/>
                    </a:lnTo>
                    <a:lnTo>
                      <a:pt x="1306" y="382"/>
                    </a:lnTo>
                    <a:lnTo>
                      <a:pt x="1306" y="219"/>
                    </a:lnTo>
                    <a:lnTo>
                      <a:pt x="924" y="0"/>
                    </a:lnTo>
                    <a:close/>
                  </a:path>
                </a:pathLst>
              </a:custGeom>
              <a:solidFill>
                <a:srgbClr val="5E4439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21" name="Google Shape;321;p16"/>
              <p:cNvSpPr/>
              <p:nvPr/>
            </p:nvSpPr>
            <p:spPr>
              <a:xfrm>
                <a:off x="8350224" y="1100764"/>
                <a:ext cx="49476" cy="11692"/>
              </a:xfrm>
              <a:custGeom>
                <a:rect b="b" l="l" r="r" t="t"/>
                <a:pathLst>
                  <a:path extrusionOk="0" h="203" w="859">
                    <a:moveTo>
                      <a:pt x="69" y="0"/>
                    </a:moveTo>
                    <a:lnTo>
                      <a:pt x="0" y="26"/>
                    </a:lnTo>
                    <a:lnTo>
                      <a:pt x="69" y="203"/>
                    </a:lnTo>
                    <a:lnTo>
                      <a:pt x="859" y="203"/>
                    </a:lnTo>
                    <a:lnTo>
                      <a:pt x="859" y="0"/>
                    </a:lnTo>
                    <a:close/>
                  </a:path>
                </a:pathLst>
              </a:custGeom>
              <a:solidFill>
                <a:srgbClr val="87878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22" name="Google Shape;322;p16"/>
              <p:cNvSpPr/>
              <p:nvPr/>
            </p:nvSpPr>
            <p:spPr>
              <a:xfrm>
                <a:off x="8322751" y="1082678"/>
                <a:ext cx="31448" cy="29778"/>
              </a:xfrm>
              <a:custGeom>
                <a:rect b="b" l="l" r="r" t="t"/>
                <a:pathLst>
                  <a:path extrusionOk="0" h="517" w="546">
                    <a:moveTo>
                      <a:pt x="1" y="1"/>
                    </a:moveTo>
                    <a:lnTo>
                      <a:pt x="1" y="190"/>
                    </a:lnTo>
                    <a:lnTo>
                      <a:pt x="546" y="517"/>
                    </a:lnTo>
                    <a:lnTo>
                      <a:pt x="546" y="314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rgbClr val="87878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23" name="Google Shape;323;p16"/>
              <p:cNvSpPr/>
              <p:nvPr/>
            </p:nvSpPr>
            <p:spPr>
              <a:xfrm>
                <a:off x="8331390" y="1043397"/>
                <a:ext cx="90889" cy="51780"/>
              </a:xfrm>
              <a:custGeom>
                <a:rect b="b" l="l" r="r" t="t"/>
                <a:pathLst>
                  <a:path extrusionOk="0" h="899" w="1578">
                    <a:moveTo>
                      <a:pt x="464" y="1"/>
                    </a:moveTo>
                    <a:lnTo>
                      <a:pt x="1" y="262"/>
                    </a:lnTo>
                    <a:lnTo>
                      <a:pt x="1" y="641"/>
                    </a:lnTo>
                    <a:lnTo>
                      <a:pt x="464" y="898"/>
                    </a:lnTo>
                    <a:lnTo>
                      <a:pt x="1117" y="898"/>
                    </a:lnTo>
                    <a:lnTo>
                      <a:pt x="1577" y="641"/>
                    </a:lnTo>
                    <a:lnTo>
                      <a:pt x="1577" y="262"/>
                    </a:lnTo>
                    <a:lnTo>
                      <a:pt x="1117" y="1"/>
                    </a:lnTo>
                    <a:close/>
                  </a:path>
                </a:pathLst>
              </a:custGeom>
              <a:solidFill>
                <a:srgbClr val="2D2C3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24" name="Google Shape;324;p16"/>
              <p:cNvSpPr/>
              <p:nvPr/>
            </p:nvSpPr>
            <p:spPr>
              <a:xfrm>
                <a:off x="8372169" y="968234"/>
                <a:ext cx="9504" cy="120724"/>
              </a:xfrm>
              <a:custGeom>
                <a:rect b="b" l="l" r="r" t="t"/>
                <a:pathLst>
                  <a:path extrusionOk="0" h="2096" w="165">
                    <a:moveTo>
                      <a:pt x="1" y="0"/>
                    </a:moveTo>
                    <a:lnTo>
                      <a:pt x="1" y="2096"/>
                    </a:lnTo>
                    <a:lnTo>
                      <a:pt x="164" y="2096"/>
                    </a:lnTo>
                    <a:lnTo>
                      <a:pt x="164" y="0"/>
                    </a:lnTo>
                    <a:close/>
                  </a:path>
                </a:pathLst>
              </a:custGeom>
              <a:solidFill>
                <a:srgbClr val="50505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25" name="Google Shape;325;p16"/>
              <p:cNvSpPr/>
              <p:nvPr/>
            </p:nvSpPr>
            <p:spPr>
              <a:xfrm>
                <a:off x="8381614" y="964433"/>
                <a:ext cx="6969" cy="124526"/>
              </a:xfrm>
              <a:custGeom>
                <a:rect b="b" l="l" r="r" t="t"/>
                <a:pathLst>
                  <a:path extrusionOk="0" h="2162" w="121">
                    <a:moveTo>
                      <a:pt x="121" y="1"/>
                    </a:moveTo>
                    <a:lnTo>
                      <a:pt x="0" y="66"/>
                    </a:lnTo>
                    <a:lnTo>
                      <a:pt x="0" y="2162"/>
                    </a:lnTo>
                    <a:lnTo>
                      <a:pt x="121" y="2093"/>
                    </a:lnTo>
                    <a:lnTo>
                      <a:pt x="121" y="1"/>
                    </a:lnTo>
                    <a:close/>
                  </a:path>
                </a:pathLst>
              </a:custGeom>
              <a:solidFill>
                <a:srgbClr val="50505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26" name="Google Shape;326;p16"/>
              <p:cNvSpPr/>
              <p:nvPr/>
            </p:nvSpPr>
            <p:spPr>
              <a:xfrm>
                <a:off x="8365027" y="964433"/>
                <a:ext cx="7200" cy="124526"/>
              </a:xfrm>
              <a:custGeom>
                <a:rect b="b" l="l" r="r" t="t"/>
                <a:pathLst>
                  <a:path extrusionOk="0" h="2162" w="125">
                    <a:moveTo>
                      <a:pt x="1" y="1"/>
                    </a:moveTo>
                    <a:lnTo>
                      <a:pt x="1" y="2093"/>
                    </a:lnTo>
                    <a:lnTo>
                      <a:pt x="125" y="2162"/>
                    </a:lnTo>
                    <a:lnTo>
                      <a:pt x="125" y="66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rgbClr val="50505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27" name="Google Shape;327;p16"/>
              <p:cNvSpPr/>
              <p:nvPr/>
            </p:nvSpPr>
            <p:spPr>
              <a:xfrm>
                <a:off x="8365027" y="955044"/>
                <a:ext cx="23557" cy="13247"/>
              </a:xfrm>
              <a:custGeom>
                <a:rect b="b" l="l" r="r" t="t"/>
                <a:pathLst>
                  <a:path extrusionOk="0" h="230" w="409">
                    <a:moveTo>
                      <a:pt x="125" y="1"/>
                    </a:moveTo>
                    <a:lnTo>
                      <a:pt x="1" y="66"/>
                    </a:lnTo>
                    <a:lnTo>
                      <a:pt x="1" y="164"/>
                    </a:lnTo>
                    <a:lnTo>
                      <a:pt x="125" y="229"/>
                    </a:lnTo>
                    <a:lnTo>
                      <a:pt x="288" y="229"/>
                    </a:lnTo>
                    <a:lnTo>
                      <a:pt x="409" y="164"/>
                    </a:lnTo>
                    <a:lnTo>
                      <a:pt x="409" y="66"/>
                    </a:lnTo>
                    <a:lnTo>
                      <a:pt x="288" y="1"/>
                    </a:lnTo>
                    <a:close/>
                  </a:path>
                </a:pathLst>
              </a:custGeom>
              <a:solidFill>
                <a:srgbClr val="50505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28" name="Google Shape;328;p16"/>
              <p:cNvSpPr/>
              <p:nvPr/>
            </p:nvSpPr>
            <p:spPr>
              <a:xfrm>
                <a:off x="8297005" y="513279"/>
                <a:ext cx="159084" cy="470053"/>
              </a:xfrm>
              <a:custGeom>
                <a:rect b="b" l="l" r="r" t="t"/>
                <a:pathLst>
                  <a:path extrusionOk="0" h="8161" w="2762">
                    <a:moveTo>
                      <a:pt x="1388" y="0"/>
                    </a:moveTo>
                    <a:lnTo>
                      <a:pt x="0" y="7031"/>
                    </a:lnTo>
                    <a:lnTo>
                      <a:pt x="0" y="7684"/>
                    </a:lnTo>
                    <a:lnTo>
                      <a:pt x="816" y="8160"/>
                    </a:lnTo>
                    <a:lnTo>
                      <a:pt x="1959" y="8160"/>
                    </a:lnTo>
                    <a:lnTo>
                      <a:pt x="2762" y="7684"/>
                    </a:lnTo>
                    <a:lnTo>
                      <a:pt x="2762" y="7031"/>
                    </a:lnTo>
                    <a:lnTo>
                      <a:pt x="1388" y="0"/>
                    </a:lnTo>
                    <a:close/>
                  </a:path>
                </a:pathLst>
              </a:custGeom>
              <a:solidFill>
                <a:srgbClr val="7FA31D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29" name="Google Shape;329;p16"/>
              <p:cNvSpPr/>
              <p:nvPr/>
            </p:nvSpPr>
            <p:spPr>
              <a:xfrm>
                <a:off x="8344004" y="513279"/>
                <a:ext cx="112085" cy="470053"/>
              </a:xfrm>
              <a:custGeom>
                <a:rect b="b" l="l" r="r" t="t"/>
                <a:pathLst>
                  <a:path extrusionOk="0" h="8161" w="1946">
                    <a:moveTo>
                      <a:pt x="572" y="0"/>
                    </a:moveTo>
                    <a:lnTo>
                      <a:pt x="0" y="8160"/>
                    </a:lnTo>
                    <a:lnTo>
                      <a:pt x="1143" y="8160"/>
                    </a:lnTo>
                    <a:lnTo>
                      <a:pt x="1946" y="7684"/>
                    </a:lnTo>
                    <a:lnTo>
                      <a:pt x="1946" y="7031"/>
                    </a:lnTo>
                    <a:lnTo>
                      <a:pt x="572" y="0"/>
                    </a:lnTo>
                    <a:close/>
                  </a:path>
                </a:pathLst>
              </a:custGeom>
              <a:solidFill>
                <a:srgbClr val="2D2C37">
                  <a:alpha val="3354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330" name="Google Shape;330;p16"/>
            <p:cNvGrpSpPr/>
            <p:nvPr/>
          </p:nvGrpSpPr>
          <p:grpSpPr>
            <a:xfrm>
              <a:off x="367825" y="4612356"/>
              <a:ext cx="283952" cy="404337"/>
              <a:chOff x="6191950" y="4314625"/>
              <a:chExt cx="330100" cy="470050"/>
            </a:xfrm>
          </p:grpSpPr>
          <p:sp>
            <p:nvSpPr>
              <p:cNvPr id="331" name="Google Shape;331;p16"/>
              <p:cNvSpPr/>
              <p:nvPr/>
            </p:nvSpPr>
            <p:spPr>
              <a:xfrm>
                <a:off x="6191950" y="4601275"/>
                <a:ext cx="330100" cy="183400"/>
              </a:xfrm>
              <a:custGeom>
                <a:rect b="b" l="l" r="r" t="t"/>
                <a:pathLst>
                  <a:path extrusionOk="0" h="7336" w="13204">
                    <a:moveTo>
                      <a:pt x="6664" y="1"/>
                    </a:moveTo>
                    <a:cubicBezTo>
                      <a:pt x="6066" y="1"/>
                      <a:pt x="5439" y="145"/>
                      <a:pt x="4949" y="427"/>
                    </a:cubicBezTo>
                    <a:lnTo>
                      <a:pt x="993" y="2711"/>
                    </a:lnTo>
                    <a:cubicBezTo>
                      <a:pt x="95" y="3230"/>
                      <a:pt x="1" y="4017"/>
                      <a:pt x="774" y="4467"/>
                    </a:cubicBezTo>
                    <a:lnTo>
                      <a:pt x="5207" y="7036"/>
                    </a:lnTo>
                    <a:cubicBezTo>
                      <a:pt x="5555" y="7238"/>
                      <a:pt x="6023" y="7336"/>
                      <a:pt x="6514" y="7336"/>
                    </a:cubicBezTo>
                    <a:cubicBezTo>
                      <a:pt x="7119" y="7336"/>
                      <a:pt x="7760" y="7187"/>
                      <a:pt x="8256" y="6902"/>
                    </a:cubicBezTo>
                    <a:lnTo>
                      <a:pt x="12212" y="4618"/>
                    </a:lnTo>
                    <a:cubicBezTo>
                      <a:pt x="13109" y="4099"/>
                      <a:pt x="13204" y="3312"/>
                      <a:pt x="12430" y="2862"/>
                    </a:cubicBezTo>
                    <a:lnTo>
                      <a:pt x="7998" y="306"/>
                    </a:lnTo>
                    <a:cubicBezTo>
                      <a:pt x="7639" y="101"/>
                      <a:pt x="7162" y="1"/>
                      <a:pt x="6664" y="1"/>
                    </a:cubicBezTo>
                    <a:close/>
                  </a:path>
                </a:pathLst>
              </a:custGeom>
              <a:solidFill>
                <a:srgbClr val="87878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32" name="Google Shape;332;p16"/>
              <p:cNvSpPr/>
              <p:nvPr/>
            </p:nvSpPr>
            <p:spPr>
              <a:xfrm>
                <a:off x="6191950" y="4593500"/>
                <a:ext cx="330100" cy="183500"/>
              </a:xfrm>
              <a:custGeom>
                <a:rect b="b" l="l" r="r" t="t"/>
                <a:pathLst>
                  <a:path extrusionOk="0" h="7340" w="13204">
                    <a:moveTo>
                      <a:pt x="6664" y="0"/>
                    </a:moveTo>
                    <a:cubicBezTo>
                      <a:pt x="6066" y="0"/>
                      <a:pt x="5439" y="144"/>
                      <a:pt x="4949" y="428"/>
                    </a:cubicBezTo>
                    <a:lnTo>
                      <a:pt x="2462" y="1867"/>
                    </a:lnTo>
                    <a:lnTo>
                      <a:pt x="993" y="2725"/>
                    </a:lnTo>
                    <a:cubicBezTo>
                      <a:pt x="95" y="3241"/>
                      <a:pt x="1" y="4031"/>
                      <a:pt x="774" y="4478"/>
                    </a:cubicBezTo>
                    <a:lnTo>
                      <a:pt x="2759" y="5621"/>
                    </a:lnTo>
                    <a:lnTo>
                      <a:pt x="5207" y="7037"/>
                    </a:lnTo>
                    <a:cubicBezTo>
                      <a:pt x="5559" y="7240"/>
                      <a:pt x="6034" y="7339"/>
                      <a:pt x="6532" y="7339"/>
                    </a:cubicBezTo>
                    <a:cubicBezTo>
                      <a:pt x="7132" y="7339"/>
                      <a:pt x="7765" y="7195"/>
                      <a:pt x="8256" y="6913"/>
                    </a:cubicBezTo>
                    <a:lnTo>
                      <a:pt x="12212" y="4628"/>
                    </a:lnTo>
                    <a:cubicBezTo>
                      <a:pt x="13109" y="4113"/>
                      <a:pt x="13204" y="3323"/>
                      <a:pt x="12430" y="2876"/>
                    </a:cubicBezTo>
                    <a:lnTo>
                      <a:pt x="7998" y="303"/>
                    </a:lnTo>
                    <a:cubicBezTo>
                      <a:pt x="7639" y="100"/>
                      <a:pt x="7162" y="0"/>
                      <a:pt x="6664" y="0"/>
                    </a:cubicBezTo>
                    <a:close/>
                  </a:path>
                </a:pathLst>
              </a:custGeom>
              <a:solidFill>
                <a:srgbClr val="2D2C3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33" name="Google Shape;333;p16"/>
              <p:cNvSpPr/>
              <p:nvPr/>
            </p:nvSpPr>
            <p:spPr>
              <a:xfrm>
                <a:off x="6248675" y="4639175"/>
                <a:ext cx="218300" cy="105225"/>
              </a:xfrm>
              <a:custGeom>
                <a:rect b="b" l="l" r="r" t="t"/>
                <a:pathLst>
                  <a:path extrusionOk="0" h="4209" w="8732">
                    <a:moveTo>
                      <a:pt x="914" y="1"/>
                    </a:moveTo>
                    <a:lnTo>
                      <a:pt x="111" y="1130"/>
                    </a:lnTo>
                    <a:cubicBezTo>
                      <a:pt x="43" y="1319"/>
                      <a:pt x="0" y="1509"/>
                      <a:pt x="0" y="1701"/>
                    </a:cubicBezTo>
                    <a:cubicBezTo>
                      <a:pt x="0" y="2204"/>
                      <a:pt x="275" y="2720"/>
                      <a:pt x="803" y="3154"/>
                    </a:cubicBezTo>
                    <a:cubicBezTo>
                      <a:pt x="846" y="3183"/>
                      <a:pt x="885" y="3209"/>
                      <a:pt x="927" y="3235"/>
                    </a:cubicBezTo>
                    <a:cubicBezTo>
                      <a:pt x="1035" y="3317"/>
                      <a:pt x="1159" y="3399"/>
                      <a:pt x="1280" y="3467"/>
                    </a:cubicBezTo>
                    <a:cubicBezTo>
                      <a:pt x="2136" y="3960"/>
                      <a:pt x="3253" y="4208"/>
                      <a:pt x="4367" y="4208"/>
                    </a:cubicBezTo>
                    <a:cubicBezTo>
                      <a:pt x="5466" y="4208"/>
                      <a:pt x="6562" y="3967"/>
                      <a:pt x="7400" y="3480"/>
                    </a:cubicBezTo>
                    <a:cubicBezTo>
                      <a:pt x="8311" y="2951"/>
                      <a:pt x="8732" y="2243"/>
                      <a:pt x="8650" y="1564"/>
                    </a:cubicBezTo>
                    <a:lnTo>
                      <a:pt x="8666" y="1551"/>
                    </a:lnTo>
                    <a:lnTo>
                      <a:pt x="8650" y="1509"/>
                    </a:lnTo>
                    <a:cubicBezTo>
                      <a:pt x="8611" y="1319"/>
                      <a:pt x="8542" y="1130"/>
                      <a:pt x="8448" y="938"/>
                    </a:cubicBezTo>
                    <a:lnTo>
                      <a:pt x="7752" y="40"/>
                    </a:lnTo>
                    <a:lnTo>
                      <a:pt x="1714" y="1"/>
                    </a:lnTo>
                    <a:close/>
                  </a:path>
                </a:pathLst>
              </a:custGeom>
              <a:solidFill>
                <a:srgbClr val="E7363C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34" name="Google Shape;334;p16"/>
              <p:cNvSpPr/>
              <p:nvPr/>
            </p:nvSpPr>
            <p:spPr>
              <a:xfrm>
                <a:off x="6248675" y="4678925"/>
                <a:ext cx="217650" cy="65475"/>
              </a:xfrm>
              <a:custGeom>
                <a:rect b="b" l="l" r="r" t="t"/>
                <a:pathLst>
                  <a:path extrusionOk="0" h="2619" w="8706">
                    <a:moveTo>
                      <a:pt x="17" y="0"/>
                    </a:moveTo>
                    <a:cubicBezTo>
                      <a:pt x="17" y="43"/>
                      <a:pt x="0" y="69"/>
                      <a:pt x="0" y="111"/>
                    </a:cubicBezTo>
                    <a:cubicBezTo>
                      <a:pt x="0" y="614"/>
                      <a:pt x="275" y="1130"/>
                      <a:pt x="803" y="1564"/>
                    </a:cubicBezTo>
                    <a:cubicBezTo>
                      <a:pt x="846" y="1593"/>
                      <a:pt x="885" y="1619"/>
                      <a:pt x="927" y="1645"/>
                    </a:cubicBezTo>
                    <a:cubicBezTo>
                      <a:pt x="1035" y="1727"/>
                      <a:pt x="1159" y="1809"/>
                      <a:pt x="1280" y="1877"/>
                    </a:cubicBezTo>
                    <a:cubicBezTo>
                      <a:pt x="2136" y="2370"/>
                      <a:pt x="3253" y="2618"/>
                      <a:pt x="4367" y="2618"/>
                    </a:cubicBezTo>
                    <a:cubicBezTo>
                      <a:pt x="5466" y="2618"/>
                      <a:pt x="6562" y="2377"/>
                      <a:pt x="7400" y="1890"/>
                    </a:cubicBezTo>
                    <a:cubicBezTo>
                      <a:pt x="8298" y="1375"/>
                      <a:pt x="8706" y="696"/>
                      <a:pt x="8650" y="13"/>
                    </a:cubicBezTo>
                    <a:lnTo>
                      <a:pt x="8650" y="13"/>
                    </a:lnTo>
                    <a:cubicBezTo>
                      <a:pt x="8598" y="614"/>
                      <a:pt x="8190" y="1198"/>
                      <a:pt x="7400" y="1645"/>
                    </a:cubicBezTo>
                    <a:cubicBezTo>
                      <a:pt x="6556" y="2135"/>
                      <a:pt x="5451" y="2380"/>
                      <a:pt x="4345" y="2380"/>
                    </a:cubicBezTo>
                    <a:cubicBezTo>
                      <a:pt x="3238" y="2380"/>
                      <a:pt x="2130" y="2135"/>
                      <a:pt x="1280" y="1645"/>
                    </a:cubicBezTo>
                    <a:cubicBezTo>
                      <a:pt x="1159" y="1564"/>
                      <a:pt x="1035" y="1499"/>
                      <a:pt x="927" y="1417"/>
                    </a:cubicBezTo>
                    <a:cubicBezTo>
                      <a:pt x="885" y="1388"/>
                      <a:pt x="846" y="1348"/>
                      <a:pt x="803" y="1319"/>
                    </a:cubicBezTo>
                    <a:cubicBezTo>
                      <a:pt x="327" y="927"/>
                      <a:pt x="56" y="464"/>
                      <a:pt x="17" y="0"/>
                    </a:cubicBezTo>
                    <a:close/>
                  </a:path>
                </a:pathLst>
              </a:custGeom>
              <a:solidFill>
                <a:srgbClr val="CE181E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35" name="Google Shape;335;p16"/>
              <p:cNvSpPr/>
              <p:nvPr/>
            </p:nvSpPr>
            <p:spPr>
              <a:xfrm>
                <a:off x="6465325" y="4677950"/>
                <a:ext cx="25" cy="25"/>
              </a:xfrm>
              <a:custGeom>
                <a:rect b="b" l="l" r="r" t="t"/>
                <a:pathLst>
                  <a:path extrusionOk="0" h="1" w="1">
                    <a:moveTo>
                      <a:pt x="0" y="0"/>
                    </a:move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CE181E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36" name="Google Shape;336;p16"/>
              <p:cNvSpPr/>
              <p:nvPr/>
            </p:nvSpPr>
            <p:spPr>
              <a:xfrm>
                <a:off x="6268750" y="4327375"/>
                <a:ext cx="176200" cy="366125"/>
              </a:xfrm>
              <a:custGeom>
                <a:rect b="b" l="l" r="r" t="t"/>
                <a:pathLst>
                  <a:path extrusionOk="0" h="14645" w="7048">
                    <a:moveTo>
                      <a:pt x="2654" y="1"/>
                    </a:moveTo>
                    <a:lnTo>
                      <a:pt x="150" y="12323"/>
                    </a:lnTo>
                    <a:cubicBezTo>
                      <a:pt x="0" y="12812"/>
                      <a:pt x="177" y="13328"/>
                      <a:pt x="682" y="13749"/>
                    </a:cubicBezTo>
                    <a:cubicBezTo>
                      <a:pt x="803" y="13860"/>
                      <a:pt x="953" y="13968"/>
                      <a:pt x="1117" y="14062"/>
                    </a:cubicBezTo>
                    <a:cubicBezTo>
                      <a:pt x="1782" y="14451"/>
                      <a:pt x="2660" y="14645"/>
                      <a:pt x="3537" y="14645"/>
                    </a:cubicBezTo>
                    <a:cubicBezTo>
                      <a:pt x="4414" y="14645"/>
                      <a:pt x="5291" y="14451"/>
                      <a:pt x="5957" y="14062"/>
                    </a:cubicBezTo>
                    <a:cubicBezTo>
                      <a:pt x="6721" y="13628"/>
                      <a:pt x="7047" y="13031"/>
                      <a:pt x="6936" y="12460"/>
                    </a:cubicBezTo>
                    <a:lnTo>
                      <a:pt x="6936" y="12443"/>
                    </a:lnTo>
                    <a:cubicBezTo>
                      <a:pt x="6936" y="12430"/>
                      <a:pt x="6936" y="12417"/>
                      <a:pt x="6923" y="12404"/>
                    </a:cubicBezTo>
                    <a:lnTo>
                      <a:pt x="4407" y="1"/>
                    </a:lnTo>
                    <a:close/>
                  </a:path>
                </a:pathLst>
              </a:custGeom>
              <a:solidFill>
                <a:srgbClr val="E7363C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37" name="Google Shape;337;p16"/>
              <p:cNvSpPr/>
              <p:nvPr/>
            </p:nvSpPr>
            <p:spPr>
              <a:xfrm>
                <a:off x="6285800" y="4480725"/>
                <a:ext cx="142425" cy="127925"/>
              </a:xfrm>
              <a:custGeom>
                <a:rect b="b" l="l" r="r" t="t"/>
                <a:pathLst>
                  <a:path extrusionOk="0" h="5117" w="5697">
                    <a:moveTo>
                      <a:pt x="719" y="0"/>
                    </a:moveTo>
                    <a:lnTo>
                      <a:pt x="0" y="3564"/>
                    </a:lnTo>
                    <a:cubicBezTo>
                      <a:pt x="40" y="3943"/>
                      <a:pt x="311" y="4325"/>
                      <a:pt x="830" y="4625"/>
                    </a:cubicBezTo>
                    <a:cubicBezTo>
                      <a:pt x="1397" y="4953"/>
                      <a:pt x="2136" y="5116"/>
                      <a:pt x="2870" y="5116"/>
                    </a:cubicBezTo>
                    <a:cubicBezTo>
                      <a:pt x="3597" y="5116"/>
                      <a:pt x="4320" y="4956"/>
                      <a:pt x="4867" y="4638"/>
                    </a:cubicBezTo>
                    <a:cubicBezTo>
                      <a:pt x="5386" y="4338"/>
                      <a:pt x="5657" y="3959"/>
                      <a:pt x="5696" y="3564"/>
                    </a:cubicBezTo>
                    <a:lnTo>
                      <a:pt x="4978" y="26"/>
                    </a:lnTo>
                    <a:cubicBezTo>
                      <a:pt x="4949" y="326"/>
                      <a:pt x="4717" y="614"/>
                      <a:pt x="4338" y="829"/>
                    </a:cubicBezTo>
                    <a:cubicBezTo>
                      <a:pt x="3930" y="1067"/>
                      <a:pt x="3393" y="1187"/>
                      <a:pt x="2853" y="1187"/>
                    </a:cubicBezTo>
                    <a:cubicBezTo>
                      <a:pt x="2314" y="1187"/>
                      <a:pt x="1773" y="1067"/>
                      <a:pt x="1358" y="829"/>
                    </a:cubicBezTo>
                    <a:cubicBezTo>
                      <a:pt x="980" y="597"/>
                      <a:pt x="748" y="287"/>
                      <a:pt x="719" y="0"/>
                    </a:cubicBezTo>
                    <a:close/>
                  </a:path>
                </a:pathLst>
              </a:custGeom>
              <a:solidFill>
                <a:srgbClr val="F5F5F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38" name="Google Shape;338;p16"/>
              <p:cNvSpPr/>
              <p:nvPr/>
            </p:nvSpPr>
            <p:spPr>
              <a:xfrm>
                <a:off x="6332725" y="4314625"/>
                <a:ext cx="48250" cy="25325"/>
              </a:xfrm>
              <a:custGeom>
                <a:rect b="b" l="l" r="r" t="t"/>
                <a:pathLst>
                  <a:path extrusionOk="0" h="1013" w="1930">
                    <a:moveTo>
                      <a:pt x="971" y="0"/>
                    </a:moveTo>
                    <a:cubicBezTo>
                      <a:pt x="747" y="0"/>
                      <a:pt x="523" y="47"/>
                      <a:pt x="353" y="142"/>
                    </a:cubicBezTo>
                    <a:cubicBezTo>
                      <a:pt x="0" y="348"/>
                      <a:pt x="13" y="661"/>
                      <a:pt x="353" y="863"/>
                    </a:cubicBezTo>
                    <a:cubicBezTo>
                      <a:pt x="525" y="961"/>
                      <a:pt x="754" y="1013"/>
                      <a:pt x="982" y="1013"/>
                    </a:cubicBezTo>
                    <a:cubicBezTo>
                      <a:pt x="1203" y="1013"/>
                      <a:pt x="1423" y="965"/>
                      <a:pt x="1590" y="863"/>
                    </a:cubicBezTo>
                    <a:cubicBezTo>
                      <a:pt x="1929" y="661"/>
                      <a:pt x="1929" y="348"/>
                      <a:pt x="1590" y="142"/>
                    </a:cubicBezTo>
                    <a:cubicBezTo>
                      <a:pt x="1420" y="47"/>
                      <a:pt x="1196" y="0"/>
                      <a:pt x="971" y="0"/>
                    </a:cubicBezTo>
                    <a:close/>
                  </a:path>
                </a:pathLst>
              </a:custGeom>
              <a:solidFill>
                <a:srgbClr val="B1282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39" name="Google Shape;339;p16"/>
              <p:cNvSpPr/>
              <p:nvPr/>
            </p:nvSpPr>
            <p:spPr>
              <a:xfrm>
                <a:off x="6340875" y="4318700"/>
                <a:ext cx="32250" cy="17025"/>
              </a:xfrm>
              <a:custGeom>
                <a:rect b="b" l="l" r="r" t="t"/>
                <a:pathLst>
                  <a:path extrusionOk="0" h="681" w="1290">
                    <a:moveTo>
                      <a:pt x="645" y="0"/>
                    </a:moveTo>
                    <a:cubicBezTo>
                      <a:pt x="495" y="0"/>
                      <a:pt x="345" y="35"/>
                      <a:pt x="229" y="103"/>
                    </a:cubicBezTo>
                    <a:cubicBezTo>
                      <a:pt x="1" y="240"/>
                      <a:pt x="1" y="443"/>
                      <a:pt x="229" y="580"/>
                    </a:cubicBezTo>
                    <a:cubicBezTo>
                      <a:pt x="345" y="647"/>
                      <a:pt x="495" y="680"/>
                      <a:pt x="645" y="680"/>
                    </a:cubicBezTo>
                    <a:cubicBezTo>
                      <a:pt x="795" y="680"/>
                      <a:pt x="946" y="647"/>
                      <a:pt x="1062" y="580"/>
                    </a:cubicBezTo>
                    <a:cubicBezTo>
                      <a:pt x="1290" y="443"/>
                      <a:pt x="1290" y="240"/>
                      <a:pt x="1062" y="103"/>
                    </a:cubicBezTo>
                    <a:cubicBezTo>
                      <a:pt x="946" y="35"/>
                      <a:pt x="795" y="0"/>
                      <a:pt x="645" y="0"/>
                    </a:cubicBezTo>
                    <a:close/>
                  </a:path>
                </a:pathLst>
              </a:custGeom>
              <a:solidFill>
                <a:srgbClr val="50505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2">
  <p:cSld name="CUSTOM_4_1">
    <p:spTree>
      <p:nvGrpSpPr>
        <p:cNvPr id="340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p17"/>
          <p:cNvSpPr/>
          <p:nvPr/>
        </p:nvSpPr>
        <p:spPr>
          <a:xfrm>
            <a:off x="280800" y="279300"/>
            <a:ext cx="8582400" cy="45849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2" name="Google Shape;342;p17"/>
          <p:cNvSpPr/>
          <p:nvPr/>
        </p:nvSpPr>
        <p:spPr>
          <a:xfrm>
            <a:off x="281825" y="4702200"/>
            <a:ext cx="8582400" cy="162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3" name="Google Shape;343;p17"/>
          <p:cNvSpPr txBox="1"/>
          <p:nvPr>
            <p:ph type="title"/>
          </p:nvPr>
        </p:nvSpPr>
        <p:spPr>
          <a:xfrm>
            <a:off x="5553850" y="1440450"/>
            <a:ext cx="2630400" cy="87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2700"/>
              <a:buNone/>
              <a:defRPr sz="2700">
                <a:latin typeface="Lexend ExtraBold"/>
                <a:ea typeface="Lexend ExtraBold"/>
                <a:cs typeface="Lexend ExtraBold"/>
                <a:sym typeface="Lexend Extra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344" name="Google Shape;344;p17"/>
          <p:cNvSpPr txBox="1"/>
          <p:nvPr>
            <p:ph idx="1" type="subTitle"/>
          </p:nvPr>
        </p:nvSpPr>
        <p:spPr>
          <a:xfrm>
            <a:off x="5553850" y="2317950"/>
            <a:ext cx="2630400" cy="1080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grpSp>
        <p:nvGrpSpPr>
          <p:cNvPr id="345" name="Google Shape;345;p17"/>
          <p:cNvGrpSpPr/>
          <p:nvPr/>
        </p:nvGrpSpPr>
        <p:grpSpPr>
          <a:xfrm>
            <a:off x="7755210" y="3862232"/>
            <a:ext cx="905008" cy="1183135"/>
            <a:chOff x="7755210" y="3862232"/>
            <a:chExt cx="905008" cy="1183135"/>
          </a:xfrm>
        </p:grpSpPr>
        <p:grpSp>
          <p:nvGrpSpPr>
            <p:cNvPr id="346" name="Google Shape;346;p17"/>
            <p:cNvGrpSpPr/>
            <p:nvPr/>
          </p:nvGrpSpPr>
          <p:grpSpPr>
            <a:xfrm>
              <a:off x="8346074" y="3862232"/>
              <a:ext cx="314144" cy="1183135"/>
              <a:chOff x="8297005" y="513279"/>
              <a:chExt cx="159084" cy="599177"/>
            </a:xfrm>
          </p:grpSpPr>
          <p:sp>
            <p:nvSpPr>
              <p:cNvPr id="347" name="Google Shape;347;p17"/>
              <p:cNvSpPr/>
              <p:nvPr/>
            </p:nvSpPr>
            <p:spPr>
              <a:xfrm>
                <a:off x="8388526" y="1082678"/>
                <a:ext cx="42392" cy="29778"/>
              </a:xfrm>
              <a:custGeom>
                <a:rect b="b" l="l" r="r" t="t"/>
                <a:pathLst>
                  <a:path extrusionOk="0" h="517" w="736">
                    <a:moveTo>
                      <a:pt x="735" y="1"/>
                    </a:moveTo>
                    <a:lnTo>
                      <a:pt x="1" y="216"/>
                    </a:lnTo>
                    <a:lnTo>
                      <a:pt x="194" y="517"/>
                    </a:lnTo>
                    <a:lnTo>
                      <a:pt x="735" y="190"/>
                    </a:lnTo>
                    <a:lnTo>
                      <a:pt x="735" y="1"/>
                    </a:lnTo>
                    <a:close/>
                  </a:path>
                </a:pathLst>
              </a:custGeom>
              <a:solidFill>
                <a:srgbClr val="87878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48" name="Google Shape;348;p17"/>
              <p:cNvSpPr/>
              <p:nvPr/>
            </p:nvSpPr>
            <p:spPr>
              <a:xfrm>
                <a:off x="8322751" y="1038732"/>
                <a:ext cx="108168" cy="62090"/>
              </a:xfrm>
              <a:custGeom>
                <a:rect b="b" l="l" r="r" t="t"/>
                <a:pathLst>
                  <a:path extrusionOk="0" h="1078" w="1878">
                    <a:moveTo>
                      <a:pt x="546" y="0"/>
                    </a:moveTo>
                    <a:lnTo>
                      <a:pt x="1" y="314"/>
                    </a:lnTo>
                    <a:lnTo>
                      <a:pt x="1" y="764"/>
                    </a:lnTo>
                    <a:lnTo>
                      <a:pt x="546" y="1077"/>
                    </a:lnTo>
                    <a:lnTo>
                      <a:pt x="1336" y="1077"/>
                    </a:lnTo>
                    <a:lnTo>
                      <a:pt x="1877" y="764"/>
                    </a:lnTo>
                    <a:lnTo>
                      <a:pt x="1877" y="314"/>
                    </a:lnTo>
                    <a:lnTo>
                      <a:pt x="1336" y="0"/>
                    </a:lnTo>
                    <a:close/>
                  </a:path>
                </a:pathLst>
              </a:custGeom>
              <a:solidFill>
                <a:srgbClr val="F5F5F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49" name="Google Shape;349;p17"/>
              <p:cNvSpPr/>
              <p:nvPr/>
            </p:nvSpPr>
            <p:spPr>
              <a:xfrm>
                <a:off x="8339281" y="1047372"/>
                <a:ext cx="75280" cy="21311"/>
              </a:xfrm>
              <a:custGeom>
                <a:rect b="b" l="l" r="r" t="t"/>
                <a:pathLst>
                  <a:path extrusionOk="0" h="370" w="1307">
                    <a:moveTo>
                      <a:pt x="379" y="0"/>
                    </a:moveTo>
                    <a:lnTo>
                      <a:pt x="1" y="219"/>
                    </a:lnTo>
                    <a:lnTo>
                      <a:pt x="1" y="369"/>
                    </a:lnTo>
                    <a:lnTo>
                      <a:pt x="1306" y="369"/>
                    </a:lnTo>
                    <a:lnTo>
                      <a:pt x="1306" y="219"/>
                    </a:lnTo>
                    <a:lnTo>
                      <a:pt x="924" y="0"/>
                    </a:lnTo>
                    <a:close/>
                  </a:path>
                </a:pathLst>
              </a:custGeom>
              <a:solidFill>
                <a:srgbClr val="A39C9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0" name="Google Shape;350;p17"/>
              <p:cNvSpPr/>
              <p:nvPr/>
            </p:nvSpPr>
            <p:spPr>
              <a:xfrm>
                <a:off x="8339281" y="1056011"/>
                <a:ext cx="75280" cy="34443"/>
              </a:xfrm>
              <a:custGeom>
                <a:rect b="b" l="l" r="r" t="t"/>
                <a:pathLst>
                  <a:path extrusionOk="0" h="598" w="1307">
                    <a:moveTo>
                      <a:pt x="379" y="0"/>
                    </a:moveTo>
                    <a:lnTo>
                      <a:pt x="1" y="219"/>
                    </a:lnTo>
                    <a:lnTo>
                      <a:pt x="1" y="382"/>
                    </a:lnTo>
                    <a:lnTo>
                      <a:pt x="379" y="598"/>
                    </a:lnTo>
                    <a:lnTo>
                      <a:pt x="924" y="598"/>
                    </a:lnTo>
                    <a:lnTo>
                      <a:pt x="1306" y="382"/>
                    </a:lnTo>
                    <a:lnTo>
                      <a:pt x="1306" y="219"/>
                    </a:lnTo>
                    <a:lnTo>
                      <a:pt x="924" y="0"/>
                    </a:lnTo>
                    <a:close/>
                  </a:path>
                </a:pathLst>
              </a:custGeom>
              <a:solidFill>
                <a:srgbClr val="5E4439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1" name="Google Shape;351;p17"/>
              <p:cNvSpPr/>
              <p:nvPr/>
            </p:nvSpPr>
            <p:spPr>
              <a:xfrm>
                <a:off x="8350224" y="1100764"/>
                <a:ext cx="49476" cy="11692"/>
              </a:xfrm>
              <a:custGeom>
                <a:rect b="b" l="l" r="r" t="t"/>
                <a:pathLst>
                  <a:path extrusionOk="0" h="203" w="859">
                    <a:moveTo>
                      <a:pt x="69" y="0"/>
                    </a:moveTo>
                    <a:lnTo>
                      <a:pt x="0" y="26"/>
                    </a:lnTo>
                    <a:lnTo>
                      <a:pt x="69" y="203"/>
                    </a:lnTo>
                    <a:lnTo>
                      <a:pt x="859" y="203"/>
                    </a:lnTo>
                    <a:lnTo>
                      <a:pt x="859" y="0"/>
                    </a:lnTo>
                    <a:close/>
                  </a:path>
                </a:pathLst>
              </a:custGeom>
              <a:solidFill>
                <a:srgbClr val="87878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2" name="Google Shape;352;p17"/>
              <p:cNvSpPr/>
              <p:nvPr/>
            </p:nvSpPr>
            <p:spPr>
              <a:xfrm>
                <a:off x="8322751" y="1082678"/>
                <a:ext cx="31448" cy="29778"/>
              </a:xfrm>
              <a:custGeom>
                <a:rect b="b" l="l" r="r" t="t"/>
                <a:pathLst>
                  <a:path extrusionOk="0" h="517" w="546">
                    <a:moveTo>
                      <a:pt x="1" y="1"/>
                    </a:moveTo>
                    <a:lnTo>
                      <a:pt x="1" y="190"/>
                    </a:lnTo>
                    <a:lnTo>
                      <a:pt x="546" y="517"/>
                    </a:lnTo>
                    <a:lnTo>
                      <a:pt x="546" y="314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rgbClr val="87878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3" name="Google Shape;353;p17"/>
              <p:cNvSpPr/>
              <p:nvPr/>
            </p:nvSpPr>
            <p:spPr>
              <a:xfrm>
                <a:off x="8331390" y="1043397"/>
                <a:ext cx="90889" cy="51780"/>
              </a:xfrm>
              <a:custGeom>
                <a:rect b="b" l="l" r="r" t="t"/>
                <a:pathLst>
                  <a:path extrusionOk="0" h="899" w="1578">
                    <a:moveTo>
                      <a:pt x="464" y="1"/>
                    </a:moveTo>
                    <a:lnTo>
                      <a:pt x="1" y="262"/>
                    </a:lnTo>
                    <a:lnTo>
                      <a:pt x="1" y="641"/>
                    </a:lnTo>
                    <a:lnTo>
                      <a:pt x="464" y="898"/>
                    </a:lnTo>
                    <a:lnTo>
                      <a:pt x="1117" y="898"/>
                    </a:lnTo>
                    <a:lnTo>
                      <a:pt x="1577" y="641"/>
                    </a:lnTo>
                    <a:lnTo>
                      <a:pt x="1577" y="262"/>
                    </a:lnTo>
                    <a:lnTo>
                      <a:pt x="1117" y="1"/>
                    </a:lnTo>
                    <a:close/>
                  </a:path>
                </a:pathLst>
              </a:custGeom>
              <a:solidFill>
                <a:srgbClr val="2D2C3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4" name="Google Shape;354;p17"/>
              <p:cNvSpPr/>
              <p:nvPr/>
            </p:nvSpPr>
            <p:spPr>
              <a:xfrm>
                <a:off x="8372169" y="968234"/>
                <a:ext cx="9504" cy="120724"/>
              </a:xfrm>
              <a:custGeom>
                <a:rect b="b" l="l" r="r" t="t"/>
                <a:pathLst>
                  <a:path extrusionOk="0" h="2096" w="165">
                    <a:moveTo>
                      <a:pt x="1" y="0"/>
                    </a:moveTo>
                    <a:lnTo>
                      <a:pt x="1" y="2096"/>
                    </a:lnTo>
                    <a:lnTo>
                      <a:pt x="164" y="2096"/>
                    </a:lnTo>
                    <a:lnTo>
                      <a:pt x="164" y="0"/>
                    </a:lnTo>
                    <a:close/>
                  </a:path>
                </a:pathLst>
              </a:custGeom>
              <a:solidFill>
                <a:srgbClr val="50505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5" name="Google Shape;355;p17"/>
              <p:cNvSpPr/>
              <p:nvPr/>
            </p:nvSpPr>
            <p:spPr>
              <a:xfrm>
                <a:off x="8381614" y="964433"/>
                <a:ext cx="6969" cy="124526"/>
              </a:xfrm>
              <a:custGeom>
                <a:rect b="b" l="l" r="r" t="t"/>
                <a:pathLst>
                  <a:path extrusionOk="0" h="2162" w="121">
                    <a:moveTo>
                      <a:pt x="121" y="1"/>
                    </a:moveTo>
                    <a:lnTo>
                      <a:pt x="0" y="66"/>
                    </a:lnTo>
                    <a:lnTo>
                      <a:pt x="0" y="2162"/>
                    </a:lnTo>
                    <a:lnTo>
                      <a:pt x="121" y="2093"/>
                    </a:lnTo>
                    <a:lnTo>
                      <a:pt x="121" y="1"/>
                    </a:lnTo>
                    <a:close/>
                  </a:path>
                </a:pathLst>
              </a:custGeom>
              <a:solidFill>
                <a:srgbClr val="50505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6" name="Google Shape;356;p17"/>
              <p:cNvSpPr/>
              <p:nvPr/>
            </p:nvSpPr>
            <p:spPr>
              <a:xfrm>
                <a:off x="8365027" y="964433"/>
                <a:ext cx="7200" cy="124526"/>
              </a:xfrm>
              <a:custGeom>
                <a:rect b="b" l="l" r="r" t="t"/>
                <a:pathLst>
                  <a:path extrusionOk="0" h="2162" w="125">
                    <a:moveTo>
                      <a:pt x="1" y="1"/>
                    </a:moveTo>
                    <a:lnTo>
                      <a:pt x="1" y="2093"/>
                    </a:lnTo>
                    <a:lnTo>
                      <a:pt x="125" y="2162"/>
                    </a:lnTo>
                    <a:lnTo>
                      <a:pt x="125" y="66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rgbClr val="50505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7" name="Google Shape;357;p17"/>
              <p:cNvSpPr/>
              <p:nvPr/>
            </p:nvSpPr>
            <p:spPr>
              <a:xfrm>
                <a:off x="8365027" y="955044"/>
                <a:ext cx="23557" cy="13247"/>
              </a:xfrm>
              <a:custGeom>
                <a:rect b="b" l="l" r="r" t="t"/>
                <a:pathLst>
                  <a:path extrusionOk="0" h="230" w="409">
                    <a:moveTo>
                      <a:pt x="125" y="1"/>
                    </a:moveTo>
                    <a:lnTo>
                      <a:pt x="1" y="66"/>
                    </a:lnTo>
                    <a:lnTo>
                      <a:pt x="1" y="164"/>
                    </a:lnTo>
                    <a:lnTo>
                      <a:pt x="125" y="229"/>
                    </a:lnTo>
                    <a:lnTo>
                      <a:pt x="288" y="229"/>
                    </a:lnTo>
                    <a:lnTo>
                      <a:pt x="409" y="164"/>
                    </a:lnTo>
                    <a:lnTo>
                      <a:pt x="409" y="66"/>
                    </a:lnTo>
                    <a:lnTo>
                      <a:pt x="288" y="1"/>
                    </a:lnTo>
                    <a:close/>
                  </a:path>
                </a:pathLst>
              </a:custGeom>
              <a:solidFill>
                <a:srgbClr val="50505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8" name="Google Shape;358;p17"/>
              <p:cNvSpPr/>
              <p:nvPr/>
            </p:nvSpPr>
            <p:spPr>
              <a:xfrm>
                <a:off x="8297005" y="513279"/>
                <a:ext cx="159084" cy="470053"/>
              </a:xfrm>
              <a:custGeom>
                <a:rect b="b" l="l" r="r" t="t"/>
                <a:pathLst>
                  <a:path extrusionOk="0" h="8161" w="2762">
                    <a:moveTo>
                      <a:pt x="1388" y="0"/>
                    </a:moveTo>
                    <a:lnTo>
                      <a:pt x="0" y="7031"/>
                    </a:lnTo>
                    <a:lnTo>
                      <a:pt x="0" y="7684"/>
                    </a:lnTo>
                    <a:lnTo>
                      <a:pt x="816" y="8160"/>
                    </a:lnTo>
                    <a:lnTo>
                      <a:pt x="1959" y="8160"/>
                    </a:lnTo>
                    <a:lnTo>
                      <a:pt x="2762" y="7684"/>
                    </a:lnTo>
                    <a:lnTo>
                      <a:pt x="2762" y="7031"/>
                    </a:lnTo>
                    <a:lnTo>
                      <a:pt x="1388" y="0"/>
                    </a:lnTo>
                    <a:close/>
                  </a:path>
                </a:pathLst>
              </a:custGeom>
              <a:solidFill>
                <a:srgbClr val="7FA31D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9" name="Google Shape;359;p17"/>
              <p:cNvSpPr/>
              <p:nvPr/>
            </p:nvSpPr>
            <p:spPr>
              <a:xfrm>
                <a:off x="8344004" y="513279"/>
                <a:ext cx="112085" cy="470053"/>
              </a:xfrm>
              <a:custGeom>
                <a:rect b="b" l="l" r="r" t="t"/>
                <a:pathLst>
                  <a:path extrusionOk="0" h="8161" w="1946">
                    <a:moveTo>
                      <a:pt x="572" y="0"/>
                    </a:moveTo>
                    <a:lnTo>
                      <a:pt x="0" y="8160"/>
                    </a:lnTo>
                    <a:lnTo>
                      <a:pt x="1143" y="8160"/>
                    </a:lnTo>
                    <a:lnTo>
                      <a:pt x="1946" y="7684"/>
                    </a:lnTo>
                    <a:lnTo>
                      <a:pt x="1946" y="7031"/>
                    </a:lnTo>
                    <a:lnTo>
                      <a:pt x="572" y="0"/>
                    </a:lnTo>
                    <a:close/>
                  </a:path>
                </a:pathLst>
              </a:custGeom>
              <a:solidFill>
                <a:srgbClr val="2D2C37">
                  <a:alpha val="3354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360" name="Google Shape;360;p17"/>
            <p:cNvGrpSpPr/>
            <p:nvPr/>
          </p:nvGrpSpPr>
          <p:grpSpPr>
            <a:xfrm flipH="1">
              <a:off x="7755210" y="4583681"/>
              <a:ext cx="390638" cy="461685"/>
              <a:chOff x="6819875" y="4319550"/>
              <a:chExt cx="399875" cy="472650"/>
            </a:xfrm>
          </p:grpSpPr>
          <p:sp>
            <p:nvSpPr>
              <p:cNvPr id="361" name="Google Shape;361;p17"/>
              <p:cNvSpPr/>
              <p:nvPr/>
            </p:nvSpPr>
            <p:spPr>
              <a:xfrm>
                <a:off x="6819875" y="4422200"/>
                <a:ext cx="208525" cy="291425"/>
              </a:xfrm>
              <a:custGeom>
                <a:rect b="b" l="l" r="r" t="t"/>
                <a:pathLst>
                  <a:path extrusionOk="0" h="11657" w="8341">
                    <a:moveTo>
                      <a:pt x="7890" y="1"/>
                    </a:moveTo>
                    <a:lnTo>
                      <a:pt x="1" y="11412"/>
                    </a:lnTo>
                    <a:lnTo>
                      <a:pt x="409" y="11657"/>
                    </a:lnTo>
                    <a:lnTo>
                      <a:pt x="8340" y="6855"/>
                    </a:lnTo>
                    <a:lnTo>
                      <a:pt x="7753" y="6219"/>
                    </a:lnTo>
                    <a:lnTo>
                      <a:pt x="2530" y="9195"/>
                    </a:lnTo>
                    <a:lnTo>
                      <a:pt x="2530" y="9195"/>
                    </a:lnTo>
                    <a:lnTo>
                      <a:pt x="7782" y="1812"/>
                    </a:lnTo>
                    <a:lnTo>
                      <a:pt x="7890" y="1"/>
                    </a:lnTo>
                    <a:close/>
                  </a:path>
                </a:pathLst>
              </a:custGeom>
              <a:solidFill>
                <a:srgbClr val="87878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62" name="Google Shape;362;p17"/>
              <p:cNvSpPr/>
              <p:nvPr/>
            </p:nvSpPr>
            <p:spPr>
              <a:xfrm>
                <a:off x="6830075" y="4428325"/>
                <a:ext cx="208525" cy="285300"/>
              </a:xfrm>
              <a:custGeom>
                <a:rect b="b" l="l" r="r" t="t"/>
                <a:pathLst>
                  <a:path extrusionOk="0" h="11412" w="8341">
                    <a:moveTo>
                      <a:pt x="7890" y="1"/>
                    </a:moveTo>
                    <a:lnTo>
                      <a:pt x="1" y="11412"/>
                    </a:lnTo>
                    <a:lnTo>
                      <a:pt x="8340" y="6871"/>
                    </a:lnTo>
                    <a:lnTo>
                      <a:pt x="7753" y="6218"/>
                    </a:lnTo>
                    <a:lnTo>
                      <a:pt x="2530" y="9208"/>
                    </a:lnTo>
                    <a:lnTo>
                      <a:pt x="7782" y="1825"/>
                    </a:lnTo>
                    <a:lnTo>
                      <a:pt x="7890" y="1"/>
                    </a:lnTo>
                    <a:close/>
                  </a:path>
                </a:pathLst>
              </a:custGeom>
              <a:solidFill>
                <a:srgbClr val="2D2C3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63" name="Google Shape;363;p17"/>
              <p:cNvSpPr/>
              <p:nvPr/>
            </p:nvSpPr>
            <p:spPr>
              <a:xfrm>
                <a:off x="6878375" y="4319550"/>
                <a:ext cx="116975" cy="472650"/>
              </a:xfrm>
              <a:custGeom>
                <a:rect b="b" l="l" r="r" t="t"/>
                <a:pathLst>
                  <a:path extrusionOk="0" h="18906" w="4679">
                    <a:moveTo>
                      <a:pt x="4678" y="1"/>
                    </a:moveTo>
                    <a:lnTo>
                      <a:pt x="4042" y="190"/>
                    </a:lnTo>
                    <a:lnTo>
                      <a:pt x="1" y="18648"/>
                    </a:lnTo>
                    <a:lnTo>
                      <a:pt x="533" y="18906"/>
                    </a:lnTo>
                    <a:lnTo>
                      <a:pt x="4678" y="1"/>
                    </a:lnTo>
                    <a:close/>
                  </a:path>
                </a:pathLst>
              </a:custGeom>
              <a:solidFill>
                <a:srgbClr val="B1282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64" name="Google Shape;364;p17"/>
              <p:cNvSpPr/>
              <p:nvPr/>
            </p:nvSpPr>
            <p:spPr>
              <a:xfrm>
                <a:off x="6891675" y="4319550"/>
                <a:ext cx="328075" cy="472650"/>
              </a:xfrm>
              <a:custGeom>
                <a:rect b="b" l="l" r="r" t="t"/>
                <a:pathLst>
                  <a:path extrusionOk="0" h="18906" w="13123">
                    <a:moveTo>
                      <a:pt x="4146" y="1"/>
                    </a:moveTo>
                    <a:lnTo>
                      <a:pt x="1" y="18906"/>
                    </a:lnTo>
                    <a:lnTo>
                      <a:pt x="13122" y="11343"/>
                    </a:lnTo>
                    <a:lnTo>
                      <a:pt x="4146" y="1"/>
                    </a:lnTo>
                    <a:close/>
                  </a:path>
                </a:pathLst>
              </a:custGeom>
              <a:solidFill>
                <a:srgbClr val="F5F5F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65" name="Google Shape;365;p17"/>
              <p:cNvSpPr/>
              <p:nvPr/>
            </p:nvSpPr>
            <p:spPr>
              <a:xfrm>
                <a:off x="6908650" y="4339625"/>
                <a:ext cx="298850" cy="432825"/>
              </a:xfrm>
              <a:custGeom>
                <a:rect b="b" l="l" r="r" t="t"/>
                <a:pathLst>
                  <a:path extrusionOk="0" h="17313" w="11954">
                    <a:moveTo>
                      <a:pt x="3536" y="1"/>
                    </a:moveTo>
                    <a:lnTo>
                      <a:pt x="1" y="17313"/>
                    </a:lnTo>
                    <a:lnTo>
                      <a:pt x="1" y="17313"/>
                    </a:lnTo>
                    <a:lnTo>
                      <a:pt x="11954" y="10419"/>
                    </a:lnTo>
                    <a:lnTo>
                      <a:pt x="3536" y="1"/>
                    </a:lnTo>
                    <a:close/>
                  </a:path>
                </a:pathLst>
              </a:custGeom>
              <a:solidFill>
                <a:srgbClr val="E7363C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66" name="Google Shape;366;p17"/>
              <p:cNvSpPr/>
              <p:nvPr/>
            </p:nvSpPr>
            <p:spPr>
              <a:xfrm>
                <a:off x="6951175" y="4386875"/>
                <a:ext cx="220025" cy="330825"/>
              </a:xfrm>
              <a:custGeom>
                <a:rect b="b" l="l" r="r" t="t"/>
                <a:pathLst>
                  <a:path extrusionOk="0" h="13233" w="8801">
                    <a:moveTo>
                      <a:pt x="2272" y="0"/>
                    </a:moveTo>
                    <a:lnTo>
                      <a:pt x="0" y="13233"/>
                    </a:lnTo>
                    <a:lnTo>
                      <a:pt x="8800" y="8160"/>
                    </a:lnTo>
                    <a:lnTo>
                      <a:pt x="2272" y="0"/>
                    </a:lnTo>
                    <a:close/>
                  </a:path>
                </a:pathLst>
              </a:custGeom>
              <a:solidFill>
                <a:srgbClr val="F5F5F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67" name="Google Shape;367;p17"/>
              <p:cNvSpPr/>
              <p:nvPr/>
            </p:nvSpPr>
            <p:spPr>
              <a:xfrm>
                <a:off x="7014425" y="4465450"/>
                <a:ext cx="55425" cy="174075"/>
              </a:xfrm>
              <a:custGeom>
                <a:rect b="b" l="l" r="r" t="t"/>
                <a:pathLst>
                  <a:path extrusionOk="0" h="6963" w="2217">
                    <a:moveTo>
                      <a:pt x="1129" y="1"/>
                    </a:moveTo>
                    <a:lnTo>
                      <a:pt x="0" y="653"/>
                    </a:lnTo>
                    <a:lnTo>
                      <a:pt x="313" y="2351"/>
                    </a:lnTo>
                    <a:lnTo>
                      <a:pt x="966" y="4636"/>
                    </a:lnTo>
                    <a:lnTo>
                      <a:pt x="1671" y="4228"/>
                    </a:lnTo>
                    <a:lnTo>
                      <a:pt x="1440" y="1714"/>
                    </a:lnTo>
                    <a:lnTo>
                      <a:pt x="1129" y="1"/>
                    </a:lnTo>
                    <a:close/>
                    <a:moveTo>
                      <a:pt x="1586" y="4950"/>
                    </a:moveTo>
                    <a:cubicBezTo>
                      <a:pt x="1522" y="4950"/>
                      <a:pt x="1456" y="4967"/>
                      <a:pt x="1387" y="5004"/>
                    </a:cubicBezTo>
                    <a:cubicBezTo>
                      <a:pt x="1074" y="5194"/>
                      <a:pt x="924" y="5713"/>
                      <a:pt x="1031" y="6268"/>
                    </a:cubicBezTo>
                    <a:cubicBezTo>
                      <a:pt x="1109" y="6709"/>
                      <a:pt x="1311" y="6962"/>
                      <a:pt x="1546" y="6962"/>
                    </a:cubicBezTo>
                    <a:cubicBezTo>
                      <a:pt x="1609" y="6962"/>
                      <a:pt x="1674" y="6944"/>
                      <a:pt x="1740" y="6907"/>
                    </a:cubicBezTo>
                    <a:cubicBezTo>
                      <a:pt x="2066" y="6718"/>
                      <a:pt x="2216" y="6215"/>
                      <a:pt x="2109" y="5644"/>
                    </a:cubicBezTo>
                    <a:cubicBezTo>
                      <a:pt x="2021" y="5203"/>
                      <a:pt x="1825" y="4950"/>
                      <a:pt x="1586" y="4950"/>
                    </a:cubicBezTo>
                    <a:close/>
                  </a:path>
                </a:pathLst>
              </a:custGeom>
              <a:solidFill>
                <a:srgbClr val="2D2C3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3">
  <p:cSld name="CUSTOM_4_1_1">
    <p:spTree>
      <p:nvGrpSpPr>
        <p:cNvPr id="368" name="Shape 3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" name="Google Shape;369;p18"/>
          <p:cNvSpPr/>
          <p:nvPr/>
        </p:nvSpPr>
        <p:spPr>
          <a:xfrm>
            <a:off x="287800" y="2289675"/>
            <a:ext cx="8574600" cy="2569200"/>
          </a:xfrm>
          <a:prstGeom prst="roundRect">
            <a:avLst>
              <a:gd fmla="val 0" name="adj"/>
            </a:avLst>
          </a:prstGeom>
          <a:solidFill>
            <a:srgbClr val="5BADFB">
              <a:alpha val="6211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0" name="Google Shape;370;p18"/>
          <p:cNvSpPr txBox="1"/>
          <p:nvPr>
            <p:ph type="title"/>
          </p:nvPr>
        </p:nvSpPr>
        <p:spPr>
          <a:xfrm>
            <a:off x="720000" y="5212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700"/>
              <a:buNone/>
              <a:defRPr sz="2700">
                <a:latin typeface="Lexend ExtraBold"/>
                <a:ea typeface="Lexend ExtraBold"/>
                <a:cs typeface="Lexend ExtraBold"/>
                <a:sym typeface="Lexend Extra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371" name="Google Shape;371;p18"/>
          <p:cNvSpPr txBox="1"/>
          <p:nvPr>
            <p:ph idx="1" type="subTitle"/>
          </p:nvPr>
        </p:nvSpPr>
        <p:spPr>
          <a:xfrm>
            <a:off x="720000" y="1095675"/>
            <a:ext cx="7482000" cy="119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Char char="●"/>
              <a:defRPr b="0" sz="1400"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Char char="○"/>
              <a:defRPr sz="2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Char char="■"/>
              <a:defRPr sz="2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Char char="●"/>
              <a:defRPr sz="2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Char char="○"/>
              <a:defRPr sz="2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Char char="■"/>
              <a:defRPr sz="2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Char char="●"/>
              <a:defRPr sz="2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Char char="○"/>
              <a:defRPr sz="2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Char char="■"/>
              <a:defRPr sz="2800"/>
            </a:lvl9pPr>
          </a:lstStyle>
          <a:p/>
        </p:txBody>
      </p:sp>
      <p:sp>
        <p:nvSpPr>
          <p:cNvPr id="372" name="Google Shape;372;p18"/>
          <p:cNvSpPr/>
          <p:nvPr/>
        </p:nvSpPr>
        <p:spPr>
          <a:xfrm>
            <a:off x="280800" y="279300"/>
            <a:ext cx="8582400" cy="45849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3" name="Google Shape;373;p18"/>
          <p:cNvSpPr/>
          <p:nvPr/>
        </p:nvSpPr>
        <p:spPr>
          <a:xfrm>
            <a:off x="281825" y="279300"/>
            <a:ext cx="8582400" cy="162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74" name="Google Shape;374;p18"/>
          <p:cNvGrpSpPr/>
          <p:nvPr/>
        </p:nvGrpSpPr>
        <p:grpSpPr>
          <a:xfrm>
            <a:off x="8430774" y="3862232"/>
            <a:ext cx="314144" cy="1183135"/>
            <a:chOff x="8297005" y="513279"/>
            <a:chExt cx="159084" cy="599177"/>
          </a:xfrm>
        </p:grpSpPr>
        <p:sp>
          <p:nvSpPr>
            <p:cNvPr id="375" name="Google Shape;375;p18"/>
            <p:cNvSpPr/>
            <p:nvPr/>
          </p:nvSpPr>
          <p:spPr>
            <a:xfrm>
              <a:off x="8388526" y="1082678"/>
              <a:ext cx="42392" cy="29778"/>
            </a:xfrm>
            <a:custGeom>
              <a:rect b="b" l="l" r="r" t="t"/>
              <a:pathLst>
                <a:path extrusionOk="0" h="517" w="736">
                  <a:moveTo>
                    <a:pt x="735" y="1"/>
                  </a:moveTo>
                  <a:lnTo>
                    <a:pt x="1" y="216"/>
                  </a:lnTo>
                  <a:lnTo>
                    <a:pt x="194" y="517"/>
                  </a:lnTo>
                  <a:lnTo>
                    <a:pt x="735" y="190"/>
                  </a:lnTo>
                  <a:lnTo>
                    <a:pt x="735" y="1"/>
                  </a:lnTo>
                  <a:close/>
                </a:path>
              </a:pathLst>
            </a:custGeom>
            <a:solidFill>
              <a:srgbClr val="87878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6" name="Google Shape;376;p18"/>
            <p:cNvSpPr/>
            <p:nvPr/>
          </p:nvSpPr>
          <p:spPr>
            <a:xfrm>
              <a:off x="8322751" y="1038732"/>
              <a:ext cx="108168" cy="62090"/>
            </a:xfrm>
            <a:custGeom>
              <a:rect b="b" l="l" r="r" t="t"/>
              <a:pathLst>
                <a:path extrusionOk="0" h="1078" w="1878">
                  <a:moveTo>
                    <a:pt x="546" y="0"/>
                  </a:moveTo>
                  <a:lnTo>
                    <a:pt x="1" y="314"/>
                  </a:lnTo>
                  <a:lnTo>
                    <a:pt x="1" y="764"/>
                  </a:lnTo>
                  <a:lnTo>
                    <a:pt x="546" y="1077"/>
                  </a:lnTo>
                  <a:lnTo>
                    <a:pt x="1336" y="1077"/>
                  </a:lnTo>
                  <a:lnTo>
                    <a:pt x="1877" y="764"/>
                  </a:lnTo>
                  <a:lnTo>
                    <a:pt x="1877" y="314"/>
                  </a:lnTo>
                  <a:lnTo>
                    <a:pt x="1336" y="0"/>
                  </a:lnTo>
                  <a:close/>
                </a:path>
              </a:pathLst>
            </a:custGeom>
            <a:solidFill>
              <a:srgbClr val="F5F5F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7" name="Google Shape;377;p18"/>
            <p:cNvSpPr/>
            <p:nvPr/>
          </p:nvSpPr>
          <p:spPr>
            <a:xfrm>
              <a:off x="8339281" y="1047372"/>
              <a:ext cx="75280" cy="21311"/>
            </a:xfrm>
            <a:custGeom>
              <a:rect b="b" l="l" r="r" t="t"/>
              <a:pathLst>
                <a:path extrusionOk="0" h="370" w="1307">
                  <a:moveTo>
                    <a:pt x="379" y="0"/>
                  </a:moveTo>
                  <a:lnTo>
                    <a:pt x="1" y="219"/>
                  </a:lnTo>
                  <a:lnTo>
                    <a:pt x="1" y="369"/>
                  </a:lnTo>
                  <a:lnTo>
                    <a:pt x="1306" y="369"/>
                  </a:lnTo>
                  <a:lnTo>
                    <a:pt x="1306" y="219"/>
                  </a:lnTo>
                  <a:lnTo>
                    <a:pt x="924" y="0"/>
                  </a:lnTo>
                  <a:close/>
                </a:path>
              </a:pathLst>
            </a:custGeom>
            <a:solidFill>
              <a:srgbClr val="A39C9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8" name="Google Shape;378;p18"/>
            <p:cNvSpPr/>
            <p:nvPr/>
          </p:nvSpPr>
          <p:spPr>
            <a:xfrm>
              <a:off x="8339281" y="1056011"/>
              <a:ext cx="75280" cy="34443"/>
            </a:xfrm>
            <a:custGeom>
              <a:rect b="b" l="l" r="r" t="t"/>
              <a:pathLst>
                <a:path extrusionOk="0" h="598" w="1307">
                  <a:moveTo>
                    <a:pt x="379" y="0"/>
                  </a:moveTo>
                  <a:lnTo>
                    <a:pt x="1" y="219"/>
                  </a:lnTo>
                  <a:lnTo>
                    <a:pt x="1" y="382"/>
                  </a:lnTo>
                  <a:lnTo>
                    <a:pt x="379" y="598"/>
                  </a:lnTo>
                  <a:lnTo>
                    <a:pt x="924" y="598"/>
                  </a:lnTo>
                  <a:lnTo>
                    <a:pt x="1306" y="382"/>
                  </a:lnTo>
                  <a:lnTo>
                    <a:pt x="1306" y="219"/>
                  </a:lnTo>
                  <a:lnTo>
                    <a:pt x="924" y="0"/>
                  </a:lnTo>
                  <a:close/>
                </a:path>
              </a:pathLst>
            </a:custGeom>
            <a:solidFill>
              <a:srgbClr val="5E443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9" name="Google Shape;379;p18"/>
            <p:cNvSpPr/>
            <p:nvPr/>
          </p:nvSpPr>
          <p:spPr>
            <a:xfrm>
              <a:off x="8350224" y="1100764"/>
              <a:ext cx="49476" cy="11692"/>
            </a:xfrm>
            <a:custGeom>
              <a:rect b="b" l="l" r="r" t="t"/>
              <a:pathLst>
                <a:path extrusionOk="0" h="203" w="859">
                  <a:moveTo>
                    <a:pt x="69" y="0"/>
                  </a:moveTo>
                  <a:lnTo>
                    <a:pt x="0" y="26"/>
                  </a:lnTo>
                  <a:lnTo>
                    <a:pt x="69" y="203"/>
                  </a:lnTo>
                  <a:lnTo>
                    <a:pt x="859" y="203"/>
                  </a:lnTo>
                  <a:lnTo>
                    <a:pt x="859" y="0"/>
                  </a:lnTo>
                  <a:close/>
                </a:path>
              </a:pathLst>
            </a:custGeom>
            <a:solidFill>
              <a:srgbClr val="87878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0" name="Google Shape;380;p18"/>
            <p:cNvSpPr/>
            <p:nvPr/>
          </p:nvSpPr>
          <p:spPr>
            <a:xfrm>
              <a:off x="8322751" y="1082678"/>
              <a:ext cx="31448" cy="29778"/>
            </a:xfrm>
            <a:custGeom>
              <a:rect b="b" l="l" r="r" t="t"/>
              <a:pathLst>
                <a:path extrusionOk="0" h="517" w="546">
                  <a:moveTo>
                    <a:pt x="1" y="1"/>
                  </a:moveTo>
                  <a:lnTo>
                    <a:pt x="1" y="190"/>
                  </a:lnTo>
                  <a:lnTo>
                    <a:pt x="546" y="517"/>
                  </a:lnTo>
                  <a:lnTo>
                    <a:pt x="546" y="314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87878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1" name="Google Shape;381;p18"/>
            <p:cNvSpPr/>
            <p:nvPr/>
          </p:nvSpPr>
          <p:spPr>
            <a:xfrm>
              <a:off x="8331390" y="1043397"/>
              <a:ext cx="90889" cy="51780"/>
            </a:xfrm>
            <a:custGeom>
              <a:rect b="b" l="l" r="r" t="t"/>
              <a:pathLst>
                <a:path extrusionOk="0" h="899" w="1578">
                  <a:moveTo>
                    <a:pt x="464" y="1"/>
                  </a:moveTo>
                  <a:lnTo>
                    <a:pt x="1" y="262"/>
                  </a:lnTo>
                  <a:lnTo>
                    <a:pt x="1" y="641"/>
                  </a:lnTo>
                  <a:lnTo>
                    <a:pt x="464" y="898"/>
                  </a:lnTo>
                  <a:lnTo>
                    <a:pt x="1117" y="898"/>
                  </a:lnTo>
                  <a:lnTo>
                    <a:pt x="1577" y="641"/>
                  </a:lnTo>
                  <a:lnTo>
                    <a:pt x="1577" y="262"/>
                  </a:lnTo>
                  <a:lnTo>
                    <a:pt x="1117" y="1"/>
                  </a:lnTo>
                  <a:close/>
                </a:path>
              </a:pathLst>
            </a:custGeom>
            <a:solidFill>
              <a:srgbClr val="2D2C3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2" name="Google Shape;382;p18"/>
            <p:cNvSpPr/>
            <p:nvPr/>
          </p:nvSpPr>
          <p:spPr>
            <a:xfrm>
              <a:off x="8372169" y="968234"/>
              <a:ext cx="9504" cy="120724"/>
            </a:xfrm>
            <a:custGeom>
              <a:rect b="b" l="l" r="r" t="t"/>
              <a:pathLst>
                <a:path extrusionOk="0" h="2096" w="165">
                  <a:moveTo>
                    <a:pt x="1" y="0"/>
                  </a:moveTo>
                  <a:lnTo>
                    <a:pt x="1" y="2096"/>
                  </a:lnTo>
                  <a:lnTo>
                    <a:pt x="164" y="2096"/>
                  </a:lnTo>
                  <a:lnTo>
                    <a:pt x="164" y="0"/>
                  </a:lnTo>
                  <a:close/>
                </a:path>
              </a:pathLst>
            </a:custGeom>
            <a:solidFill>
              <a:srgbClr val="50505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3" name="Google Shape;383;p18"/>
            <p:cNvSpPr/>
            <p:nvPr/>
          </p:nvSpPr>
          <p:spPr>
            <a:xfrm>
              <a:off x="8381614" y="964433"/>
              <a:ext cx="6969" cy="124526"/>
            </a:xfrm>
            <a:custGeom>
              <a:rect b="b" l="l" r="r" t="t"/>
              <a:pathLst>
                <a:path extrusionOk="0" h="2162" w="121">
                  <a:moveTo>
                    <a:pt x="121" y="1"/>
                  </a:moveTo>
                  <a:lnTo>
                    <a:pt x="0" y="66"/>
                  </a:lnTo>
                  <a:lnTo>
                    <a:pt x="0" y="2162"/>
                  </a:lnTo>
                  <a:lnTo>
                    <a:pt x="121" y="2093"/>
                  </a:lnTo>
                  <a:lnTo>
                    <a:pt x="121" y="1"/>
                  </a:lnTo>
                  <a:close/>
                </a:path>
              </a:pathLst>
            </a:custGeom>
            <a:solidFill>
              <a:srgbClr val="50505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4" name="Google Shape;384;p18"/>
            <p:cNvSpPr/>
            <p:nvPr/>
          </p:nvSpPr>
          <p:spPr>
            <a:xfrm>
              <a:off x="8365027" y="964433"/>
              <a:ext cx="7200" cy="124526"/>
            </a:xfrm>
            <a:custGeom>
              <a:rect b="b" l="l" r="r" t="t"/>
              <a:pathLst>
                <a:path extrusionOk="0" h="2162" w="125">
                  <a:moveTo>
                    <a:pt x="1" y="1"/>
                  </a:moveTo>
                  <a:lnTo>
                    <a:pt x="1" y="2093"/>
                  </a:lnTo>
                  <a:lnTo>
                    <a:pt x="125" y="2162"/>
                  </a:lnTo>
                  <a:lnTo>
                    <a:pt x="125" y="66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50505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5" name="Google Shape;385;p18"/>
            <p:cNvSpPr/>
            <p:nvPr/>
          </p:nvSpPr>
          <p:spPr>
            <a:xfrm>
              <a:off x="8365027" y="955044"/>
              <a:ext cx="23557" cy="13247"/>
            </a:xfrm>
            <a:custGeom>
              <a:rect b="b" l="l" r="r" t="t"/>
              <a:pathLst>
                <a:path extrusionOk="0" h="230" w="409">
                  <a:moveTo>
                    <a:pt x="125" y="1"/>
                  </a:moveTo>
                  <a:lnTo>
                    <a:pt x="1" y="66"/>
                  </a:lnTo>
                  <a:lnTo>
                    <a:pt x="1" y="164"/>
                  </a:lnTo>
                  <a:lnTo>
                    <a:pt x="125" y="229"/>
                  </a:lnTo>
                  <a:lnTo>
                    <a:pt x="288" y="229"/>
                  </a:lnTo>
                  <a:lnTo>
                    <a:pt x="409" y="164"/>
                  </a:lnTo>
                  <a:lnTo>
                    <a:pt x="409" y="66"/>
                  </a:lnTo>
                  <a:lnTo>
                    <a:pt x="288" y="1"/>
                  </a:lnTo>
                  <a:close/>
                </a:path>
              </a:pathLst>
            </a:custGeom>
            <a:solidFill>
              <a:srgbClr val="50505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6" name="Google Shape;386;p18"/>
            <p:cNvSpPr/>
            <p:nvPr/>
          </p:nvSpPr>
          <p:spPr>
            <a:xfrm>
              <a:off x="8297005" y="513279"/>
              <a:ext cx="159084" cy="470053"/>
            </a:xfrm>
            <a:custGeom>
              <a:rect b="b" l="l" r="r" t="t"/>
              <a:pathLst>
                <a:path extrusionOk="0" h="8161" w="2762">
                  <a:moveTo>
                    <a:pt x="1388" y="0"/>
                  </a:moveTo>
                  <a:lnTo>
                    <a:pt x="0" y="7031"/>
                  </a:lnTo>
                  <a:lnTo>
                    <a:pt x="0" y="7684"/>
                  </a:lnTo>
                  <a:lnTo>
                    <a:pt x="816" y="8160"/>
                  </a:lnTo>
                  <a:lnTo>
                    <a:pt x="1959" y="8160"/>
                  </a:lnTo>
                  <a:lnTo>
                    <a:pt x="2762" y="7684"/>
                  </a:lnTo>
                  <a:lnTo>
                    <a:pt x="2762" y="7031"/>
                  </a:lnTo>
                  <a:lnTo>
                    <a:pt x="1388" y="0"/>
                  </a:lnTo>
                  <a:close/>
                </a:path>
              </a:pathLst>
            </a:custGeom>
            <a:solidFill>
              <a:srgbClr val="7FA31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7" name="Google Shape;387;p18"/>
            <p:cNvSpPr/>
            <p:nvPr/>
          </p:nvSpPr>
          <p:spPr>
            <a:xfrm>
              <a:off x="8344004" y="513279"/>
              <a:ext cx="112085" cy="470053"/>
            </a:xfrm>
            <a:custGeom>
              <a:rect b="b" l="l" r="r" t="t"/>
              <a:pathLst>
                <a:path extrusionOk="0" h="8161" w="1946">
                  <a:moveTo>
                    <a:pt x="572" y="0"/>
                  </a:moveTo>
                  <a:lnTo>
                    <a:pt x="0" y="8160"/>
                  </a:lnTo>
                  <a:lnTo>
                    <a:pt x="1143" y="8160"/>
                  </a:lnTo>
                  <a:lnTo>
                    <a:pt x="1946" y="7684"/>
                  </a:lnTo>
                  <a:lnTo>
                    <a:pt x="1946" y="7031"/>
                  </a:lnTo>
                  <a:lnTo>
                    <a:pt x="572" y="0"/>
                  </a:lnTo>
                  <a:close/>
                </a:path>
              </a:pathLst>
            </a:custGeom>
            <a:solidFill>
              <a:srgbClr val="2D2C37">
                <a:alpha val="3354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88" name="Google Shape;388;p18"/>
          <p:cNvGrpSpPr/>
          <p:nvPr/>
        </p:nvGrpSpPr>
        <p:grpSpPr>
          <a:xfrm flipH="1">
            <a:off x="7925535" y="4583681"/>
            <a:ext cx="390638" cy="461685"/>
            <a:chOff x="6819875" y="4319550"/>
            <a:chExt cx="399875" cy="472650"/>
          </a:xfrm>
        </p:grpSpPr>
        <p:sp>
          <p:nvSpPr>
            <p:cNvPr id="389" name="Google Shape;389;p18"/>
            <p:cNvSpPr/>
            <p:nvPr/>
          </p:nvSpPr>
          <p:spPr>
            <a:xfrm>
              <a:off x="6819875" y="4422200"/>
              <a:ext cx="208525" cy="291425"/>
            </a:xfrm>
            <a:custGeom>
              <a:rect b="b" l="l" r="r" t="t"/>
              <a:pathLst>
                <a:path extrusionOk="0" h="11657" w="8341">
                  <a:moveTo>
                    <a:pt x="7890" y="1"/>
                  </a:moveTo>
                  <a:lnTo>
                    <a:pt x="1" y="11412"/>
                  </a:lnTo>
                  <a:lnTo>
                    <a:pt x="409" y="11657"/>
                  </a:lnTo>
                  <a:lnTo>
                    <a:pt x="8340" y="6855"/>
                  </a:lnTo>
                  <a:lnTo>
                    <a:pt x="7753" y="6219"/>
                  </a:lnTo>
                  <a:lnTo>
                    <a:pt x="2530" y="9195"/>
                  </a:lnTo>
                  <a:lnTo>
                    <a:pt x="2530" y="9195"/>
                  </a:lnTo>
                  <a:lnTo>
                    <a:pt x="7782" y="1812"/>
                  </a:lnTo>
                  <a:lnTo>
                    <a:pt x="7890" y="1"/>
                  </a:lnTo>
                  <a:close/>
                </a:path>
              </a:pathLst>
            </a:custGeom>
            <a:solidFill>
              <a:srgbClr val="87878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0" name="Google Shape;390;p18"/>
            <p:cNvSpPr/>
            <p:nvPr/>
          </p:nvSpPr>
          <p:spPr>
            <a:xfrm>
              <a:off x="6830075" y="4428325"/>
              <a:ext cx="208525" cy="285300"/>
            </a:xfrm>
            <a:custGeom>
              <a:rect b="b" l="l" r="r" t="t"/>
              <a:pathLst>
                <a:path extrusionOk="0" h="11412" w="8341">
                  <a:moveTo>
                    <a:pt x="7890" y="1"/>
                  </a:moveTo>
                  <a:lnTo>
                    <a:pt x="1" y="11412"/>
                  </a:lnTo>
                  <a:lnTo>
                    <a:pt x="8340" y="6871"/>
                  </a:lnTo>
                  <a:lnTo>
                    <a:pt x="7753" y="6218"/>
                  </a:lnTo>
                  <a:lnTo>
                    <a:pt x="2530" y="9208"/>
                  </a:lnTo>
                  <a:lnTo>
                    <a:pt x="7782" y="1825"/>
                  </a:lnTo>
                  <a:lnTo>
                    <a:pt x="7890" y="1"/>
                  </a:lnTo>
                  <a:close/>
                </a:path>
              </a:pathLst>
            </a:custGeom>
            <a:solidFill>
              <a:srgbClr val="2D2C3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1" name="Google Shape;391;p18"/>
            <p:cNvSpPr/>
            <p:nvPr/>
          </p:nvSpPr>
          <p:spPr>
            <a:xfrm>
              <a:off x="6878375" y="4319550"/>
              <a:ext cx="116975" cy="472650"/>
            </a:xfrm>
            <a:custGeom>
              <a:rect b="b" l="l" r="r" t="t"/>
              <a:pathLst>
                <a:path extrusionOk="0" h="18906" w="4679">
                  <a:moveTo>
                    <a:pt x="4678" y="1"/>
                  </a:moveTo>
                  <a:lnTo>
                    <a:pt x="4042" y="190"/>
                  </a:lnTo>
                  <a:lnTo>
                    <a:pt x="1" y="18648"/>
                  </a:lnTo>
                  <a:lnTo>
                    <a:pt x="533" y="18906"/>
                  </a:lnTo>
                  <a:lnTo>
                    <a:pt x="4678" y="1"/>
                  </a:lnTo>
                  <a:close/>
                </a:path>
              </a:pathLst>
            </a:custGeom>
            <a:solidFill>
              <a:srgbClr val="B1282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2" name="Google Shape;392;p18"/>
            <p:cNvSpPr/>
            <p:nvPr/>
          </p:nvSpPr>
          <p:spPr>
            <a:xfrm>
              <a:off x="6891675" y="4319550"/>
              <a:ext cx="328075" cy="472650"/>
            </a:xfrm>
            <a:custGeom>
              <a:rect b="b" l="l" r="r" t="t"/>
              <a:pathLst>
                <a:path extrusionOk="0" h="18906" w="13123">
                  <a:moveTo>
                    <a:pt x="4146" y="1"/>
                  </a:moveTo>
                  <a:lnTo>
                    <a:pt x="1" y="18906"/>
                  </a:lnTo>
                  <a:lnTo>
                    <a:pt x="13122" y="11343"/>
                  </a:lnTo>
                  <a:lnTo>
                    <a:pt x="4146" y="1"/>
                  </a:lnTo>
                  <a:close/>
                </a:path>
              </a:pathLst>
            </a:custGeom>
            <a:solidFill>
              <a:srgbClr val="F5F5F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3" name="Google Shape;393;p18"/>
            <p:cNvSpPr/>
            <p:nvPr/>
          </p:nvSpPr>
          <p:spPr>
            <a:xfrm>
              <a:off x="6908650" y="4339625"/>
              <a:ext cx="298850" cy="432825"/>
            </a:xfrm>
            <a:custGeom>
              <a:rect b="b" l="l" r="r" t="t"/>
              <a:pathLst>
                <a:path extrusionOk="0" h="17313" w="11954">
                  <a:moveTo>
                    <a:pt x="3536" y="1"/>
                  </a:moveTo>
                  <a:lnTo>
                    <a:pt x="1" y="17313"/>
                  </a:lnTo>
                  <a:lnTo>
                    <a:pt x="1" y="17313"/>
                  </a:lnTo>
                  <a:lnTo>
                    <a:pt x="11954" y="10419"/>
                  </a:lnTo>
                  <a:lnTo>
                    <a:pt x="3536" y="1"/>
                  </a:lnTo>
                  <a:close/>
                </a:path>
              </a:pathLst>
            </a:custGeom>
            <a:solidFill>
              <a:srgbClr val="E7363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4" name="Google Shape;394;p18"/>
            <p:cNvSpPr/>
            <p:nvPr/>
          </p:nvSpPr>
          <p:spPr>
            <a:xfrm>
              <a:off x="6951175" y="4386875"/>
              <a:ext cx="220025" cy="330825"/>
            </a:xfrm>
            <a:custGeom>
              <a:rect b="b" l="l" r="r" t="t"/>
              <a:pathLst>
                <a:path extrusionOk="0" h="13233" w="8801">
                  <a:moveTo>
                    <a:pt x="2272" y="0"/>
                  </a:moveTo>
                  <a:lnTo>
                    <a:pt x="0" y="13233"/>
                  </a:lnTo>
                  <a:lnTo>
                    <a:pt x="8800" y="8160"/>
                  </a:lnTo>
                  <a:lnTo>
                    <a:pt x="2272" y="0"/>
                  </a:lnTo>
                  <a:close/>
                </a:path>
              </a:pathLst>
            </a:custGeom>
            <a:solidFill>
              <a:srgbClr val="F5F5F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5" name="Google Shape;395;p18"/>
            <p:cNvSpPr/>
            <p:nvPr/>
          </p:nvSpPr>
          <p:spPr>
            <a:xfrm>
              <a:off x="7014425" y="4465450"/>
              <a:ext cx="55425" cy="174075"/>
            </a:xfrm>
            <a:custGeom>
              <a:rect b="b" l="l" r="r" t="t"/>
              <a:pathLst>
                <a:path extrusionOk="0" h="6963" w="2217">
                  <a:moveTo>
                    <a:pt x="1129" y="1"/>
                  </a:moveTo>
                  <a:lnTo>
                    <a:pt x="0" y="653"/>
                  </a:lnTo>
                  <a:lnTo>
                    <a:pt x="313" y="2351"/>
                  </a:lnTo>
                  <a:lnTo>
                    <a:pt x="966" y="4636"/>
                  </a:lnTo>
                  <a:lnTo>
                    <a:pt x="1671" y="4228"/>
                  </a:lnTo>
                  <a:lnTo>
                    <a:pt x="1440" y="1714"/>
                  </a:lnTo>
                  <a:lnTo>
                    <a:pt x="1129" y="1"/>
                  </a:lnTo>
                  <a:close/>
                  <a:moveTo>
                    <a:pt x="1586" y="4950"/>
                  </a:moveTo>
                  <a:cubicBezTo>
                    <a:pt x="1522" y="4950"/>
                    <a:pt x="1456" y="4967"/>
                    <a:pt x="1387" y="5004"/>
                  </a:cubicBezTo>
                  <a:cubicBezTo>
                    <a:pt x="1074" y="5194"/>
                    <a:pt x="924" y="5713"/>
                    <a:pt x="1031" y="6268"/>
                  </a:cubicBezTo>
                  <a:cubicBezTo>
                    <a:pt x="1109" y="6709"/>
                    <a:pt x="1311" y="6962"/>
                    <a:pt x="1546" y="6962"/>
                  </a:cubicBezTo>
                  <a:cubicBezTo>
                    <a:pt x="1609" y="6962"/>
                    <a:pt x="1674" y="6944"/>
                    <a:pt x="1740" y="6907"/>
                  </a:cubicBezTo>
                  <a:cubicBezTo>
                    <a:pt x="2066" y="6718"/>
                    <a:pt x="2216" y="6215"/>
                    <a:pt x="2109" y="5644"/>
                  </a:cubicBezTo>
                  <a:cubicBezTo>
                    <a:pt x="2021" y="5203"/>
                    <a:pt x="1825" y="4950"/>
                    <a:pt x="1586" y="4950"/>
                  </a:cubicBezTo>
                  <a:close/>
                </a:path>
              </a:pathLst>
            </a:custGeom>
            <a:solidFill>
              <a:srgbClr val="2D2C3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4">
  <p:cSld name="CUSTOM_4_1_1_1">
    <p:spTree>
      <p:nvGrpSpPr>
        <p:cNvPr id="396" name="Shape 3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7" name="Google Shape;397;p19"/>
          <p:cNvSpPr/>
          <p:nvPr/>
        </p:nvSpPr>
        <p:spPr>
          <a:xfrm>
            <a:off x="280800" y="279300"/>
            <a:ext cx="8582400" cy="45849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8" name="Google Shape;398;p19"/>
          <p:cNvSpPr/>
          <p:nvPr/>
        </p:nvSpPr>
        <p:spPr>
          <a:xfrm>
            <a:off x="281825" y="279300"/>
            <a:ext cx="8582400" cy="162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99" name="Google Shape;399;p19"/>
          <p:cNvGrpSpPr/>
          <p:nvPr/>
        </p:nvGrpSpPr>
        <p:grpSpPr>
          <a:xfrm>
            <a:off x="399074" y="3862232"/>
            <a:ext cx="830674" cy="1183135"/>
            <a:chOff x="399074" y="3862232"/>
            <a:chExt cx="830674" cy="1183135"/>
          </a:xfrm>
        </p:grpSpPr>
        <p:grpSp>
          <p:nvGrpSpPr>
            <p:cNvPr id="400" name="Google Shape;400;p19"/>
            <p:cNvGrpSpPr/>
            <p:nvPr/>
          </p:nvGrpSpPr>
          <p:grpSpPr>
            <a:xfrm>
              <a:off x="399074" y="3862232"/>
              <a:ext cx="314144" cy="1183135"/>
              <a:chOff x="8297005" y="513279"/>
              <a:chExt cx="159084" cy="599177"/>
            </a:xfrm>
          </p:grpSpPr>
          <p:sp>
            <p:nvSpPr>
              <p:cNvPr id="401" name="Google Shape;401;p19"/>
              <p:cNvSpPr/>
              <p:nvPr/>
            </p:nvSpPr>
            <p:spPr>
              <a:xfrm>
                <a:off x="8388526" y="1082678"/>
                <a:ext cx="42392" cy="29778"/>
              </a:xfrm>
              <a:custGeom>
                <a:rect b="b" l="l" r="r" t="t"/>
                <a:pathLst>
                  <a:path extrusionOk="0" h="517" w="736">
                    <a:moveTo>
                      <a:pt x="735" y="1"/>
                    </a:moveTo>
                    <a:lnTo>
                      <a:pt x="1" y="216"/>
                    </a:lnTo>
                    <a:lnTo>
                      <a:pt x="194" y="517"/>
                    </a:lnTo>
                    <a:lnTo>
                      <a:pt x="735" y="190"/>
                    </a:lnTo>
                    <a:lnTo>
                      <a:pt x="735" y="1"/>
                    </a:lnTo>
                    <a:close/>
                  </a:path>
                </a:pathLst>
              </a:custGeom>
              <a:solidFill>
                <a:srgbClr val="87878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02" name="Google Shape;402;p19"/>
              <p:cNvSpPr/>
              <p:nvPr/>
            </p:nvSpPr>
            <p:spPr>
              <a:xfrm>
                <a:off x="8322751" y="1038732"/>
                <a:ext cx="108168" cy="62090"/>
              </a:xfrm>
              <a:custGeom>
                <a:rect b="b" l="l" r="r" t="t"/>
                <a:pathLst>
                  <a:path extrusionOk="0" h="1078" w="1878">
                    <a:moveTo>
                      <a:pt x="546" y="0"/>
                    </a:moveTo>
                    <a:lnTo>
                      <a:pt x="1" y="314"/>
                    </a:lnTo>
                    <a:lnTo>
                      <a:pt x="1" y="764"/>
                    </a:lnTo>
                    <a:lnTo>
                      <a:pt x="546" y="1077"/>
                    </a:lnTo>
                    <a:lnTo>
                      <a:pt x="1336" y="1077"/>
                    </a:lnTo>
                    <a:lnTo>
                      <a:pt x="1877" y="764"/>
                    </a:lnTo>
                    <a:lnTo>
                      <a:pt x="1877" y="314"/>
                    </a:lnTo>
                    <a:lnTo>
                      <a:pt x="1336" y="0"/>
                    </a:lnTo>
                    <a:close/>
                  </a:path>
                </a:pathLst>
              </a:custGeom>
              <a:solidFill>
                <a:srgbClr val="F5F5F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03" name="Google Shape;403;p19"/>
              <p:cNvSpPr/>
              <p:nvPr/>
            </p:nvSpPr>
            <p:spPr>
              <a:xfrm>
                <a:off x="8339281" y="1047372"/>
                <a:ext cx="75280" cy="21311"/>
              </a:xfrm>
              <a:custGeom>
                <a:rect b="b" l="l" r="r" t="t"/>
                <a:pathLst>
                  <a:path extrusionOk="0" h="370" w="1307">
                    <a:moveTo>
                      <a:pt x="379" y="0"/>
                    </a:moveTo>
                    <a:lnTo>
                      <a:pt x="1" y="219"/>
                    </a:lnTo>
                    <a:lnTo>
                      <a:pt x="1" y="369"/>
                    </a:lnTo>
                    <a:lnTo>
                      <a:pt x="1306" y="369"/>
                    </a:lnTo>
                    <a:lnTo>
                      <a:pt x="1306" y="219"/>
                    </a:lnTo>
                    <a:lnTo>
                      <a:pt x="924" y="0"/>
                    </a:lnTo>
                    <a:close/>
                  </a:path>
                </a:pathLst>
              </a:custGeom>
              <a:solidFill>
                <a:srgbClr val="A39C9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04" name="Google Shape;404;p19"/>
              <p:cNvSpPr/>
              <p:nvPr/>
            </p:nvSpPr>
            <p:spPr>
              <a:xfrm>
                <a:off x="8339281" y="1056011"/>
                <a:ext cx="75280" cy="34443"/>
              </a:xfrm>
              <a:custGeom>
                <a:rect b="b" l="l" r="r" t="t"/>
                <a:pathLst>
                  <a:path extrusionOk="0" h="598" w="1307">
                    <a:moveTo>
                      <a:pt x="379" y="0"/>
                    </a:moveTo>
                    <a:lnTo>
                      <a:pt x="1" y="219"/>
                    </a:lnTo>
                    <a:lnTo>
                      <a:pt x="1" y="382"/>
                    </a:lnTo>
                    <a:lnTo>
                      <a:pt x="379" y="598"/>
                    </a:lnTo>
                    <a:lnTo>
                      <a:pt x="924" y="598"/>
                    </a:lnTo>
                    <a:lnTo>
                      <a:pt x="1306" y="382"/>
                    </a:lnTo>
                    <a:lnTo>
                      <a:pt x="1306" y="219"/>
                    </a:lnTo>
                    <a:lnTo>
                      <a:pt x="924" y="0"/>
                    </a:lnTo>
                    <a:close/>
                  </a:path>
                </a:pathLst>
              </a:custGeom>
              <a:solidFill>
                <a:srgbClr val="5E4439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05" name="Google Shape;405;p19"/>
              <p:cNvSpPr/>
              <p:nvPr/>
            </p:nvSpPr>
            <p:spPr>
              <a:xfrm>
                <a:off x="8350224" y="1100764"/>
                <a:ext cx="49476" cy="11692"/>
              </a:xfrm>
              <a:custGeom>
                <a:rect b="b" l="l" r="r" t="t"/>
                <a:pathLst>
                  <a:path extrusionOk="0" h="203" w="859">
                    <a:moveTo>
                      <a:pt x="69" y="0"/>
                    </a:moveTo>
                    <a:lnTo>
                      <a:pt x="0" y="26"/>
                    </a:lnTo>
                    <a:lnTo>
                      <a:pt x="69" y="203"/>
                    </a:lnTo>
                    <a:lnTo>
                      <a:pt x="859" y="203"/>
                    </a:lnTo>
                    <a:lnTo>
                      <a:pt x="859" y="0"/>
                    </a:lnTo>
                    <a:close/>
                  </a:path>
                </a:pathLst>
              </a:custGeom>
              <a:solidFill>
                <a:srgbClr val="87878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06" name="Google Shape;406;p19"/>
              <p:cNvSpPr/>
              <p:nvPr/>
            </p:nvSpPr>
            <p:spPr>
              <a:xfrm>
                <a:off x="8322751" y="1082678"/>
                <a:ext cx="31448" cy="29778"/>
              </a:xfrm>
              <a:custGeom>
                <a:rect b="b" l="l" r="r" t="t"/>
                <a:pathLst>
                  <a:path extrusionOk="0" h="517" w="546">
                    <a:moveTo>
                      <a:pt x="1" y="1"/>
                    </a:moveTo>
                    <a:lnTo>
                      <a:pt x="1" y="190"/>
                    </a:lnTo>
                    <a:lnTo>
                      <a:pt x="546" y="517"/>
                    </a:lnTo>
                    <a:lnTo>
                      <a:pt x="546" y="314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rgbClr val="87878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07" name="Google Shape;407;p19"/>
              <p:cNvSpPr/>
              <p:nvPr/>
            </p:nvSpPr>
            <p:spPr>
              <a:xfrm>
                <a:off x="8331390" y="1043397"/>
                <a:ext cx="90889" cy="51780"/>
              </a:xfrm>
              <a:custGeom>
                <a:rect b="b" l="l" r="r" t="t"/>
                <a:pathLst>
                  <a:path extrusionOk="0" h="899" w="1578">
                    <a:moveTo>
                      <a:pt x="464" y="1"/>
                    </a:moveTo>
                    <a:lnTo>
                      <a:pt x="1" y="262"/>
                    </a:lnTo>
                    <a:lnTo>
                      <a:pt x="1" y="641"/>
                    </a:lnTo>
                    <a:lnTo>
                      <a:pt x="464" y="898"/>
                    </a:lnTo>
                    <a:lnTo>
                      <a:pt x="1117" y="898"/>
                    </a:lnTo>
                    <a:lnTo>
                      <a:pt x="1577" y="641"/>
                    </a:lnTo>
                    <a:lnTo>
                      <a:pt x="1577" y="262"/>
                    </a:lnTo>
                    <a:lnTo>
                      <a:pt x="1117" y="1"/>
                    </a:lnTo>
                    <a:close/>
                  </a:path>
                </a:pathLst>
              </a:custGeom>
              <a:solidFill>
                <a:srgbClr val="2D2C3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08" name="Google Shape;408;p19"/>
              <p:cNvSpPr/>
              <p:nvPr/>
            </p:nvSpPr>
            <p:spPr>
              <a:xfrm>
                <a:off x="8372169" y="968234"/>
                <a:ext cx="9504" cy="120724"/>
              </a:xfrm>
              <a:custGeom>
                <a:rect b="b" l="l" r="r" t="t"/>
                <a:pathLst>
                  <a:path extrusionOk="0" h="2096" w="165">
                    <a:moveTo>
                      <a:pt x="1" y="0"/>
                    </a:moveTo>
                    <a:lnTo>
                      <a:pt x="1" y="2096"/>
                    </a:lnTo>
                    <a:lnTo>
                      <a:pt x="164" y="2096"/>
                    </a:lnTo>
                    <a:lnTo>
                      <a:pt x="164" y="0"/>
                    </a:lnTo>
                    <a:close/>
                  </a:path>
                </a:pathLst>
              </a:custGeom>
              <a:solidFill>
                <a:srgbClr val="50505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09" name="Google Shape;409;p19"/>
              <p:cNvSpPr/>
              <p:nvPr/>
            </p:nvSpPr>
            <p:spPr>
              <a:xfrm>
                <a:off x="8381614" y="964433"/>
                <a:ext cx="6969" cy="124526"/>
              </a:xfrm>
              <a:custGeom>
                <a:rect b="b" l="l" r="r" t="t"/>
                <a:pathLst>
                  <a:path extrusionOk="0" h="2162" w="121">
                    <a:moveTo>
                      <a:pt x="121" y="1"/>
                    </a:moveTo>
                    <a:lnTo>
                      <a:pt x="0" y="66"/>
                    </a:lnTo>
                    <a:lnTo>
                      <a:pt x="0" y="2162"/>
                    </a:lnTo>
                    <a:lnTo>
                      <a:pt x="121" y="2093"/>
                    </a:lnTo>
                    <a:lnTo>
                      <a:pt x="121" y="1"/>
                    </a:lnTo>
                    <a:close/>
                  </a:path>
                </a:pathLst>
              </a:custGeom>
              <a:solidFill>
                <a:srgbClr val="50505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10" name="Google Shape;410;p19"/>
              <p:cNvSpPr/>
              <p:nvPr/>
            </p:nvSpPr>
            <p:spPr>
              <a:xfrm>
                <a:off x="8365027" y="964433"/>
                <a:ext cx="7200" cy="124526"/>
              </a:xfrm>
              <a:custGeom>
                <a:rect b="b" l="l" r="r" t="t"/>
                <a:pathLst>
                  <a:path extrusionOk="0" h="2162" w="125">
                    <a:moveTo>
                      <a:pt x="1" y="1"/>
                    </a:moveTo>
                    <a:lnTo>
                      <a:pt x="1" y="2093"/>
                    </a:lnTo>
                    <a:lnTo>
                      <a:pt x="125" y="2162"/>
                    </a:lnTo>
                    <a:lnTo>
                      <a:pt x="125" y="66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rgbClr val="50505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11" name="Google Shape;411;p19"/>
              <p:cNvSpPr/>
              <p:nvPr/>
            </p:nvSpPr>
            <p:spPr>
              <a:xfrm>
                <a:off x="8365027" y="955044"/>
                <a:ext cx="23557" cy="13247"/>
              </a:xfrm>
              <a:custGeom>
                <a:rect b="b" l="l" r="r" t="t"/>
                <a:pathLst>
                  <a:path extrusionOk="0" h="230" w="409">
                    <a:moveTo>
                      <a:pt x="125" y="1"/>
                    </a:moveTo>
                    <a:lnTo>
                      <a:pt x="1" y="66"/>
                    </a:lnTo>
                    <a:lnTo>
                      <a:pt x="1" y="164"/>
                    </a:lnTo>
                    <a:lnTo>
                      <a:pt x="125" y="229"/>
                    </a:lnTo>
                    <a:lnTo>
                      <a:pt x="288" y="229"/>
                    </a:lnTo>
                    <a:lnTo>
                      <a:pt x="409" y="164"/>
                    </a:lnTo>
                    <a:lnTo>
                      <a:pt x="409" y="66"/>
                    </a:lnTo>
                    <a:lnTo>
                      <a:pt x="288" y="1"/>
                    </a:lnTo>
                    <a:close/>
                  </a:path>
                </a:pathLst>
              </a:custGeom>
              <a:solidFill>
                <a:srgbClr val="50505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12" name="Google Shape;412;p19"/>
              <p:cNvSpPr/>
              <p:nvPr/>
            </p:nvSpPr>
            <p:spPr>
              <a:xfrm>
                <a:off x="8297005" y="513279"/>
                <a:ext cx="159084" cy="470053"/>
              </a:xfrm>
              <a:custGeom>
                <a:rect b="b" l="l" r="r" t="t"/>
                <a:pathLst>
                  <a:path extrusionOk="0" h="8161" w="2762">
                    <a:moveTo>
                      <a:pt x="1388" y="0"/>
                    </a:moveTo>
                    <a:lnTo>
                      <a:pt x="0" y="7031"/>
                    </a:lnTo>
                    <a:lnTo>
                      <a:pt x="0" y="7684"/>
                    </a:lnTo>
                    <a:lnTo>
                      <a:pt x="816" y="8160"/>
                    </a:lnTo>
                    <a:lnTo>
                      <a:pt x="1959" y="8160"/>
                    </a:lnTo>
                    <a:lnTo>
                      <a:pt x="2762" y="7684"/>
                    </a:lnTo>
                    <a:lnTo>
                      <a:pt x="2762" y="7031"/>
                    </a:lnTo>
                    <a:lnTo>
                      <a:pt x="1388" y="0"/>
                    </a:lnTo>
                    <a:close/>
                  </a:path>
                </a:pathLst>
              </a:custGeom>
              <a:solidFill>
                <a:srgbClr val="7FA31D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13" name="Google Shape;413;p19"/>
              <p:cNvSpPr/>
              <p:nvPr/>
            </p:nvSpPr>
            <p:spPr>
              <a:xfrm>
                <a:off x="8344004" y="513279"/>
                <a:ext cx="112085" cy="470053"/>
              </a:xfrm>
              <a:custGeom>
                <a:rect b="b" l="l" r="r" t="t"/>
                <a:pathLst>
                  <a:path extrusionOk="0" h="8161" w="1946">
                    <a:moveTo>
                      <a:pt x="572" y="0"/>
                    </a:moveTo>
                    <a:lnTo>
                      <a:pt x="0" y="8160"/>
                    </a:lnTo>
                    <a:lnTo>
                      <a:pt x="1143" y="8160"/>
                    </a:lnTo>
                    <a:lnTo>
                      <a:pt x="1946" y="7684"/>
                    </a:lnTo>
                    <a:lnTo>
                      <a:pt x="1946" y="7031"/>
                    </a:lnTo>
                    <a:lnTo>
                      <a:pt x="572" y="0"/>
                    </a:lnTo>
                    <a:close/>
                  </a:path>
                </a:pathLst>
              </a:custGeom>
              <a:solidFill>
                <a:srgbClr val="2D2C37">
                  <a:alpha val="3354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414" name="Google Shape;414;p19"/>
            <p:cNvGrpSpPr/>
            <p:nvPr/>
          </p:nvGrpSpPr>
          <p:grpSpPr>
            <a:xfrm>
              <a:off x="839110" y="4583681"/>
              <a:ext cx="390638" cy="461685"/>
              <a:chOff x="6819875" y="4319550"/>
              <a:chExt cx="399875" cy="472650"/>
            </a:xfrm>
          </p:grpSpPr>
          <p:sp>
            <p:nvSpPr>
              <p:cNvPr id="415" name="Google Shape;415;p19"/>
              <p:cNvSpPr/>
              <p:nvPr/>
            </p:nvSpPr>
            <p:spPr>
              <a:xfrm>
                <a:off x="6819875" y="4422200"/>
                <a:ext cx="208525" cy="291425"/>
              </a:xfrm>
              <a:custGeom>
                <a:rect b="b" l="l" r="r" t="t"/>
                <a:pathLst>
                  <a:path extrusionOk="0" h="11657" w="8341">
                    <a:moveTo>
                      <a:pt x="7890" y="1"/>
                    </a:moveTo>
                    <a:lnTo>
                      <a:pt x="1" y="11412"/>
                    </a:lnTo>
                    <a:lnTo>
                      <a:pt x="409" y="11657"/>
                    </a:lnTo>
                    <a:lnTo>
                      <a:pt x="8340" y="6855"/>
                    </a:lnTo>
                    <a:lnTo>
                      <a:pt x="7753" y="6219"/>
                    </a:lnTo>
                    <a:lnTo>
                      <a:pt x="2530" y="9195"/>
                    </a:lnTo>
                    <a:lnTo>
                      <a:pt x="2530" y="9195"/>
                    </a:lnTo>
                    <a:lnTo>
                      <a:pt x="7782" y="1812"/>
                    </a:lnTo>
                    <a:lnTo>
                      <a:pt x="7890" y="1"/>
                    </a:lnTo>
                    <a:close/>
                  </a:path>
                </a:pathLst>
              </a:custGeom>
              <a:solidFill>
                <a:srgbClr val="87878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16" name="Google Shape;416;p19"/>
              <p:cNvSpPr/>
              <p:nvPr/>
            </p:nvSpPr>
            <p:spPr>
              <a:xfrm>
                <a:off x="6830075" y="4428325"/>
                <a:ext cx="208525" cy="285300"/>
              </a:xfrm>
              <a:custGeom>
                <a:rect b="b" l="l" r="r" t="t"/>
                <a:pathLst>
                  <a:path extrusionOk="0" h="11412" w="8341">
                    <a:moveTo>
                      <a:pt x="7890" y="1"/>
                    </a:moveTo>
                    <a:lnTo>
                      <a:pt x="1" y="11412"/>
                    </a:lnTo>
                    <a:lnTo>
                      <a:pt x="8340" y="6871"/>
                    </a:lnTo>
                    <a:lnTo>
                      <a:pt x="7753" y="6218"/>
                    </a:lnTo>
                    <a:lnTo>
                      <a:pt x="2530" y="9208"/>
                    </a:lnTo>
                    <a:lnTo>
                      <a:pt x="7782" y="1825"/>
                    </a:lnTo>
                    <a:lnTo>
                      <a:pt x="7890" y="1"/>
                    </a:lnTo>
                    <a:close/>
                  </a:path>
                </a:pathLst>
              </a:custGeom>
              <a:solidFill>
                <a:srgbClr val="2D2C3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17" name="Google Shape;417;p19"/>
              <p:cNvSpPr/>
              <p:nvPr/>
            </p:nvSpPr>
            <p:spPr>
              <a:xfrm>
                <a:off x="6878375" y="4319550"/>
                <a:ext cx="116975" cy="472650"/>
              </a:xfrm>
              <a:custGeom>
                <a:rect b="b" l="l" r="r" t="t"/>
                <a:pathLst>
                  <a:path extrusionOk="0" h="18906" w="4679">
                    <a:moveTo>
                      <a:pt x="4678" y="1"/>
                    </a:moveTo>
                    <a:lnTo>
                      <a:pt x="4042" y="190"/>
                    </a:lnTo>
                    <a:lnTo>
                      <a:pt x="1" y="18648"/>
                    </a:lnTo>
                    <a:lnTo>
                      <a:pt x="533" y="18906"/>
                    </a:lnTo>
                    <a:lnTo>
                      <a:pt x="4678" y="1"/>
                    </a:lnTo>
                    <a:close/>
                  </a:path>
                </a:pathLst>
              </a:custGeom>
              <a:solidFill>
                <a:srgbClr val="B1282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18" name="Google Shape;418;p19"/>
              <p:cNvSpPr/>
              <p:nvPr/>
            </p:nvSpPr>
            <p:spPr>
              <a:xfrm>
                <a:off x="6891675" y="4319550"/>
                <a:ext cx="328075" cy="472650"/>
              </a:xfrm>
              <a:custGeom>
                <a:rect b="b" l="l" r="r" t="t"/>
                <a:pathLst>
                  <a:path extrusionOk="0" h="18906" w="13123">
                    <a:moveTo>
                      <a:pt x="4146" y="1"/>
                    </a:moveTo>
                    <a:lnTo>
                      <a:pt x="1" y="18906"/>
                    </a:lnTo>
                    <a:lnTo>
                      <a:pt x="13122" y="11343"/>
                    </a:lnTo>
                    <a:lnTo>
                      <a:pt x="4146" y="1"/>
                    </a:lnTo>
                    <a:close/>
                  </a:path>
                </a:pathLst>
              </a:custGeom>
              <a:solidFill>
                <a:srgbClr val="F5F5F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19" name="Google Shape;419;p19"/>
              <p:cNvSpPr/>
              <p:nvPr/>
            </p:nvSpPr>
            <p:spPr>
              <a:xfrm>
                <a:off x="6908650" y="4339625"/>
                <a:ext cx="298850" cy="432825"/>
              </a:xfrm>
              <a:custGeom>
                <a:rect b="b" l="l" r="r" t="t"/>
                <a:pathLst>
                  <a:path extrusionOk="0" h="17313" w="11954">
                    <a:moveTo>
                      <a:pt x="3536" y="1"/>
                    </a:moveTo>
                    <a:lnTo>
                      <a:pt x="1" y="17313"/>
                    </a:lnTo>
                    <a:lnTo>
                      <a:pt x="1" y="17313"/>
                    </a:lnTo>
                    <a:lnTo>
                      <a:pt x="11954" y="10419"/>
                    </a:lnTo>
                    <a:lnTo>
                      <a:pt x="3536" y="1"/>
                    </a:lnTo>
                    <a:close/>
                  </a:path>
                </a:pathLst>
              </a:custGeom>
              <a:solidFill>
                <a:srgbClr val="E7363C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20" name="Google Shape;420;p19"/>
              <p:cNvSpPr/>
              <p:nvPr/>
            </p:nvSpPr>
            <p:spPr>
              <a:xfrm>
                <a:off x="6951175" y="4386875"/>
                <a:ext cx="220025" cy="330825"/>
              </a:xfrm>
              <a:custGeom>
                <a:rect b="b" l="l" r="r" t="t"/>
                <a:pathLst>
                  <a:path extrusionOk="0" h="13233" w="8801">
                    <a:moveTo>
                      <a:pt x="2272" y="0"/>
                    </a:moveTo>
                    <a:lnTo>
                      <a:pt x="0" y="13233"/>
                    </a:lnTo>
                    <a:lnTo>
                      <a:pt x="8800" y="8160"/>
                    </a:lnTo>
                    <a:lnTo>
                      <a:pt x="2272" y="0"/>
                    </a:lnTo>
                    <a:close/>
                  </a:path>
                </a:pathLst>
              </a:custGeom>
              <a:solidFill>
                <a:srgbClr val="F5F5F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21" name="Google Shape;421;p19"/>
              <p:cNvSpPr/>
              <p:nvPr/>
            </p:nvSpPr>
            <p:spPr>
              <a:xfrm>
                <a:off x="7014425" y="4465450"/>
                <a:ext cx="55425" cy="174075"/>
              </a:xfrm>
              <a:custGeom>
                <a:rect b="b" l="l" r="r" t="t"/>
                <a:pathLst>
                  <a:path extrusionOk="0" h="6963" w="2217">
                    <a:moveTo>
                      <a:pt x="1129" y="1"/>
                    </a:moveTo>
                    <a:lnTo>
                      <a:pt x="0" y="653"/>
                    </a:lnTo>
                    <a:lnTo>
                      <a:pt x="313" y="2351"/>
                    </a:lnTo>
                    <a:lnTo>
                      <a:pt x="966" y="4636"/>
                    </a:lnTo>
                    <a:lnTo>
                      <a:pt x="1671" y="4228"/>
                    </a:lnTo>
                    <a:lnTo>
                      <a:pt x="1440" y="1714"/>
                    </a:lnTo>
                    <a:lnTo>
                      <a:pt x="1129" y="1"/>
                    </a:lnTo>
                    <a:close/>
                    <a:moveTo>
                      <a:pt x="1586" y="4950"/>
                    </a:moveTo>
                    <a:cubicBezTo>
                      <a:pt x="1522" y="4950"/>
                      <a:pt x="1456" y="4967"/>
                      <a:pt x="1387" y="5004"/>
                    </a:cubicBezTo>
                    <a:cubicBezTo>
                      <a:pt x="1074" y="5194"/>
                      <a:pt x="924" y="5713"/>
                      <a:pt x="1031" y="6268"/>
                    </a:cubicBezTo>
                    <a:cubicBezTo>
                      <a:pt x="1109" y="6709"/>
                      <a:pt x="1311" y="6962"/>
                      <a:pt x="1546" y="6962"/>
                    </a:cubicBezTo>
                    <a:cubicBezTo>
                      <a:pt x="1609" y="6962"/>
                      <a:pt x="1674" y="6944"/>
                      <a:pt x="1740" y="6907"/>
                    </a:cubicBezTo>
                    <a:cubicBezTo>
                      <a:pt x="2066" y="6718"/>
                      <a:pt x="2216" y="6215"/>
                      <a:pt x="2109" y="5644"/>
                    </a:cubicBezTo>
                    <a:cubicBezTo>
                      <a:pt x="2021" y="5203"/>
                      <a:pt x="1825" y="4950"/>
                      <a:pt x="1586" y="4950"/>
                    </a:cubicBezTo>
                    <a:close/>
                  </a:path>
                </a:pathLst>
              </a:custGeom>
              <a:solidFill>
                <a:srgbClr val="2D2C3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422" name="Google Shape;422;p19"/>
          <p:cNvSpPr txBox="1"/>
          <p:nvPr>
            <p:ph type="title"/>
          </p:nvPr>
        </p:nvSpPr>
        <p:spPr>
          <a:xfrm>
            <a:off x="720000" y="1821450"/>
            <a:ext cx="3649500" cy="58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700"/>
              <a:buNone/>
              <a:defRPr sz="2700">
                <a:latin typeface="Lexend ExtraBold"/>
                <a:ea typeface="Lexend ExtraBold"/>
                <a:cs typeface="Lexend ExtraBold"/>
                <a:sym typeface="Lexend Extra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423" name="Google Shape;423;p19"/>
          <p:cNvSpPr txBox="1"/>
          <p:nvPr>
            <p:ph idx="1" type="subTitle"/>
          </p:nvPr>
        </p:nvSpPr>
        <p:spPr>
          <a:xfrm>
            <a:off x="720000" y="2317950"/>
            <a:ext cx="3649500" cy="80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 1">
  <p:cSld name="TITLE_AND_TWO_COLUMNS_1">
    <p:spTree>
      <p:nvGrpSpPr>
        <p:cNvPr id="424" name="Shape 4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5" name="Google Shape;425;p20"/>
          <p:cNvSpPr txBox="1"/>
          <p:nvPr>
            <p:ph type="title"/>
          </p:nvPr>
        </p:nvSpPr>
        <p:spPr>
          <a:xfrm>
            <a:off x="720000" y="5212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700"/>
              <a:buNone/>
              <a:defRPr sz="2700">
                <a:latin typeface="Lexend ExtraBold"/>
                <a:ea typeface="Lexend ExtraBold"/>
                <a:cs typeface="Lexend ExtraBold"/>
                <a:sym typeface="Lexend Extra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426" name="Google Shape;426;p20"/>
          <p:cNvSpPr txBox="1"/>
          <p:nvPr>
            <p:ph idx="1" type="subTitle"/>
          </p:nvPr>
        </p:nvSpPr>
        <p:spPr>
          <a:xfrm>
            <a:off x="4786603" y="2854150"/>
            <a:ext cx="2778900" cy="116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7" name="Google Shape;427;p20"/>
          <p:cNvSpPr txBox="1"/>
          <p:nvPr>
            <p:ph idx="2" type="subTitle"/>
          </p:nvPr>
        </p:nvSpPr>
        <p:spPr>
          <a:xfrm>
            <a:off x="1578725" y="2854150"/>
            <a:ext cx="2778900" cy="116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8" name="Google Shape;428;p20"/>
          <p:cNvSpPr txBox="1"/>
          <p:nvPr>
            <p:ph idx="3" type="subTitle"/>
          </p:nvPr>
        </p:nvSpPr>
        <p:spPr>
          <a:xfrm>
            <a:off x="1578725" y="2484025"/>
            <a:ext cx="2778900" cy="44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1700">
                <a:solidFill>
                  <a:schemeClr val="dk1"/>
                </a:solidFill>
                <a:latin typeface="Lexend ExtraBold"/>
                <a:ea typeface="Lexend ExtraBold"/>
                <a:cs typeface="Lexend ExtraBold"/>
                <a:sym typeface="Lexend ExtraBol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429" name="Google Shape;429;p20"/>
          <p:cNvSpPr txBox="1"/>
          <p:nvPr>
            <p:ph idx="4" type="subTitle"/>
          </p:nvPr>
        </p:nvSpPr>
        <p:spPr>
          <a:xfrm>
            <a:off x="4786608" y="2484025"/>
            <a:ext cx="2778900" cy="44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1700">
                <a:solidFill>
                  <a:schemeClr val="dk1"/>
                </a:solidFill>
                <a:latin typeface="Lexend ExtraBold"/>
                <a:ea typeface="Lexend ExtraBold"/>
                <a:cs typeface="Lexend ExtraBold"/>
                <a:sym typeface="Lexend ExtraBol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430" name="Google Shape;430;p20"/>
          <p:cNvSpPr/>
          <p:nvPr/>
        </p:nvSpPr>
        <p:spPr>
          <a:xfrm>
            <a:off x="280800" y="279300"/>
            <a:ext cx="8582400" cy="45849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1" name="Google Shape;431;p20"/>
          <p:cNvSpPr/>
          <p:nvPr/>
        </p:nvSpPr>
        <p:spPr>
          <a:xfrm>
            <a:off x="281825" y="4702200"/>
            <a:ext cx="8582400" cy="162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32" name="Google Shape;432;p20"/>
          <p:cNvGrpSpPr/>
          <p:nvPr/>
        </p:nvGrpSpPr>
        <p:grpSpPr>
          <a:xfrm>
            <a:off x="57543" y="539493"/>
            <a:ext cx="662463" cy="775160"/>
            <a:chOff x="5424136" y="1294946"/>
            <a:chExt cx="1748846" cy="2046356"/>
          </a:xfrm>
        </p:grpSpPr>
        <p:grpSp>
          <p:nvGrpSpPr>
            <p:cNvPr id="433" name="Google Shape;433;p20"/>
            <p:cNvGrpSpPr/>
            <p:nvPr/>
          </p:nvGrpSpPr>
          <p:grpSpPr>
            <a:xfrm>
              <a:off x="5424136" y="2234050"/>
              <a:ext cx="1184145" cy="1107253"/>
              <a:chOff x="5424136" y="2234050"/>
              <a:chExt cx="1184145" cy="1107253"/>
            </a:xfrm>
          </p:grpSpPr>
          <p:sp>
            <p:nvSpPr>
              <p:cNvPr id="434" name="Google Shape;434;p20"/>
              <p:cNvSpPr/>
              <p:nvPr/>
            </p:nvSpPr>
            <p:spPr>
              <a:xfrm>
                <a:off x="5424136" y="2234050"/>
                <a:ext cx="1184145" cy="1107253"/>
              </a:xfrm>
              <a:custGeom>
                <a:rect b="b" l="l" r="r" t="t"/>
                <a:pathLst>
                  <a:path extrusionOk="0" h="6048" w="6468">
                    <a:moveTo>
                      <a:pt x="3300" y="0"/>
                    </a:moveTo>
                    <a:lnTo>
                      <a:pt x="2377" y="532"/>
                    </a:lnTo>
                    <a:lnTo>
                      <a:pt x="1657" y="1717"/>
                    </a:lnTo>
                    <a:lnTo>
                      <a:pt x="1672" y="2280"/>
                    </a:lnTo>
                    <a:lnTo>
                      <a:pt x="705" y="2812"/>
                    </a:lnTo>
                    <a:lnTo>
                      <a:pt x="0" y="4031"/>
                    </a:lnTo>
                    <a:lnTo>
                      <a:pt x="0" y="5156"/>
                    </a:lnTo>
                    <a:lnTo>
                      <a:pt x="1519" y="6048"/>
                    </a:lnTo>
                    <a:lnTo>
                      <a:pt x="5797" y="3577"/>
                    </a:lnTo>
                    <a:lnTo>
                      <a:pt x="6468" y="2392"/>
                    </a:lnTo>
                    <a:lnTo>
                      <a:pt x="6468" y="1282"/>
                    </a:lnTo>
                    <a:lnTo>
                      <a:pt x="4953" y="390"/>
                    </a:lnTo>
                    <a:lnTo>
                      <a:pt x="4470" y="671"/>
                    </a:lnTo>
                    <a:lnTo>
                      <a:pt x="3300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35" name="Google Shape;435;p20"/>
              <p:cNvSpPr/>
              <p:nvPr/>
            </p:nvSpPr>
            <p:spPr>
              <a:xfrm>
                <a:off x="5850342" y="2234050"/>
                <a:ext cx="332469" cy="191682"/>
              </a:xfrm>
              <a:custGeom>
                <a:rect b="b" l="l" r="r" t="t"/>
                <a:pathLst>
                  <a:path extrusionOk="0" h="1047" w="1816">
                    <a:moveTo>
                      <a:pt x="972" y="0"/>
                    </a:moveTo>
                    <a:lnTo>
                      <a:pt x="1" y="562"/>
                    </a:lnTo>
                    <a:lnTo>
                      <a:pt x="844" y="1046"/>
                    </a:lnTo>
                    <a:lnTo>
                      <a:pt x="1815" y="484"/>
                    </a:lnTo>
                    <a:lnTo>
                      <a:pt x="972" y="0"/>
                    </a:lnTo>
                    <a:close/>
                  </a:path>
                </a:pathLst>
              </a:custGeom>
              <a:solidFill>
                <a:srgbClr val="F5F5F5">
                  <a:alpha val="6398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36" name="Google Shape;436;p20"/>
              <p:cNvSpPr/>
              <p:nvPr/>
            </p:nvSpPr>
            <p:spPr>
              <a:xfrm>
                <a:off x="5553206" y="2651281"/>
                <a:ext cx="328990" cy="192414"/>
              </a:xfrm>
              <a:custGeom>
                <a:rect b="b" l="l" r="r" t="t"/>
                <a:pathLst>
                  <a:path extrusionOk="0" h="1051" w="1797">
                    <a:moveTo>
                      <a:pt x="967" y="1"/>
                    </a:moveTo>
                    <a:lnTo>
                      <a:pt x="0" y="533"/>
                    </a:lnTo>
                    <a:lnTo>
                      <a:pt x="829" y="1051"/>
                    </a:lnTo>
                    <a:lnTo>
                      <a:pt x="1796" y="488"/>
                    </a:lnTo>
                    <a:lnTo>
                      <a:pt x="967" y="1"/>
                    </a:lnTo>
                    <a:close/>
                  </a:path>
                </a:pathLst>
              </a:custGeom>
              <a:solidFill>
                <a:srgbClr val="F5F5F5">
                  <a:alpha val="6398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37" name="Google Shape;437;p20"/>
              <p:cNvSpPr/>
              <p:nvPr/>
            </p:nvSpPr>
            <p:spPr>
              <a:xfrm>
                <a:off x="5424136" y="2748861"/>
                <a:ext cx="280841" cy="311781"/>
              </a:xfrm>
              <a:custGeom>
                <a:rect b="b" l="l" r="r" t="t"/>
                <a:pathLst>
                  <a:path extrusionOk="0" h="1703" w="1534">
                    <a:moveTo>
                      <a:pt x="705" y="0"/>
                    </a:moveTo>
                    <a:lnTo>
                      <a:pt x="0" y="1219"/>
                    </a:lnTo>
                    <a:lnTo>
                      <a:pt x="844" y="1702"/>
                    </a:lnTo>
                    <a:lnTo>
                      <a:pt x="1534" y="518"/>
                    </a:lnTo>
                    <a:lnTo>
                      <a:pt x="705" y="0"/>
                    </a:lnTo>
                    <a:close/>
                  </a:path>
                </a:pathLst>
              </a:custGeom>
              <a:solidFill>
                <a:srgbClr val="F5F5F5">
                  <a:alpha val="3416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38" name="Google Shape;438;p20"/>
              <p:cNvSpPr/>
              <p:nvPr/>
            </p:nvSpPr>
            <p:spPr>
              <a:xfrm>
                <a:off x="5727497" y="2548392"/>
                <a:ext cx="154700" cy="192414"/>
              </a:xfrm>
              <a:custGeom>
                <a:rect b="b" l="l" r="r" t="t"/>
                <a:pathLst>
                  <a:path extrusionOk="0" h="1051" w="845">
                    <a:moveTo>
                      <a:pt x="0" y="0"/>
                    </a:moveTo>
                    <a:lnTo>
                      <a:pt x="0" y="563"/>
                    </a:lnTo>
                    <a:lnTo>
                      <a:pt x="844" y="1050"/>
                    </a:lnTo>
                    <a:lnTo>
                      <a:pt x="844" y="48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5F5F5">
                  <a:alpha val="3416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39" name="Google Shape;439;p20"/>
              <p:cNvSpPr/>
              <p:nvPr/>
            </p:nvSpPr>
            <p:spPr>
              <a:xfrm>
                <a:off x="5424136" y="2971848"/>
                <a:ext cx="154517" cy="294755"/>
              </a:xfrm>
              <a:custGeom>
                <a:rect b="b" l="l" r="r" t="t"/>
                <a:pathLst>
                  <a:path extrusionOk="0" h="1610" w="844">
                    <a:moveTo>
                      <a:pt x="0" y="1"/>
                    </a:moveTo>
                    <a:lnTo>
                      <a:pt x="0" y="1126"/>
                    </a:lnTo>
                    <a:lnTo>
                      <a:pt x="844" y="1609"/>
                    </a:lnTo>
                    <a:lnTo>
                      <a:pt x="844" y="484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F5F5F5">
                  <a:alpha val="6398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40" name="Google Shape;440;p20"/>
              <p:cNvSpPr/>
              <p:nvPr/>
            </p:nvSpPr>
            <p:spPr>
              <a:xfrm>
                <a:off x="6242312" y="2305267"/>
                <a:ext cx="243127" cy="191865"/>
              </a:xfrm>
              <a:custGeom>
                <a:rect b="b" l="l" r="r" t="t"/>
                <a:pathLst>
                  <a:path extrusionOk="0" h="1048" w="1328">
                    <a:moveTo>
                      <a:pt x="484" y="1"/>
                    </a:moveTo>
                    <a:lnTo>
                      <a:pt x="1" y="282"/>
                    </a:lnTo>
                    <a:lnTo>
                      <a:pt x="360" y="1047"/>
                    </a:lnTo>
                    <a:lnTo>
                      <a:pt x="1328" y="485"/>
                    </a:lnTo>
                    <a:lnTo>
                      <a:pt x="484" y="1"/>
                    </a:lnTo>
                    <a:close/>
                  </a:path>
                </a:pathLst>
              </a:custGeom>
              <a:solidFill>
                <a:srgbClr val="F5F5F5">
                  <a:alpha val="6398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41" name="Google Shape;441;p20"/>
              <p:cNvSpPr/>
              <p:nvPr/>
            </p:nvSpPr>
            <p:spPr>
              <a:xfrm>
                <a:off x="5727497" y="2328700"/>
                <a:ext cx="280292" cy="309035"/>
              </a:xfrm>
              <a:custGeom>
                <a:rect b="b" l="l" r="r" t="t"/>
                <a:pathLst>
                  <a:path extrusionOk="0" h="1688" w="1531">
                    <a:moveTo>
                      <a:pt x="687" y="0"/>
                    </a:moveTo>
                    <a:lnTo>
                      <a:pt x="0" y="1200"/>
                    </a:lnTo>
                    <a:lnTo>
                      <a:pt x="844" y="1688"/>
                    </a:lnTo>
                    <a:lnTo>
                      <a:pt x="1530" y="499"/>
                    </a:lnTo>
                    <a:lnTo>
                      <a:pt x="687" y="0"/>
                    </a:lnTo>
                    <a:close/>
                  </a:path>
                </a:pathLst>
              </a:custGeom>
              <a:solidFill>
                <a:srgbClr val="F5F5F5">
                  <a:alpha val="3416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442" name="Google Shape;442;p20"/>
            <p:cNvGrpSpPr/>
            <p:nvPr/>
          </p:nvGrpSpPr>
          <p:grpSpPr>
            <a:xfrm>
              <a:off x="6319687" y="1294946"/>
              <a:ext cx="853295" cy="797776"/>
              <a:chOff x="5424136" y="2234050"/>
              <a:chExt cx="1184145" cy="1107253"/>
            </a:xfrm>
          </p:grpSpPr>
          <p:sp>
            <p:nvSpPr>
              <p:cNvPr id="443" name="Google Shape;443;p20"/>
              <p:cNvSpPr/>
              <p:nvPr/>
            </p:nvSpPr>
            <p:spPr>
              <a:xfrm>
                <a:off x="5424136" y="2234050"/>
                <a:ext cx="1184145" cy="1107253"/>
              </a:xfrm>
              <a:custGeom>
                <a:rect b="b" l="l" r="r" t="t"/>
                <a:pathLst>
                  <a:path extrusionOk="0" h="6048" w="6468">
                    <a:moveTo>
                      <a:pt x="3300" y="0"/>
                    </a:moveTo>
                    <a:lnTo>
                      <a:pt x="2377" y="532"/>
                    </a:lnTo>
                    <a:lnTo>
                      <a:pt x="1657" y="1717"/>
                    </a:lnTo>
                    <a:lnTo>
                      <a:pt x="1672" y="2280"/>
                    </a:lnTo>
                    <a:lnTo>
                      <a:pt x="705" y="2812"/>
                    </a:lnTo>
                    <a:lnTo>
                      <a:pt x="0" y="4031"/>
                    </a:lnTo>
                    <a:lnTo>
                      <a:pt x="0" y="5156"/>
                    </a:lnTo>
                    <a:lnTo>
                      <a:pt x="1519" y="6048"/>
                    </a:lnTo>
                    <a:lnTo>
                      <a:pt x="5797" y="3577"/>
                    </a:lnTo>
                    <a:lnTo>
                      <a:pt x="6468" y="2392"/>
                    </a:lnTo>
                    <a:lnTo>
                      <a:pt x="6468" y="1282"/>
                    </a:lnTo>
                    <a:lnTo>
                      <a:pt x="4953" y="390"/>
                    </a:lnTo>
                    <a:lnTo>
                      <a:pt x="4470" y="671"/>
                    </a:lnTo>
                    <a:lnTo>
                      <a:pt x="3300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44" name="Google Shape;444;p20"/>
              <p:cNvSpPr/>
              <p:nvPr/>
            </p:nvSpPr>
            <p:spPr>
              <a:xfrm>
                <a:off x="5850342" y="2234050"/>
                <a:ext cx="332469" cy="191682"/>
              </a:xfrm>
              <a:custGeom>
                <a:rect b="b" l="l" r="r" t="t"/>
                <a:pathLst>
                  <a:path extrusionOk="0" h="1047" w="1816">
                    <a:moveTo>
                      <a:pt x="972" y="0"/>
                    </a:moveTo>
                    <a:lnTo>
                      <a:pt x="1" y="562"/>
                    </a:lnTo>
                    <a:lnTo>
                      <a:pt x="844" y="1046"/>
                    </a:lnTo>
                    <a:lnTo>
                      <a:pt x="1815" y="484"/>
                    </a:lnTo>
                    <a:lnTo>
                      <a:pt x="972" y="0"/>
                    </a:lnTo>
                    <a:close/>
                  </a:path>
                </a:pathLst>
              </a:custGeom>
              <a:solidFill>
                <a:srgbClr val="F5F5F5">
                  <a:alpha val="6398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45" name="Google Shape;445;p20"/>
              <p:cNvSpPr/>
              <p:nvPr/>
            </p:nvSpPr>
            <p:spPr>
              <a:xfrm>
                <a:off x="5553206" y="2651281"/>
                <a:ext cx="328990" cy="192414"/>
              </a:xfrm>
              <a:custGeom>
                <a:rect b="b" l="l" r="r" t="t"/>
                <a:pathLst>
                  <a:path extrusionOk="0" h="1051" w="1797">
                    <a:moveTo>
                      <a:pt x="967" y="1"/>
                    </a:moveTo>
                    <a:lnTo>
                      <a:pt x="0" y="533"/>
                    </a:lnTo>
                    <a:lnTo>
                      <a:pt x="829" y="1051"/>
                    </a:lnTo>
                    <a:lnTo>
                      <a:pt x="1796" y="488"/>
                    </a:lnTo>
                    <a:lnTo>
                      <a:pt x="967" y="1"/>
                    </a:lnTo>
                    <a:close/>
                  </a:path>
                </a:pathLst>
              </a:custGeom>
              <a:solidFill>
                <a:srgbClr val="F5F5F5">
                  <a:alpha val="6398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46" name="Google Shape;446;p20"/>
              <p:cNvSpPr/>
              <p:nvPr/>
            </p:nvSpPr>
            <p:spPr>
              <a:xfrm>
                <a:off x="5424136" y="2748861"/>
                <a:ext cx="280841" cy="311781"/>
              </a:xfrm>
              <a:custGeom>
                <a:rect b="b" l="l" r="r" t="t"/>
                <a:pathLst>
                  <a:path extrusionOk="0" h="1703" w="1534">
                    <a:moveTo>
                      <a:pt x="705" y="0"/>
                    </a:moveTo>
                    <a:lnTo>
                      <a:pt x="0" y="1219"/>
                    </a:lnTo>
                    <a:lnTo>
                      <a:pt x="844" y="1702"/>
                    </a:lnTo>
                    <a:lnTo>
                      <a:pt x="1534" y="518"/>
                    </a:lnTo>
                    <a:lnTo>
                      <a:pt x="705" y="0"/>
                    </a:lnTo>
                    <a:close/>
                  </a:path>
                </a:pathLst>
              </a:custGeom>
              <a:solidFill>
                <a:srgbClr val="F5F5F5">
                  <a:alpha val="3416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47" name="Google Shape;447;p20"/>
              <p:cNvSpPr/>
              <p:nvPr/>
            </p:nvSpPr>
            <p:spPr>
              <a:xfrm>
                <a:off x="5727497" y="2548392"/>
                <a:ext cx="154700" cy="192414"/>
              </a:xfrm>
              <a:custGeom>
                <a:rect b="b" l="l" r="r" t="t"/>
                <a:pathLst>
                  <a:path extrusionOk="0" h="1051" w="845">
                    <a:moveTo>
                      <a:pt x="0" y="0"/>
                    </a:moveTo>
                    <a:lnTo>
                      <a:pt x="0" y="563"/>
                    </a:lnTo>
                    <a:lnTo>
                      <a:pt x="844" y="1050"/>
                    </a:lnTo>
                    <a:lnTo>
                      <a:pt x="844" y="48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5F5F5">
                  <a:alpha val="3416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48" name="Google Shape;448;p20"/>
              <p:cNvSpPr/>
              <p:nvPr/>
            </p:nvSpPr>
            <p:spPr>
              <a:xfrm>
                <a:off x="5424136" y="2971848"/>
                <a:ext cx="154517" cy="294755"/>
              </a:xfrm>
              <a:custGeom>
                <a:rect b="b" l="l" r="r" t="t"/>
                <a:pathLst>
                  <a:path extrusionOk="0" h="1610" w="844">
                    <a:moveTo>
                      <a:pt x="0" y="1"/>
                    </a:moveTo>
                    <a:lnTo>
                      <a:pt x="0" y="1126"/>
                    </a:lnTo>
                    <a:lnTo>
                      <a:pt x="844" y="1609"/>
                    </a:lnTo>
                    <a:lnTo>
                      <a:pt x="844" y="484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F5F5F5">
                  <a:alpha val="6398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49" name="Google Shape;449;p20"/>
              <p:cNvSpPr/>
              <p:nvPr/>
            </p:nvSpPr>
            <p:spPr>
              <a:xfrm>
                <a:off x="6242312" y="2305267"/>
                <a:ext cx="243127" cy="191865"/>
              </a:xfrm>
              <a:custGeom>
                <a:rect b="b" l="l" r="r" t="t"/>
                <a:pathLst>
                  <a:path extrusionOk="0" h="1048" w="1328">
                    <a:moveTo>
                      <a:pt x="484" y="1"/>
                    </a:moveTo>
                    <a:lnTo>
                      <a:pt x="1" y="282"/>
                    </a:lnTo>
                    <a:lnTo>
                      <a:pt x="360" y="1047"/>
                    </a:lnTo>
                    <a:lnTo>
                      <a:pt x="1328" y="485"/>
                    </a:lnTo>
                    <a:lnTo>
                      <a:pt x="484" y="1"/>
                    </a:lnTo>
                    <a:close/>
                  </a:path>
                </a:pathLst>
              </a:custGeom>
              <a:solidFill>
                <a:srgbClr val="F5F5F5">
                  <a:alpha val="6398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50" name="Google Shape;450;p20"/>
              <p:cNvSpPr/>
              <p:nvPr/>
            </p:nvSpPr>
            <p:spPr>
              <a:xfrm>
                <a:off x="5727497" y="2328700"/>
                <a:ext cx="280292" cy="309035"/>
              </a:xfrm>
              <a:custGeom>
                <a:rect b="b" l="l" r="r" t="t"/>
                <a:pathLst>
                  <a:path extrusionOk="0" h="1688" w="1531">
                    <a:moveTo>
                      <a:pt x="687" y="0"/>
                    </a:moveTo>
                    <a:lnTo>
                      <a:pt x="0" y="1200"/>
                    </a:lnTo>
                    <a:lnTo>
                      <a:pt x="844" y="1688"/>
                    </a:lnTo>
                    <a:lnTo>
                      <a:pt x="1530" y="499"/>
                    </a:lnTo>
                    <a:lnTo>
                      <a:pt x="687" y="0"/>
                    </a:lnTo>
                    <a:close/>
                  </a:path>
                </a:pathLst>
              </a:custGeom>
              <a:solidFill>
                <a:srgbClr val="F5F5F5">
                  <a:alpha val="3416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451" name="Google Shape;451;p20"/>
          <p:cNvGrpSpPr/>
          <p:nvPr/>
        </p:nvGrpSpPr>
        <p:grpSpPr>
          <a:xfrm>
            <a:off x="8356124" y="3566907"/>
            <a:ext cx="314144" cy="1183135"/>
            <a:chOff x="8297005" y="513279"/>
            <a:chExt cx="159084" cy="599177"/>
          </a:xfrm>
        </p:grpSpPr>
        <p:sp>
          <p:nvSpPr>
            <p:cNvPr id="452" name="Google Shape;452;p20"/>
            <p:cNvSpPr/>
            <p:nvPr/>
          </p:nvSpPr>
          <p:spPr>
            <a:xfrm>
              <a:off x="8388526" y="1082678"/>
              <a:ext cx="42392" cy="29778"/>
            </a:xfrm>
            <a:custGeom>
              <a:rect b="b" l="l" r="r" t="t"/>
              <a:pathLst>
                <a:path extrusionOk="0" h="517" w="736">
                  <a:moveTo>
                    <a:pt x="735" y="1"/>
                  </a:moveTo>
                  <a:lnTo>
                    <a:pt x="1" y="216"/>
                  </a:lnTo>
                  <a:lnTo>
                    <a:pt x="194" y="517"/>
                  </a:lnTo>
                  <a:lnTo>
                    <a:pt x="735" y="190"/>
                  </a:lnTo>
                  <a:lnTo>
                    <a:pt x="735" y="1"/>
                  </a:lnTo>
                  <a:close/>
                </a:path>
              </a:pathLst>
            </a:custGeom>
            <a:solidFill>
              <a:srgbClr val="87878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3" name="Google Shape;453;p20"/>
            <p:cNvSpPr/>
            <p:nvPr/>
          </p:nvSpPr>
          <p:spPr>
            <a:xfrm>
              <a:off x="8322751" y="1038732"/>
              <a:ext cx="108168" cy="62090"/>
            </a:xfrm>
            <a:custGeom>
              <a:rect b="b" l="l" r="r" t="t"/>
              <a:pathLst>
                <a:path extrusionOk="0" h="1078" w="1878">
                  <a:moveTo>
                    <a:pt x="546" y="0"/>
                  </a:moveTo>
                  <a:lnTo>
                    <a:pt x="1" y="314"/>
                  </a:lnTo>
                  <a:lnTo>
                    <a:pt x="1" y="764"/>
                  </a:lnTo>
                  <a:lnTo>
                    <a:pt x="546" y="1077"/>
                  </a:lnTo>
                  <a:lnTo>
                    <a:pt x="1336" y="1077"/>
                  </a:lnTo>
                  <a:lnTo>
                    <a:pt x="1877" y="764"/>
                  </a:lnTo>
                  <a:lnTo>
                    <a:pt x="1877" y="314"/>
                  </a:lnTo>
                  <a:lnTo>
                    <a:pt x="1336" y="0"/>
                  </a:lnTo>
                  <a:close/>
                </a:path>
              </a:pathLst>
            </a:custGeom>
            <a:solidFill>
              <a:srgbClr val="F5F5F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4" name="Google Shape;454;p20"/>
            <p:cNvSpPr/>
            <p:nvPr/>
          </p:nvSpPr>
          <p:spPr>
            <a:xfrm>
              <a:off x="8339281" y="1047372"/>
              <a:ext cx="75280" cy="21311"/>
            </a:xfrm>
            <a:custGeom>
              <a:rect b="b" l="l" r="r" t="t"/>
              <a:pathLst>
                <a:path extrusionOk="0" h="370" w="1307">
                  <a:moveTo>
                    <a:pt x="379" y="0"/>
                  </a:moveTo>
                  <a:lnTo>
                    <a:pt x="1" y="219"/>
                  </a:lnTo>
                  <a:lnTo>
                    <a:pt x="1" y="369"/>
                  </a:lnTo>
                  <a:lnTo>
                    <a:pt x="1306" y="369"/>
                  </a:lnTo>
                  <a:lnTo>
                    <a:pt x="1306" y="219"/>
                  </a:lnTo>
                  <a:lnTo>
                    <a:pt x="924" y="0"/>
                  </a:lnTo>
                  <a:close/>
                </a:path>
              </a:pathLst>
            </a:custGeom>
            <a:solidFill>
              <a:srgbClr val="A39C9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5" name="Google Shape;455;p20"/>
            <p:cNvSpPr/>
            <p:nvPr/>
          </p:nvSpPr>
          <p:spPr>
            <a:xfrm>
              <a:off x="8339281" y="1056011"/>
              <a:ext cx="75280" cy="34443"/>
            </a:xfrm>
            <a:custGeom>
              <a:rect b="b" l="l" r="r" t="t"/>
              <a:pathLst>
                <a:path extrusionOk="0" h="598" w="1307">
                  <a:moveTo>
                    <a:pt x="379" y="0"/>
                  </a:moveTo>
                  <a:lnTo>
                    <a:pt x="1" y="219"/>
                  </a:lnTo>
                  <a:lnTo>
                    <a:pt x="1" y="382"/>
                  </a:lnTo>
                  <a:lnTo>
                    <a:pt x="379" y="598"/>
                  </a:lnTo>
                  <a:lnTo>
                    <a:pt x="924" y="598"/>
                  </a:lnTo>
                  <a:lnTo>
                    <a:pt x="1306" y="382"/>
                  </a:lnTo>
                  <a:lnTo>
                    <a:pt x="1306" y="219"/>
                  </a:lnTo>
                  <a:lnTo>
                    <a:pt x="924" y="0"/>
                  </a:lnTo>
                  <a:close/>
                </a:path>
              </a:pathLst>
            </a:custGeom>
            <a:solidFill>
              <a:srgbClr val="5E443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6" name="Google Shape;456;p20"/>
            <p:cNvSpPr/>
            <p:nvPr/>
          </p:nvSpPr>
          <p:spPr>
            <a:xfrm>
              <a:off x="8350224" y="1100764"/>
              <a:ext cx="49476" cy="11692"/>
            </a:xfrm>
            <a:custGeom>
              <a:rect b="b" l="l" r="r" t="t"/>
              <a:pathLst>
                <a:path extrusionOk="0" h="203" w="859">
                  <a:moveTo>
                    <a:pt x="69" y="0"/>
                  </a:moveTo>
                  <a:lnTo>
                    <a:pt x="0" y="26"/>
                  </a:lnTo>
                  <a:lnTo>
                    <a:pt x="69" y="203"/>
                  </a:lnTo>
                  <a:lnTo>
                    <a:pt x="859" y="203"/>
                  </a:lnTo>
                  <a:lnTo>
                    <a:pt x="859" y="0"/>
                  </a:lnTo>
                  <a:close/>
                </a:path>
              </a:pathLst>
            </a:custGeom>
            <a:solidFill>
              <a:srgbClr val="87878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7" name="Google Shape;457;p20"/>
            <p:cNvSpPr/>
            <p:nvPr/>
          </p:nvSpPr>
          <p:spPr>
            <a:xfrm>
              <a:off x="8322751" y="1082678"/>
              <a:ext cx="31448" cy="29778"/>
            </a:xfrm>
            <a:custGeom>
              <a:rect b="b" l="l" r="r" t="t"/>
              <a:pathLst>
                <a:path extrusionOk="0" h="517" w="546">
                  <a:moveTo>
                    <a:pt x="1" y="1"/>
                  </a:moveTo>
                  <a:lnTo>
                    <a:pt x="1" y="190"/>
                  </a:lnTo>
                  <a:lnTo>
                    <a:pt x="546" y="517"/>
                  </a:lnTo>
                  <a:lnTo>
                    <a:pt x="546" y="314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87878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8" name="Google Shape;458;p20"/>
            <p:cNvSpPr/>
            <p:nvPr/>
          </p:nvSpPr>
          <p:spPr>
            <a:xfrm>
              <a:off x="8331390" y="1043397"/>
              <a:ext cx="90889" cy="51780"/>
            </a:xfrm>
            <a:custGeom>
              <a:rect b="b" l="l" r="r" t="t"/>
              <a:pathLst>
                <a:path extrusionOk="0" h="899" w="1578">
                  <a:moveTo>
                    <a:pt x="464" y="1"/>
                  </a:moveTo>
                  <a:lnTo>
                    <a:pt x="1" y="262"/>
                  </a:lnTo>
                  <a:lnTo>
                    <a:pt x="1" y="641"/>
                  </a:lnTo>
                  <a:lnTo>
                    <a:pt x="464" y="898"/>
                  </a:lnTo>
                  <a:lnTo>
                    <a:pt x="1117" y="898"/>
                  </a:lnTo>
                  <a:lnTo>
                    <a:pt x="1577" y="641"/>
                  </a:lnTo>
                  <a:lnTo>
                    <a:pt x="1577" y="262"/>
                  </a:lnTo>
                  <a:lnTo>
                    <a:pt x="1117" y="1"/>
                  </a:lnTo>
                  <a:close/>
                </a:path>
              </a:pathLst>
            </a:custGeom>
            <a:solidFill>
              <a:srgbClr val="2D2C3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9" name="Google Shape;459;p20"/>
            <p:cNvSpPr/>
            <p:nvPr/>
          </p:nvSpPr>
          <p:spPr>
            <a:xfrm>
              <a:off x="8372169" y="968234"/>
              <a:ext cx="9504" cy="120724"/>
            </a:xfrm>
            <a:custGeom>
              <a:rect b="b" l="l" r="r" t="t"/>
              <a:pathLst>
                <a:path extrusionOk="0" h="2096" w="165">
                  <a:moveTo>
                    <a:pt x="1" y="0"/>
                  </a:moveTo>
                  <a:lnTo>
                    <a:pt x="1" y="2096"/>
                  </a:lnTo>
                  <a:lnTo>
                    <a:pt x="164" y="2096"/>
                  </a:lnTo>
                  <a:lnTo>
                    <a:pt x="164" y="0"/>
                  </a:lnTo>
                  <a:close/>
                </a:path>
              </a:pathLst>
            </a:custGeom>
            <a:solidFill>
              <a:srgbClr val="50505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0" name="Google Shape;460;p20"/>
            <p:cNvSpPr/>
            <p:nvPr/>
          </p:nvSpPr>
          <p:spPr>
            <a:xfrm>
              <a:off x="8381614" y="964433"/>
              <a:ext cx="6969" cy="124526"/>
            </a:xfrm>
            <a:custGeom>
              <a:rect b="b" l="l" r="r" t="t"/>
              <a:pathLst>
                <a:path extrusionOk="0" h="2162" w="121">
                  <a:moveTo>
                    <a:pt x="121" y="1"/>
                  </a:moveTo>
                  <a:lnTo>
                    <a:pt x="0" y="66"/>
                  </a:lnTo>
                  <a:lnTo>
                    <a:pt x="0" y="2162"/>
                  </a:lnTo>
                  <a:lnTo>
                    <a:pt x="121" y="2093"/>
                  </a:lnTo>
                  <a:lnTo>
                    <a:pt x="121" y="1"/>
                  </a:lnTo>
                  <a:close/>
                </a:path>
              </a:pathLst>
            </a:custGeom>
            <a:solidFill>
              <a:srgbClr val="50505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1" name="Google Shape;461;p20"/>
            <p:cNvSpPr/>
            <p:nvPr/>
          </p:nvSpPr>
          <p:spPr>
            <a:xfrm>
              <a:off x="8365027" y="964433"/>
              <a:ext cx="7200" cy="124526"/>
            </a:xfrm>
            <a:custGeom>
              <a:rect b="b" l="l" r="r" t="t"/>
              <a:pathLst>
                <a:path extrusionOk="0" h="2162" w="125">
                  <a:moveTo>
                    <a:pt x="1" y="1"/>
                  </a:moveTo>
                  <a:lnTo>
                    <a:pt x="1" y="2093"/>
                  </a:lnTo>
                  <a:lnTo>
                    <a:pt x="125" y="2162"/>
                  </a:lnTo>
                  <a:lnTo>
                    <a:pt x="125" y="66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50505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2" name="Google Shape;462;p20"/>
            <p:cNvSpPr/>
            <p:nvPr/>
          </p:nvSpPr>
          <p:spPr>
            <a:xfrm>
              <a:off x="8365027" y="955044"/>
              <a:ext cx="23557" cy="13247"/>
            </a:xfrm>
            <a:custGeom>
              <a:rect b="b" l="l" r="r" t="t"/>
              <a:pathLst>
                <a:path extrusionOk="0" h="230" w="409">
                  <a:moveTo>
                    <a:pt x="125" y="1"/>
                  </a:moveTo>
                  <a:lnTo>
                    <a:pt x="1" y="66"/>
                  </a:lnTo>
                  <a:lnTo>
                    <a:pt x="1" y="164"/>
                  </a:lnTo>
                  <a:lnTo>
                    <a:pt x="125" y="229"/>
                  </a:lnTo>
                  <a:lnTo>
                    <a:pt x="288" y="229"/>
                  </a:lnTo>
                  <a:lnTo>
                    <a:pt x="409" y="164"/>
                  </a:lnTo>
                  <a:lnTo>
                    <a:pt x="409" y="66"/>
                  </a:lnTo>
                  <a:lnTo>
                    <a:pt x="288" y="1"/>
                  </a:lnTo>
                  <a:close/>
                </a:path>
              </a:pathLst>
            </a:custGeom>
            <a:solidFill>
              <a:srgbClr val="50505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3" name="Google Shape;463;p20"/>
            <p:cNvSpPr/>
            <p:nvPr/>
          </p:nvSpPr>
          <p:spPr>
            <a:xfrm>
              <a:off x="8297005" y="513279"/>
              <a:ext cx="159084" cy="470053"/>
            </a:xfrm>
            <a:custGeom>
              <a:rect b="b" l="l" r="r" t="t"/>
              <a:pathLst>
                <a:path extrusionOk="0" h="8161" w="2762">
                  <a:moveTo>
                    <a:pt x="1388" y="0"/>
                  </a:moveTo>
                  <a:lnTo>
                    <a:pt x="0" y="7031"/>
                  </a:lnTo>
                  <a:lnTo>
                    <a:pt x="0" y="7684"/>
                  </a:lnTo>
                  <a:lnTo>
                    <a:pt x="816" y="8160"/>
                  </a:lnTo>
                  <a:lnTo>
                    <a:pt x="1959" y="8160"/>
                  </a:lnTo>
                  <a:lnTo>
                    <a:pt x="2762" y="7684"/>
                  </a:lnTo>
                  <a:lnTo>
                    <a:pt x="2762" y="7031"/>
                  </a:lnTo>
                  <a:lnTo>
                    <a:pt x="1388" y="0"/>
                  </a:lnTo>
                  <a:close/>
                </a:path>
              </a:pathLst>
            </a:custGeom>
            <a:solidFill>
              <a:srgbClr val="7FA31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4" name="Google Shape;464;p20"/>
            <p:cNvSpPr/>
            <p:nvPr/>
          </p:nvSpPr>
          <p:spPr>
            <a:xfrm>
              <a:off x="8344004" y="513279"/>
              <a:ext cx="112085" cy="470053"/>
            </a:xfrm>
            <a:custGeom>
              <a:rect b="b" l="l" r="r" t="t"/>
              <a:pathLst>
                <a:path extrusionOk="0" h="8161" w="1946">
                  <a:moveTo>
                    <a:pt x="572" y="0"/>
                  </a:moveTo>
                  <a:lnTo>
                    <a:pt x="0" y="8160"/>
                  </a:lnTo>
                  <a:lnTo>
                    <a:pt x="1143" y="8160"/>
                  </a:lnTo>
                  <a:lnTo>
                    <a:pt x="1946" y="7684"/>
                  </a:lnTo>
                  <a:lnTo>
                    <a:pt x="1946" y="7031"/>
                  </a:lnTo>
                  <a:lnTo>
                    <a:pt x="572" y="0"/>
                  </a:lnTo>
                  <a:close/>
                </a:path>
              </a:pathLst>
            </a:custGeom>
            <a:solidFill>
              <a:srgbClr val="2D2C37">
                <a:alpha val="3354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65" name="Google Shape;465;p20"/>
          <p:cNvGrpSpPr/>
          <p:nvPr/>
        </p:nvGrpSpPr>
        <p:grpSpPr>
          <a:xfrm>
            <a:off x="7965485" y="4583681"/>
            <a:ext cx="390638" cy="461685"/>
            <a:chOff x="6819875" y="4319550"/>
            <a:chExt cx="399875" cy="472650"/>
          </a:xfrm>
        </p:grpSpPr>
        <p:sp>
          <p:nvSpPr>
            <p:cNvPr id="466" name="Google Shape;466;p20"/>
            <p:cNvSpPr/>
            <p:nvPr/>
          </p:nvSpPr>
          <p:spPr>
            <a:xfrm>
              <a:off x="6819875" y="4422200"/>
              <a:ext cx="208525" cy="291425"/>
            </a:xfrm>
            <a:custGeom>
              <a:rect b="b" l="l" r="r" t="t"/>
              <a:pathLst>
                <a:path extrusionOk="0" h="11657" w="8341">
                  <a:moveTo>
                    <a:pt x="7890" y="1"/>
                  </a:moveTo>
                  <a:lnTo>
                    <a:pt x="1" y="11412"/>
                  </a:lnTo>
                  <a:lnTo>
                    <a:pt x="409" y="11657"/>
                  </a:lnTo>
                  <a:lnTo>
                    <a:pt x="8340" y="6855"/>
                  </a:lnTo>
                  <a:lnTo>
                    <a:pt x="7753" y="6219"/>
                  </a:lnTo>
                  <a:lnTo>
                    <a:pt x="2530" y="9195"/>
                  </a:lnTo>
                  <a:lnTo>
                    <a:pt x="2530" y="9195"/>
                  </a:lnTo>
                  <a:lnTo>
                    <a:pt x="7782" y="1812"/>
                  </a:lnTo>
                  <a:lnTo>
                    <a:pt x="7890" y="1"/>
                  </a:lnTo>
                  <a:close/>
                </a:path>
              </a:pathLst>
            </a:custGeom>
            <a:solidFill>
              <a:srgbClr val="87878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7" name="Google Shape;467;p20"/>
            <p:cNvSpPr/>
            <p:nvPr/>
          </p:nvSpPr>
          <p:spPr>
            <a:xfrm>
              <a:off x="6830075" y="4428325"/>
              <a:ext cx="208525" cy="285300"/>
            </a:xfrm>
            <a:custGeom>
              <a:rect b="b" l="l" r="r" t="t"/>
              <a:pathLst>
                <a:path extrusionOk="0" h="11412" w="8341">
                  <a:moveTo>
                    <a:pt x="7890" y="1"/>
                  </a:moveTo>
                  <a:lnTo>
                    <a:pt x="1" y="11412"/>
                  </a:lnTo>
                  <a:lnTo>
                    <a:pt x="8340" y="6871"/>
                  </a:lnTo>
                  <a:lnTo>
                    <a:pt x="7753" y="6218"/>
                  </a:lnTo>
                  <a:lnTo>
                    <a:pt x="2530" y="9208"/>
                  </a:lnTo>
                  <a:lnTo>
                    <a:pt x="7782" y="1825"/>
                  </a:lnTo>
                  <a:lnTo>
                    <a:pt x="7890" y="1"/>
                  </a:lnTo>
                  <a:close/>
                </a:path>
              </a:pathLst>
            </a:custGeom>
            <a:solidFill>
              <a:srgbClr val="2D2C3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8" name="Google Shape;468;p20"/>
            <p:cNvSpPr/>
            <p:nvPr/>
          </p:nvSpPr>
          <p:spPr>
            <a:xfrm>
              <a:off x="6878375" y="4319550"/>
              <a:ext cx="116975" cy="472650"/>
            </a:xfrm>
            <a:custGeom>
              <a:rect b="b" l="l" r="r" t="t"/>
              <a:pathLst>
                <a:path extrusionOk="0" h="18906" w="4679">
                  <a:moveTo>
                    <a:pt x="4678" y="1"/>
                  </a:moveTo>
                  <a:lnTo>
                    <a:pt x="4042" y="190"/>
                  </a:lnTo>
                  <a:lnTo>
                    <a:pt x="1" y="18648"/>
                  </a:lnTo>
                  <a:lnTo>
                    <a:pt x="533" y="18906"/>
                  </a:lnTo>
                  <a:lnTo>
                    <a:pt x="4678" y="1"/>
                  </a:lnTo>
                  <a:close/>
                </a:path>
              </a:pathLst>
            </a:custGeom>
            <a:solidFill>
              <a:srgbClr val="B1282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9" name="Google Shape;469;p20"/>
            <p:cNvSpPr/>
            <p:nvPr/>
          </p:nvSpPr>
          <p:spPr>
            <a:xfrm>
              <a:off x="6891675" y="4319550"/>
              <a:ext cx="328075" cy="472650"/>
            </a:xfrm>
            <a:custGeom>
              <a:rect b="b" l="l" r="r" t="t"/>
              <a:pathLst>
                <a:path extrusionOk="0" h="18906" w="13123">
                  <a:moveTo>
                    <a:pt x="4146" y="1"/>
                  </a:moveTo>
                  <a:lnTo>
                    <a:pt x="1" y="18906"/>
                  </a:lnTo>
                  <a:lnTo>
                    <a:pt x="13122" y="11343"/>
                  </a:lnTo>
                  <a:lnTo>
                    <a:pt x="4146" y="1"/>
                  </a:lnTo>
                  <a:close/>
                </a:path>
              </a:pathLst>
            </a:custGeom>
            <a:solidFill>
              <a:srgbClr val="F5F5F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0" name="Google Shape;470;p20"/>
            <p:cNvSpPr/>
            <p:nvPr/>
          </p:nvSpPr>
          <p:spPr>
            <a:xfrm>
              <a:off x="6908650" y="4339625"/>
              <a:ext cx="298850" cy="432825"/>
            </a:xfrm>
            <a:custGeom>
              <a:rect b="b" l="l" r="r" t="t"/>
              <a:pathLst>
                <a:path extrusionOk="0" h="17313" w="11954">
                  <a:moveTo>
                    <a:pt x="3536" y="1"/>
                  </a:moveTo>
                  <a:lnTo>
                    <a:pt x="1" y="17313"/>
                  </a:lnTo>
                  <a:lnTo>
                    <a:pt x="1" y="17313"/>
                  </a:lnTo>
                  <a:lnTo>
                    <a:pt x="11954" y="10419"/>
                  </a:lnTo>
                  <a:lnTo>
                    <a:pt x="3536" y="1"/>
                  </a:lnTo>
                  <a:close/>
                </a:path>
              </a:pathLst>
            </a:custGeom>
            <a:solidFill>
              <a:srgbClr val="E7363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1" name="Google Shape;471;p20"/>
            <p:cNvSpPr/>
            <p:nvPr/>
          </p:nvSpPr>
          <p:spPr>
            <a:xfrm>
              <a:off x="6951175" y="4386875"/>
              <a:ext cx="220025" cy="330825"/>
            </a:xfrm>
            <a:custGeom>
              <a:rect b="b" l="l" r="r" t="t"/>
              <a:pathLst>
                <a:path extrusionOk="0" h="13233" w="8801">
                  <a:moveTo>
                    <a:pt x="2272" y="0"/>
                  </a:moveTo>
                  <a:lnTo>
                    <a:pt x="0" y="13233"/>
                  </a:lnTo>
                  <a:lnTo>
                    <a:pt x="8800" y="8160"/>
                  </a:lnTo>
                  <a:lnTo>
                    <a:pt x="2272" y="0"/>
                  </a:lnTo>
                  <a:close/>
                </a:path>
              </a:pathLst>
            </a:custGeom>
            <a:solidFill>
              <a:srgbClr val="F5F5F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2" name="Google Shape;472;p20"/>
            <p:cNvSpPr/>
            <p:nvPr/>
          </p:nvSpPr>
          <p:spPr>
            <a:xfrm>
              <a:off x="7014425" y="4465450"/>
              <a:ext cx="55425" cy="174075"/>
            </a:xfrm>
            <a:custGeom>
              <a:rect b="b" l="l" r="r" t="t"/>
              <a:pathLst>
                <a:path extrusionOk="0" h="6963" w="2217">
                  <a:moveTo>
                    <a:pt x="1129" y="1"/>
                  </a:moveTo>
                  <a:lnTo>
                    <a:pt x="0" y="653"/>
                  </a:lnTo>
                  <a:lnTo>
                    <a:pt x="313" y="2351"/>
                  </a:lnTo>
                  <a:lnTo>
                    <a:pt x="966" y="4636"/>
                  </a:lnTo>
                  <a:lnTo>
                    <a:pt x="1671" y="4228"/>
                  </a:lnTo>
                  <a:lnTo>
                    <a:pt x="1440" y="1714"/>
                  </a:lnTo>
                  <a:lnTo>
                    <a:pt x="1129" y="1"/>
                  </a:lnTo>
                  <a:close/>
                  <a:moveTo>
                    <a:pt x="1586" y="4950"/>
                  </a:moveTo>
                  <a:cubicBezTo>
                    <a:pt x="1522" y="4950"/>
                    <a:pt x="1456" y="4967"/>
                    <a:pt x="1387" y="5004"/>
                  </a:cubicBezTo>
                  <a:cubicBezTo>
                    <a:pt x="1074" y="5194"/>
                    <a:pt x="924" y="5713"/>
                    <a:pt x="1031" y="6268"/>
                  </a:cubicBezTo>
                  <a:cubicBezTo>
                    <a:pt x="1109" y="6709"/>
                    <a:pt x="1311" y="6962"/>
                    <a:pt x="1546" y="6962"/>
                  </a:cubicBezTo>
                  <a:cubicBezTo>
                    <a:pt x="1609" y="6962"/>
                    <a:pt x="1674" y="6944"/>
                    <a:pt x="1740" y="6907"/>
                  </a:cubicBezTo>
                  <a:cubicBezTo>
                    <a:pt x="2066" y="6718"/>
                    <a:pt x="2216" y="6215"/>
                    <a:pt x="2109" y="5644"/>
                  </a:cubicBezTo>
                  <a:cubicBezTo>
                    <a:pt x="2021" y="5203"/>
                    <a:pt x="1825" y="4950"/>
                    <a:pt x="1586" y="4950"/>
                  </a:cubicBezTo>
                  <a:close/>
                </a:path>
              </a:pathLst>
            </a:custGeom>
            <a:solidFill>
              <a:srgbClr val="2D2C3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 2">
  <p:cSld name="TITLE_AND_TWO_COLUMNS_1_1">
    <p:spTree>
      <p:nvGrpSpPr>
        <p:cNvPr id="473" name="Shape 4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4" name="Google Shape;474;p21"/>
          <p:cNvSpPr/>
          <p:nvPr/>
        </p:nvSpPr>
        <p:spPr>
          <a:xfrm>
            <a:off x="280800" y="279300"/>
            <a:ext cx="8582400" cy="45849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5" name="Google Shape;475;p21"/>
          <p:cNvSpPr/>
          <p:nvPr/>
        </p:nvSpPr>
        <p:spPr>
          <a:xfrm>
            <a:off x="281825" y="4702200"/>
            <a:ext cx="8582400" cy="162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6" name="Google Shape;476;p21"/>
          <p:cNvSpPr txBox="1"/>
          <p:nvPr>
            <p:ph type="title"/>
          </p:nvPr>
        </p:nvSpPr>
        <p:spPr>
          <a:xfrm>
            <a:off x="720000" y="5212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700"/>
              <a:buNone/>
              <a:defRPr sz="2700">
                <a:latin typeface="Lexend ExtraBold"/>
                <a:ea typeface="Lexend ExtraBold"/>
                <a:cs typeface="Lexend ExtraBold"/>
                <a:sym typeface="Lexend Extra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477" name="Google Shape;477;p21"/>
          <p:cNvSpPr txBox="1"/>
          <p:nvPr>
            <p:ph idx="1" type="subTitle"/>
          </p:nvPr>
        </p:nvSpPr>
        <p:spPr>
          <a:xfrm>
            <a:off x="4594081" y="1316925"/>
            <a:ext cx="3114000" cy="287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8" name="Google Shape;478;p21"/>
          <p:cNvSpPr txBox="1"/>
          <p:nvPr>
            <p:ph idx="2" type="subTitle"/>
          </p:nvPr>
        </p:nvSpPr>
        <p:spPr>
          <a:xfrm>
            <a:off x="1211050" y="1316925"/>
            <a:ext cx="3114000" cy="287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grpSp>
        <p:nvGrpSpPr>
          <p:cNvPr id="479" name="Google Shape;479;p21"/>
          <p:cNvGrpSpPr/>
          <p:nvPr/>
        </p:nvGrpSpPr>
        <p:grpSpPr>
          <a:xfrm>
            <a:off x="117768" y="419993"/>
            <a:ext cx="662463" cy="775160"/>
            <a:chOff x="5424136" y="1294946"/>
            <a:chExt cx="1748846" cy="2046356"/>
          </a:xfrm>
        </p:grpSpPr>
        <p:grpSp>
          <p:nvGrpSpPr>
            <p:cNvPr id="480" name="Google Shape;480;p21"/>
            <p:cNvGrpSpPr/>
            <p:nvPr/>
          </p:nvGrpSpPr>
          <p:grpSpPr>
            <a:xfrm>
              <a:off x="5424136" y="2234050"/>
              <a:ext cx="1184145" cy="1107253"/>
              <a:chOff x="5424136" y="2234050"/>
              <a:chExt cx="1184145" cy="1107253"/>
            </a:xfrm>
          </p:grpSpPr>
          <p:sp>
            <p:nvSpPr>
              <p:cNvPr id="481" name="Google Shape;481;p21"/>
              <p:cNvSpPr/>
              <p:nvPr/>
            </p:nvSpPr>
            <p:spPr>
              <a:xfrm>
                <a:off x="5424136" y="2234050"/>
                <a:ext cx="1184145" cy="1107253"/>
              </a:xfrm>
              <a:custGeom>
                <a:rect b="b" l="l" r="r" t="t"/>
                <a:pathLst>
                  <a:path extrusionOk="0" h="6048" w="6468">
                    <a:moveTo>
                      <a:pt x="3300" y="0"/>
                    </a:moveTo>
                    <a:lnTo>
                      <a:pt x="2377" y="532"/>
                    </a:lnTo>
                    <a:lnTo>
                      <a:pt x="1657" y="1717"/>
                    </a:lnTo>
                    <a:lnTo>
                      <a:pt x="1672" y="2280"/>
                    </a:lnTo>
                    <a:lnTo>
                      <a:pt x="705" y="2812"/>
                    </a:lnTo>
                    <a:lnTo>
                      <a:pt x="0" y="4031"/>
                    </a:lnTo>
                    <a:lnTo>
                      <a:pt x="0" y="5156"/>
                    </a:lnTo>
                    <a:lnTo>
                      <a:pt x="1519" y="6048"/>
                    </a:lnTo>
                    <a:lnTo>
                      <a:pt x="5797" y="3577"/>
                    </a:lnTo>
                    <a:lnTo>
                      <a:pt x="6468" y="2392"/>
                    </a:lnTo>
                    <a:lnTo>
                      <a:pt x="6468" y="1282"/>
                    </a:lnTo>
                    <a:lnTo>
                      <a:pt x="4953" y="390"/>
                    </a:lnTo>
                    <a:lnTo>
                      <a:pt x="4470" y="671"/>
                    </a:lnTo>
                    <a:lnTo>
                      <a:pt x="3300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82" name="Google Shape;482;p21"/>
              <p:cNvSpPr/>
              <p:nvPr/>
            </p:nvSpPr>
            <p:spPr>
              <a:xfrm>
                <a:off x="5850342" y="2234050"/>
                <a:ext cx="332469" cy="191682"/>
              </a:xfrm>
              <a:custGeom>
                <a:rect b="b" l="l" r="r" t="t"/>
                <a:pathLst>
                  <a:path extrusionOk="0" h="1047" w="1816">
                    <a:moveTo>
                      <a:pt x="972" y="0"/>
                    </a:moveTo>
                    <a:lnTo>
                      <a:pt x="1" y="562"/>
                    </a:lnTo>
                    <a:lnTo>
                      <a:pt x="844" y="1046"/>
                    </a:lnTo>
                    <a:lnTo>
                      <a:pt x="1815" y="484"/>
                    </a:lnTo>
                    <a:lnTo>
                      <a:pt x="972" y="0"/>
                    </a:lnTo>
                    <a:close/>
                  </a:path>
                </a:pathLst>
              </a:custGeom>
              <a:solidFill>
                <a:srgbClr val="F5F5F5">
                  <a:alpha val="6398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83" name="Google Shape;483;p21"/>
              <p:cNvSpPr/>
              <p:nvPr/>
            </p:nvSpPr>
            <p:spPr>
              <a:xfrm>
                <a:off x="5553206" y="2651281"/>
                <a:ext cx="328990" cy="192414"/>
              </a:xfrm>
              <a:custGeom>
                <a:rect b="b" l="l" r="r" t="t"/>
                <a:pathLst>
                  <a:path extrusionOk="0" h="1051" w="1797">
                    <a:moveTo>
                      <a:pt x="967" y="1"/>
                    </a:moveTo>
                    <a:lnTo>
                      <a:pt x="0" y="533"/>
                    </a:lnTo>
                    <a:lnTo>
                      <a:pt x="829" y="1051"/>
                    </a:lnTo>
                    <a:lnTo>
                      <a:pt x="1796" y="488"/>
                    </a:lnTo>
                    <a:lnTo>
                      <a:pt x="967" y="1"/>
                    </a:lnTo>
                    <a:close/>
                  </a:path>
                </a:pathLst>
              </a:custGeom>
              <a:solidFill>
                <a:srgbClr val="F5F5F5">
                  <a:alpha val="6398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84" name="Google Shape;484;p21"/>
              <p:cNvSpPr/>
              <p:nvPr/>
            </p:nvSpPr>
            <p:spPr>
              <a:xfrm>
                <a:off x="5424136" y="2748861"/>
                <a:ext cx="280841" cy="311781"/>
              </a:xfrm>
              <a:custGeom>
                <a:rect b="b" l="l" r="r" t="t"/>
                <a:pathLst>
                  <a:path extrusionOk="0" h="1703" w="1534">
                    <a:moveTo>
                      <a:pt x="705" y="0"/>
                    </a:moveTo>
                    <a:lnTo>
                      <a:pt x="0" y="1219"/>
                    </a:lnTo>
                    <a:lnTo>
                      <a:pt x="844" y="1702"/>
                    </a:lnTo>
                    <a:lnTo>
                      <a:pt x="1534" y="518"/>
                    </a:lnTo>
                    <a:lnTo>
                      <a:pt x="705" y="0"/>
                    </a:lnTo>
                    <a:close/>
                  </a:path>
                </a:pathLst>
              </a:custGeom>
              <a:solidFill>
                <a:srgbClr val="F5F5F5">
                  <a:alpha val="3416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85" name="Google Shape;485;p21"/>
              <p:cNvSpPr/>
              <p:nvPr/>
            </p:nvSpPr>
            <p:spPr>
              <a:xfrm>
                <a:off x="5727497" y="2548392"/>
                <a:ext cx="154700" cy="192414"/>
              </a:xfrm>
              <a:custGeom>
                <a:rect b="b" l="l" r="r" t="t"/>
                <a:pathLst>
                  <a:path extrusionOk="0" h="1051" w="845">
                    <a:moveTo>
                      <a:pt x="0" y="0"/>
                    </a:moveTo>
                    <a:lnTo>
                      <a:pt x="0" y="563"/>
                    </a:lnTo>
                    <a:lnTo>
                      <a:pt x="844" y="1050"/>
                    </a:lnTo>
                    <a:lnTo>
                      <a:pt x="844" y="48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5F5F5">
                  <a:alpha val="3416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86" name="Google Shape;486;p21"/>
              <p:cNvSpPr/>
              <p:nvPr/>
            </p:nvSpPr>
            <p:spPr>
              <a:xfrm>
                <a:off x="5424136" y="2971848"/>
                <a:ext cx="154517" cy="294755"/>
              </a:xfrm>
              <a:custGeom>
                <a:rect b="b" l="l" r="r" t="t"/>
                <a:pathLst>
                  <a:path extrusionOk="0" h="1610" w="844">
                    <a:moveTo>
                      <a:pt x="0" y="1"/>
                    </a:moveTo>
                    <a:lnTo>
                      <a:pt x="0" y="1126"/>
                    </a:lnTo>
                    <a:lnTo>
                      <a:pt x="844" y="1609"/>
                    </a:lnTo>
                    <a:lnTo>
                      <a:pt x="844" y="484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F5F5F5">
                  <a:alpha val="6398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87" name="Google Shape;487;p21"/>
              <p:cNvSpPr/>
              <p:nvPr/>
            </p:nvSpPr>
            <p:spPr>
              <a:xfrm>
                <a:off x="6242312" y="2305267"/>
                <a:ext cx="243127" cy="191865"/>
              </a:xfrm>
              <a:custGeom>
                <a:rect b="b" l="l" r="r" t="t"/>
                <a:pathLst>
                  <a:path extrusionOk="0" h="1048" w="1328">
                    <a:moveTo>
                      <a:pt x="484" y="1"/>
                    </a:moveTo>
                    <a:lnTo>
                      <a:pt x="1" y="282"/>
                    </a:lnTo>
                    <a:lnTo>
                      <a:pt x="360" y="1047"/>
                    </a:lnTo>
                    <a:lnTo>
                      <a:pt x="1328" y="485"/>
                    </a:lnTo>
                    <a:lnTo>
                      <a:pt x="484" y="1"/>
                    </a:lnTo>
                    <a:close/>
                  </a:path>
                </a:pathLst>
              </a:custGeom>
              <a:solidFill>
                <a:srgbClr val="F5F5F5">
                  <a:alpha val="6398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88" name="Google Shape;488;p21"/>
              <p:cNvSpPr/>
              <p:nvPr/>
            </p:nvSpPr>
            <p:spPr>
              <a:xfrm>
                <a:off x="5727497" y="2328700"/>
                <a:ext cx="280292" cy="309035"/>
              </a:xfrm>
              <a:custGeom>
                <a:rect b="b" l="l" r="r" t="t"/>
                <a:pathLst>
                  <a:path extrusionOk="0" h="1688" w="1531">
                    <a:moveTo>
                      <a:pt x="687" y="0"/>
                    </a:moveTo>
                    <a:lnTo>
                      <a:pt x="0" y="1200"/>
                    </a:lnTo>
                    <a:lnTo>
                      <a:pt x="844" y="1688"/>
                    </a:lnTo>
                    <a:lnTo>
                      <a:pt x="1530" y="499"/>
                    </a:lnTo>
                    <a:lnTo>
                      <a:pt x="687" y="0"/>
                    </a:lnTo>
                    <a:close/>
                  </a:path>
                </a:pathLst>
              </a:custGeom>
              <a:solidFill>
                <a:srgbClr val="F5F5F5">
                  <a:alpha val="3416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489" name="Google Shape;489;p21"/>
            <p:cNvGrpSpPr/>
            <p:nvPr/>
          </p:nvGrpSpPr>
          <p:grpSpPr>
            <a:xfrm>
              <a:off x="6319687" y="1294946"/>
              <a:ext cx="853295" cy="797776"/>
              <a:chOff x="5424136" y="2234050"/>
              <a:chExt cx="1184145" cy="1107253"/>
            </a:xfrm>
          </p:grpSpPr>
          <p:sp>
            <p:nvSpPr>
              <p:cNvPr id="490" name="Google Shape;490;p21"/>
              <p:cNvSpPr/>
              <p:nvPr/>
            </p:nvSpPr>
            <p:spPr>
              <a:xfrm>
                <a:off x="5424136" y="2234050"/>
                <a:ext cx="1184145" cy="1107253"/>
              </a:xfrm>
              <a:custGeom>
                <a:rect b="b" l="l" r="r" t="t"/>
                <a:pathLst>
                  <a:path extrusionOk="0" h="6048" w="6468">
                    <a:moveTo>
                      <a:pt x="3300" y="0"/>
                    </a:moveTo>
                    <a:lnTo>
                      <a:pt x="2377" y="532"/>
                    </a:lnTo>
                    <a:lnTo>
                      <a:pt x="1657" y="1717"/>
                    </a:lnTo>
                    <a:lnTo>
                      <a:pt x="1672" y="2280"/>
                    </a:lnTo>
                    <a:lnTo>
                      <a:pt x="705" y="2812"/>
                    </a:lnTo>
                    <a:lnTo>
                      <a:pt x="0" y="4031"/>
                    </a:lnTo>
                    <a:lnTo>
                      <a:pt x="0" y="5156"/>
                    </a:lnTo>
                    <a:lnTo>
                      <a:pt x="1519" y="6048"/>
                    </a:lnTo>
                    <a:lnTo>
                      <a:pt x="5797" y="3577"/>
                    </a:lnTo>
                    <a:lnTo>
                      <a:pt x="6468" y="2392"/>
                    </a:lnTo>
                    <a:lnTo>
                      <a:pt x="6468" y="1282"/>
                    </a:lnTo>
                    <a:lnTo>
                      <a:pt x="4953" y="390"/>
                    </a:lnTo>
                    <a:lnTo>
                      <a:pt x="4470" y="671"/>
                    </a:lnTo>
                    <a:lnTo>
                      <a:pt x="3300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91" name="Google Shape;491;p21"/>
              <p:cNvSpPr/>
              <p:nvPr/>
            </p:nvSpPr>
            <p:spPr>
              <a:xfrm>
                <a:off x="5850342" y="2234050"/>
                <a:ext cx="332469" cy="191682"/>
              </a:xfrm>
              <a:custGeom>
                <a:rect b="b" l="l" r="r" t="t"/>
                <a:pathLst>
                  <a:path extrusionOk="0" h="1047" w="1816">
                    <a:moveTo>
                      <a:pt x="972" y="0"/>
                    </a:moveTo>
                    <a:lnTo>
                      <a:pt x="1" y="562"/>
                    </a:lnTo>
                    <a:lnTo>
                      <a:pt x="844" y="1046"/>
                    </a:lnTo>
                    <a:lnTo>
                      <a:pt x="1815" y="484"/>
                    </a:lnTo>
                    <a:lnTo>
                      <a:pt x="972" y="0"/>
                    </a:lnTo>
                    <a:close/>
                  </a:path>
                </a:pathLst>
              </a:custGeom>
              <a:solidFill>
                <a:srgbClr val="F5F5F5">
                  <a:alpha val="6398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92" name="Google Shape;492;p21"/>
              <p:cNvSpPr/>
              <p:nvPr/>
            </p:nvSpPr>
            <p:spPr>
              <a:xfrm>
                <a:off x="5553206" y="2651281"/>
                <a:ext cx="328990" cy="192414"/>
              </a:xfrm>
              <a:custGeom>
                <a:rect b="b" l="l" r="r" t="t"/>
                <a:pathLst>
                  <a:path extrusionOk="0" h="1051" w="1797">
                    <a:moveTo>
                      <a:pt x="967" y="1"/>
                    </a:moveTo>
                    <a:lnTo>
                      <a:pt x="0" y="533"/>
                    </a:lnTo>
                    <a:lnTo>
                      <a:pt x="829" y="1051"/>
                    </a:lnTo>
                    <a:lnTo>
                      <a:pt x="1796" y="488"/>
                    </a:lnTo>
                    <a:lnTo>
                      <a:pt x="967" y="1"/>
                    </a:lnTo>
                    <a:close/>
                  </a:path>
                </a:pathLst>
              </a:custGeom>
              <a:solidFill>
                <a:srgbClr val="F5F5F5">
                  <a:alpha val="6398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93" name="Google Shape;493;p21"/>
              <p:cNvSpPr/>
              <p:nvPr/>
            </p:nvSpPr>
            <p:spPr>
              <a:xfrm>
                <a:off x="5424136" y="2748861"/>
                <a:ext cx="280841" cy="311781"/>
              </a:xfrm>
              <a:custGeom>
                <a:rect b="b" l="l" r="r" t="t"/>
                <a:pathLst>
                  <a:path extrusionOk="0" h="1703" w="1534">
                    <a:moveTo>
                      <a:pt x="705" y="0"/>
                    </a:moveTo>
                    <a:lnTo>
                      <a:pt x="0" y="1219"/>
                    </a:lnTo>
                    <a:lnTo>
                      <a:pt x="844" y="1702"/>
                    </a:lnTo>
                    <a:lnTo>
                      <a:pt x="1534" y="518"/>
                    </a:lnTo>
                    <a:lnTo>
                      <a:pt x="705" y="0"/>
                    </a:lnTo>
                    <a:close/>
                  </a:path>
                </a:pathLst>
              </a:custGeom>
              <a:solidFill>
                <a:srgbClr val="F5F5F5">
                  <a:alpha val="3416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94" name="Google Shape;494;p21"/>
              <p:cNvSpPr/>
              <p:nvPr/>
            </p:nvSpPr>
            <p:spPr>
              <a:xfrm>
                <a:off x="5727497" y="2548392"/>
                <a:ext cx="154700" cy="192414"/>
              </a:xfrm>
              <a:custGeom>
                <a:rect b="b" l="l" r="r" t="t"/>
                <a:pathLst>
                  <a:path extrusionOk="0" h="1051" w="845">
                    <a:moveTo>
                      <a:pt x="0" y="0"/>
                    </a:moveTo>
                    <a:lnTo>
                      <a:pt x="0" y="563"/>
                    </a:lnTo>
                    <a:lnTo>
                      <a:pt x="844" y="1050"/>
                    </a:lnTo>
                    <a:lnTo>
                      <a:pt x="844" y="48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5F5F5">
                  <a:alpha val="3416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95" name="Google Shape;495;p21"/>
              <p:cNvSpPr/>
              <p:nvPr/>
            </p:nvSpPr>
            <p:spPr>
              <a:xfrm>
                <a:off x="5424136" y="2971848"/>
                <a:ext cx="154517" cy="294755"/>
              </a:xfrm>
              <a:custGeom>
                <a:rect b="b" l="l" r="r" t="t"/>
                <a:pathLst>
                  <a:path extrusionOk="0" h="1610" w="844">
                    <a:moveTo>
                      <a:pt x="0" y="1"/>
                    </a:moveTo>
                    <a:lnTo>
                      <a:pt x="0" y="1126"/>
                    </a:lnTo>
                    <a:lnTo>
                      <a:pt x="844" y="1609"/>
                    </a:lnTo>
                    <a:lnTo>
                      <a:pt x="844" y="484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F5F5F5">
                  <a:alpha val="6398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96" name="Google Shape;496;p21"/>
              <p:cNvSpPr/>
              <p:nvPr/>
            </p:nvSpPr>
            <p:spPr>
              <a:xfrm>
                <a:off x="6242312" y="2305267"/>
                <a:ext cx="243127" cy="191865"/>
              </a:xfrm>
              <a:custGeom>
                <a:rect b="b" l="l" r="r" t="t"/>
                <a:pathLst>
                  <a:path extrusionOk="0" h="1048" w="1328">
                    <a:moveTo>
                      <a:pt x="484" y="1"/>
                    </a:moveTo>
                    <a:lnTo>
                      <a:pt x="1" y="282"/>
                    </a:lnTo>
                    <a:lnTo>
                      <a:pt x="360" y="1047"/>
                    </a:lnTo>
                    <a:lnTo>
                      <a:pt x="1328" y="485"/>
                    </a:lnTo>
                    <a:lnTo>
                      <a:pt x="484" y="1"/>
                    </a:lnTo>
                    <a:close/>
                  </a:path>
                </a:pathLst>
              </a:custGeom>
              <a:solidFill>
                <a:srgbClr val="F5F5F5">
                  <a:alpha val="6398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97" name="Google Shape;497;p21"/>
              <p:cNvSpPr/>
              <p:nvPr/>
            </p:nvSpPr>
            <p:spPr>
              <a:xfrm>
                <a:off x="5727497" y="2328700"/>
                <a:ext cx="280292" cy="309035"/>
              </a:xfrm>
              <a:custGeom>
                <a:rect b="b" l="l" r="r" t="t"/>
                <a:pathLst>
                  <a:path extrusionOk="0" h="1688" w="1531">
                    <a:moveTo>
                      <a:pt x="687" y="0"/>
                    </a:moveTo>
                    <a:lnTo>
                      <a:pt x="0" y="1200"/>
                    </a:lnTo>
                    <a:lnTo>
                      <a:pt x="844" y="1688"/>
                    </a:lnTo>
                    <a:lnTo>
                      <a:pt x="1530" y="499"/>
                    </a:lnTo>
                    <a:lnTo>
                      <a:pt x="687" y="0"/>
                    </a:lnTo>
                    <a:close/>
                  </a:path>
                </a:pathLst>
              </a:custGeom>
              <a:solidFill>
                <a:srgbClr val="F5F5F5">
                  <a:alpha val="3416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498" name="Google Shape;498;p21"/>
          <p:cNvGrpSpPr/>
          <p:nvPr/>
        </p:nvGrpSpPr>
        <p:grpSpPr>
          <a:xfrm>
            <a:off x="8055337" y="4636581"/>
            <a:ext cx="283952" cy="404337"/>
            <a:chOff x="6191950" y="4314625"/>
            <a:chExt cx="330100" cy="470050"/>
          </a:xfrm>
        </p:grpSpPr>
        <p:sp>
          <p:nvSpPr>
            <p:cNvPr id="499" name="Google Shape;499;p21"/>
            <p:cNvSpPr/>
            <p:nvPr/>
          </p:nvSpPr>
          <p:spPr>
            <a:xfrm>
              <a:off x="6191950" y="4601275"/>
              <a:ext cx="330100" cy="183400"/>
            </a:xfrm>
            <a:custGeom>
              <a:rect b="b" l="l" r="r" t="t"/>
              <a:pathLst>
                <a:path extrusionOk="0" h="7336" w="13204">
                  <a:moveTo>
                    <a:pt x="6664" y="1"/>
                  </a:moveTo>
                  <a:cubicBezTo>
                    <a:pt x="6066" y="1"/>
                    <a:pt x="5439" y="145"/>
                    <a:pt x="4949" y="427"/>
                  </a:cubicBezTo>
                  <a:lnTo>
                    <a:pt x="993" y="2711"/>
                  </a:lnTo>
                  <a:cubicBezTo>
                    <a:pt x="95" y="3230"/>
                    <a:pt x="1" y="4017"/>
                    <a:pt x="774" y="4467"/>
                  </a:cubicBezTo>
                  <a:lnTo>
                    <a:pt x="5207" y="7036"/>
                  </a:lnTo>
                  <a:cubicBezTo>
                    <a:pt x="5555" y="7238"/>
                    <a:pt x="6023" y="7336"/>
                    <a:pt x="6514" y="7336"/>
                  </a:cubicBezTo>
                  <a:cubicBezTo>
                    <a:pt x="7119" y="7336"/>
                    <a:pt x="7760" y="7187"/>
                    <a:pt x="8256" y="6902"/>
                  </a:cubicBezTo>
                  <a:lnTo>
                    <a:pt x="12212" y="4618"/>
                  </a:lnTo>
                  <a:cubicBezTo>
                    <a:pt x="13109" y="4099"/>
                    <a:pt x="13204" y="3312"/>
                    <a:pt x="12430" y="2862"/>
                  </a:cubicBezTo>
                  <a:lnTo>
                    <a:pt x="7998" y="306"/>
                  </a:lnTo>
                  <a:cubicBezTo>
                    <a:pt x="7639" y="101"/>
                    <a:pt x="7162" y="1"/>
                    <a:pt x="6664" y="1"/>
                  </a:cubicBezTo>
                  <a:close/>
                </a:path>
              </a:pathLst>
            </a:custGeom>
            <a:solidFill>
              <a:srgbClr val="87878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0" name="Google Shape;500;p21"/>
            <p:cNvSpPr/>
            <p:nvPr/>
          </p:nvSpPr>
          <p:spPr>
            <a:xfrm>
              <a:off x="6191950" y="4593500"/>
              <a:ext cx="330100" cy="183500"/>
            </a:xfrm>
            <a:custGeom>
              <a:rect b="b" l="l" r="r" t="t"/>
              <a:pathLst>
                <a:path extrusionOk="0" h="7340" w="13204">
                  <a:moveTo>
                    <a:pt x="6664" y="0"/>
                  </a:moveTo>
                  <a:cubicBezTo>
                    <a:pt x="6066" y="0"/>
                    <a:pt x="5439" y="144"/>
                    <a:pt x="4949" y="428"/>
                  </a:cubicBezTo>
                  <a:lnTo>
                    <a:pt x="2462" y="1867"/>
                  </a:lnTo>
                  <a:lnTo>
                    <a:pt x="993" y="2725"/>
                  </a:lnTo>
                  <a:cubicBezTo>
                    <a:pt x="95" y="3241"/>
                    <a:pt x="1" y="4031"/>
                    <a:pt x="774" y="4478"/>
                  </a:cubicBezTo>
                  <a:lnTo>
                    <a:pt x="2759" y="5621"/>
                  </a:lnTo>
                  <a:lnTo>
                    <a:pt x="5207" y="7037"/>
                  </a:lnTo>
                  <a:cubicBezTo>
                    <a:pt x="5559" y="7240"/>
                    <a:pt x="6034" y="7339"/>
                    <a:pt x="6532" y="7339"/>
                  </a:cubicBezTo>
                  <a:cubicBezTo>
                    <a:pt x="7132" y="7339"/>
                    <a:pt x="7765" y="7195"/>
                    <a:pt x="8256" y="6913"/>
                  </a:cubicBezTo>
                  <a:lnTo>
                    <a:pt x="12212" y="4628"/>
                  </a:lnTo>
                  <a:cubicBezTo>
                    <a:pt x="13109" y="4113"/>
                    <a:pt x="13204" y="3323"/>
                    <a:pt x="12430" y="2876"/>
                  </a:cubicBezTo>
                  <a:lnTo>
                    <a:pt x="7998" y="303"/>
                  </a:lnTo>
                  <a:cubicBezTo>
                    <a:pt x="7639" y="100"/>
                    <a:pt x="7162" y="0"/>
                    <a:pt x="6664" y="0"/>
                  </a:cubicBezTo>
                  <a:close/>
                </a:path>
              </a:pathLst>
            </a:custGeom>
            <a:solidFill>
              <a:srgbClr val="2D2C3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1" name="Google Shape;501;p21"/>
            <p:cNvSpPr/>
            <p:nvPr/>
          </p:nvSpPr>
          <p:spPr>
            <a:xfrm>
              <a:off x="6248675" y="4639175"/>
              <a:ext cx="218300" cy="105225"/>
            </a:xfrm>
            <a:custGeom>
              <a:rect b="b" l="l" r="r" t="t"/>
              <a:pathLst>
                <a:path extrusionOk="0" h="4209" w="8732">
                  <a:moveTo>
                    <a:pt x="914" y="1"/>
                  </a:moveTo>
                  <a:lnTo>
                    <a:pt x="111" y="1130"/>
                  </a:lnTo>
                  <a:cubicBezTo>
                    <a:pt x="43" y="1319"/>
                    <a:pt x="0" y="1509"/>
                    <a:pt x="0" y="1701"/>
                  </a:cubicBezTo>
                  <a:cubicBezTo>
                    <a:pt x="0" y="2204"/>
                    <a:pt x="275" y="2720"/>
                    <a:pt x="803" y="3154"/>
                  </a:cubicBezTo>
                  <a:cubicBezTo>
                    <a:pt x="846" y="3183"/>
                    <a:pt x="885" y="3209"/>
                    <a:pt x="927" y="3235"/>
                  </a:cubicBezTo>
                  <a:cubicBezTo>
                    <a:pt x="1035" y="3317"/>
                    <a:pt x="1159" y="3399"/>
                    <a:pt x="1280" y="3467"/>
                  </a:cubicBezTo>
                  <a:cubicBezTo>
                    <a:pt x="2136" y="3960"/>
                    <a:pt x="3253" y="4208"/>
                    <a:pt x="4367" y="4208"/>
                  </a:cubicBezTo>
                  <a:cubicBezTo>
                    <a:pt x="5466" y="4208"/>
                    <a:pt x="6562" y="3967"/>
                    <a:pt x="7400" y="3480"/>
                  </a:cubicBezTo>
                  <a:cubicBezTo>
                    <a:pt x="8311" y="2951"/>
                    <a:pt x="8732" y="2243"/>
                    <a:pt x="8650" y="1564"/>
                  </a:cubicBezTo>
                  <a:lnTo>
                    <a:pt x="8666" y="1551"/>
                  </a:lnTo>
                  <a:lnTo>
                    <a:pt x="8650" y="1509"/>
                  </a:lnTo>
                  <a:cubicBezTo>
                    <a:pt x="8611" y="1319"/>
                    <a:pt x="8542" y="1130"/>
                    <a:pt x="8448" y="938"/>
                  </a:cubicBezTo>
                  <a:lnTo>
                    <a:pt x="7752" y="40"/>
                  </a:lnTo>
                  <a:lnTo>
                    <a:pt x="1714" y="1"/>
                  </a:lnTo>
                  <a:close/>
                </a:path>
              </a:pathLst>
            </a:custGeom>
            <a:solidFill>
              <a:srgbClr val="E7363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2" name="Google Shape;502;p21"/>
            <p:cNvSpPr/>
            <p:nvPr/>
          </p:nvSpPr>
          <p:spPr>
            <a:xfrm>
              <a:off x="6248675" y="4678925"/>
              <a:ext cx="217650" cy="65475"/>
            </a:xfrm>
            <a:custGeom>
              <a:rect b="b" l="l" r="r" t="t"/>
              <a:pathLst>
                <a:path extrusionOk="0" h="2619" w="8706">
                  <a:moveTo>
                    <a:pt x="17" y="0"/>
                  </a:moveTo>
                  <a:cubicBezTo>
                    <a:pt x="17" y="43"/>
                    <a:pt x="0" y="69"/>
                    <a:pt x="0" y="111"/>
                  </a:cubicBezTo>
                  <a:cubicBezTo>
                    <a:pt x="0" y="614"/>
                    <a:pt x="275" y="1130"/>
                    <a:pt x="803" y="1564"/>
                  </a:cubicBezTo>
                  <a:cubicBezTo>
                    <a:pt x="846" y="1593"/>
                    <a:pt x="885" y="1619"/>
                    <a:pt x="927" y="1645"/>
                  </a:cubicBezTo>
                  <a:cubicBezTo>
                    <a:pt x="1035" y="1727"/>
                    <a:pt x="1159" y="1809"/>
                    <a:pt x="1280" y="1877"/>
                  </a:cubicBezTo>
                  <a:cubicBezTo>
                    <a:pt x="2136" y="2370"/>
                    <a:pt x="3253" y="2618"/>
                    <a:pt x="4367" y="2618"/>
                  </a:cubicBezTo>
                  <a:cubicBezTo>
                    <a:pt x="5466" y="2618"/>
                    <a:pt x="6562" y="2377"/>
                    <a:pt x="7400" y="1890"/>
                  </a:cubicBezTo>
                  <a:cubicBezTo>
                    <a:pt x="8298" y="1375"/>
                    <a:pt x="8706" y="696"/>
                    <a:pt x="8650" y="13"/>
                  </a:cubicBezTo>
                  <a:lnTo>
                    <a:pt x="8650" y="13"/>
                  </a:lnTo>
                  <a:cubicBezTo>
                    <a:pt x="8598" y="614"/>
                    <a:pt x="8190" y="1198"/>
                    <a:pt x="7400" y="1645"/>
                  </a:cubicBezTo>
                  <a:cubicBezTo>
                    <a:pt x="6556" y="2135"/>
                    <a:pt x="5451" y="2380"/>
                    <a:pt x="4345" y="2380"/>
                  </a:cubicBezTo>
                  <a:cubicBezTo>
                    <a:pt x="3238" y="2380"/>
                    <a:pt x="2130" y="2135"/>
                    <a:pt x="1280" y="1645"/>
                  </a:cubicBezTo>
                  <a:cubicBezTo>
                    <a:pt x="1159" y="1564"/>
                    <a:pt x="1035" y="1499"/>
                    <a:pt x="927" y="1417"/>
                  </a:cubicBezTo>
                  <a:cubicBezTo>
                    <a:pt x="885" y="1388"/>
                    <a:pt x="846" y="1348"/>
                    <a:pt x="803" y="1319"/>
                  </a:cubicBezTo>
                  <a:cubicBezTo>
                    <a:pt x="327" y="927"/>
                    <a:pt x="56" y="464"/>
                    <a:pt x="17" y="0"/>
                  </a:cubicBezTo>
                  <a:close/>
                </a:path>
              </a:pathLst>
            </a:custGeom>
            <a:solidFill>
              <a:srgbClr val="CE181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3" name="Google Shape;503;p21"/>
            <p:cNvSpPr/>
            <p:nvPr/>
          </p:nvSpPr>
          <p:spPr>
            <a:xfrm>
              <a:off x="6465325" y="4677950"/>
              <a:ext cx="25" cy="25"/>
            </a:xfrm>
            <a:custGeom>
              <a:rect b="b" l="l" r="r" t="t"/>
              <a:pathLst>
                <a:path extrusionOk="0" h="1" w="1">
                  <a:moveTo>
                    <a:pt x="0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E181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4" name="Google Shape;504;p21"/>
            <p:cNvSpPr/>
            <p:nvPr/>
          </p:nvSpPr>
          <p:spPr>
            <a:xfrm>
              <a:off x="6268750" y="4327375"/>
              <a:ext cx="176200" cy="366125"/>
            </a:xfrm>
            <a:custGeom>
              <a:rect b="b" l="l" r="r" t="t"/>
              <a:pathLst>
                <a:path extrusionOk="0" h="14645" w="7048">
                  <a:moveTo>
                    <a:pt x="2654" y="1"/>
                  </a:moveTo>
                  <a:lnTo>
                    <a:pt x="150" y="12323"/>
                  </a:lnTo>
                  <a:cubicBezTo>
                    <a:pt x="0" y="12812"/>
                    <a:pt x="177" y="13328"/>
                    <a:pt x="682" y="13749"/>
                  </a:cubicBezTo>
                  <a:cubicBezTo>
                    <a:pt x="803" y="13860"/>
                    <a:pt x="953" y="13968"/>
                    <a:pt x="1117" y="14062"/>
                  </a:cubicBezTo>
                  <a:cubicBezTo>
                    <a:pt x="1782" y="14451"/>
                    <a:pt x="2660" y="14645"/>
                    <a:pt x="3537" y="14645"/>
                  </a:cubicBezTo>
                  <a:cubicBezTo>
                    <a:pt x="4414" y="14645"/>
                    <a:pt x="5291" y="14451"/>
                    <a:pt x="5957" y="14062"/>
                  </a:cubicBezTo>
                  <a:cubicBezTo>
                    <a:pt x="6721" y="13628"/>
                    <a:pt x="7047" y="13031"/>
                    <a:pt x="6936" y="12460"/>
                  </a:cubicBezTo>
                  <a:lnTo>
                    <a:pt x="6936" y="12443"/>
                  </a:lnTo>
                  <a:cubicBezTo>
                    <a:pt x="6936" y="12430"/>
                    <a:pt x="6936" y="12417"/>
                    <a:pt x="6923" y="12404"/>
                  </a:cubicBezTo>
                  <a:lnTo>
                    <a:pt x="4407" y="1"/>
                  </a:lnTo>
                  <a:close/>
                </a:path>
              </a:pathLst>
            </a:custGeom>
            <a:solidFill>
              <a:srgbClr val="E7363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5" name="Google Shape;505;p21"/>
            <p:cNvSpPr/>
            <p:nvPr/>
          </p:nvSpPr>
          <p:spPr>
            <a:xfrm>
              <a:off x="6285800" y="4480725"/>
              <a:ext cx="142425" cy="127925"/>
            </a:xfrm>
            <a:custGeom>
              <a:rect b="b" l="l" r="r" t="t"/>
              <a:pathLst>
                <a:path extrusionOk="0" h="5117" w="5697">
                  <a:moveTo>
                    <a:pt x="719" y="0"/>
                  </a:moveTo>
                  <a:lnTo>
                    <a:pt x="0" y="3564"/>
                  </a:lnTo>
                  <a:cubicBezTo>
                    <a:pt x="40" y="3943"/>
                    <a:pt x="311" y="4325"/>
                    <a:pt x="830" y="4625"/>
                  </a:cubicBezTo>
                  <a:cubicBezTo>
                    <a:pt x="1397" y="4953"/>
                    <a:pt x="2136" y="5116"/>
                    <a:pt x="2870" y="5116"/>
                  </a:cubicBezTo>
                  <a:cubicBezTo>
                    <a:pt x="3597" y="5116"/>
                    <a:pt x="4320" y="4956"/>
                    <a:pt x="4867" y="4638"/>
                  </a:cubicBezTo>
                  <a:cubicBezTo>
                    <a:pt x="5386" y="4338"/>
                    <a:pt x="5657" y="3959"/>
                    <a:pt x="5696" y="3564"/>
                  </a:cubicBezTo>
                  <a:lnTo>
                    <a:pt x="4978" y="26"/>
                  </a:lnTo>
                  <a:cubicBezTo>
                    <a:pt x="4949" y="326"/>
                    <a:pt x="4717" y="614"/>
                    <a:pt x="4338" y="829"/>
                  </a:cubicBezTo>
                  <a:cubicBezTo>
                    <a:pt x="3930" y="1067"/>
                    <a:pt x="3393" y="1187"/>
                    <a:pt x="2853" y="1187"/>
                  </a:cubicBezTo>
                  <a:cubicBezTo>
                    <a:pt x="2314" y="1187"/>
                    <a:pt x="1773" y="1067"/>
                    <a:pt x="1358" y="829"/>
                  </a:cubicBezTo>
                  <a:cubicBezTo>
                    <a:pt x="980" y="597"/>
                    <a:pt x="748" y="287"/>
                    <a:pt x="719" y="0"/>
                  </a:cubicBezTo>
                  <a:close/>
                </a:path>
              </a:pathLst>
            </a:custGeom>
            <a:solidFill>
              <a:srgbClr val="F5F5F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6" name="Google Shape;506;p21"/>
            <p:cNvSpPr/>
            <p:nvPr/>
          </p:nvSpPr>
          <p:spPr>
            <a:xfrm>
              <a:off x="6332725" y="4314625"/>
              <a:ext cx="48250" cy="25325"/>
            </a:xfrm>
            <a:custGeom>
              <a:rect b="b" l="l" r="r" t="t"/>
              <a:pathLst>
                <a:path extrusionOk="0" h="1013" w="1930">
                  <a:moveTo>
                    <a:pt x="971" y="0"/>
                  </a:moveTo>
                  <a:cubicBezTo>
                    <a:pt x="747" y="0"/>
                    <a:pt x="523" y="47"/>
                    <a:pt x="353" y="142"/>
                  </a:cubicBezTo>
                  <a:cubicBezTo>
                    <a:pt x="0" y="348"/>
                    <a:pt x="13" y="661"/>
                    <a:pt x="353" y="863"/>
                  </a:cubicBezTo>
                  <a:cubicBezTo>
                    <a:pt x="525" y="961"/>
                    <a:pt x="754" y="1013"/>
                    <a:pt x="982" y="1013"/>
                  </a:cubicBezTo>
                  <a:cubicBezTo>
                    <a:pt x="1203" y="1013"/>
                    <a:pt x="1423" y="965"/>
                    <a:pt x="1590" y="863"/>
                  </a:cubicBezTo>
                  <a:cubicBezTo>
                    <a:pt x="1929" y="661"/>
                    <a:pt x="1929" y="348"/>
                    <a:pt x="1590" y="142"/>
                  </a:cubicBezTo>
                  <a:cubicBezTo>
                    <a:pt x="1420" y="47"/>
                    <a:pt x="1196" y="0"/>
                    <a:pt x="971" y="0"/>
                  </a:cubicBezTo>
                  <a:close/>
                </a:path>
              </a:pathLst>
            </a:custGeom>
            <a:solidFill>
              <a:srgbClr val="B1282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7" name="Google Shape;507;p21"/>
            <p:cNvSpPr/>
            <p:nvPr/>
          </p:nvSpPr>
          <p:spPr>
            <a:xfrm>
              <a:off x="6340875" y="4318700"/>
              <a:ext cx="32250" cy="17025"/>
            </a:xfrm>
            <a:custGeom>
              <a:rect b="b" l="l" r="r" t="t"/>
              <a:pathLst>
                <a:path extrusionOk="0" h="681" w="1290">
                  <a:moveTo>
                    <a:pt x="645" y="0"/>
                  </a:moveTo>
                  <a:cubicBezTo>
                    <a:pt x="495" y="0"/>
                    <a:pt x="345" y="35"/>
                    <a:pt x="229" y="103"/>
                  </a:cubicBezTo>
                  <a:cubicBezTo>
                    <a:pt x="1" y="240"/>
                    <a:pt x="1" y="443"/>
                    <a:pt x="229" y="580"/>
                  </a:cubicBezTo>
                  <a:cubicBezTo>
                    <a:pt x="345" y="647"/>
                    <a:pt x="495" y="680"/>
                    <a:pt x="645" y="680"/>
                  </a:cubicBezTo>
                  <a:cubicBezTo>
                    <a:pt x="795" y="680"/>
                    <a:pt x="946" y="647"/>
                    <a:pt x="1062" y="580"/>
                  </a:cubicBezTo>
                  <a:cubicBezTo>
                    <a:pt x="1290" y="443"/>
                    <a:pt x="1290" y="240"/>
                    <a:pt x="1062" y="103"/>
                  </a:cubicBezTo>
                  <a:cubicBezTo>
                    <a:pt x="946" y="35"/>
                    <a:pt x="795" y="0"/>
                    <a:pt x="645" y="0"/>
                  </a:cubicBezTo>
                  <a:close/>
                </a:path>
              </a:pathLst>
            </a:custGeom>
            <a:solidFill>
              <a:srgbClr val="50505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508" name="Google Shape;508;p21"/>
          <p:cNvGrpSpPr/>
          <p:nvPr/>
        </p:nvGrpSpPr>
        <p:grpSpPr>
          <a:xfrm>
            <a:off x="8430774" y="3759607"/>
            <a:ext cx="314144" cy="1183135"/>
            <a:chOff x="8297005" y="513279"/>
            <a:chExt cx="159084" cy="599177"/>
          </a:xfrm>
        </p:grpSpPr>
        <p:sp>
          <p:nvSpPr>
            <p:cNvPr id="509" name="Google Shape;509;p21"/>
            <p:cNvSpPr/>
            <p:nvPr/>
          </p:nvSpPr>
          <p:spPr>
            <a:xfrm>
              <a:off x="8388526" y="1082678"/>
              <a:ext cx="42392" cy="29778"/>
            </a:xfrm>
            <a:custGeom>
              <a:rect b="b" l="l" r="r" t="t"/>
              <a:pathLst>
                <a:path extrusionOk="0" h="517" w="736">
                  <a:moveTo>
                    <a:pt x="735" y="1"/>
                  </a:moveTo>
                  <a:lnTo>
                    <a:pt x="1" y="216"/>
                  </a:lnTo>
                  <a:lnTo>
                    <a:pt x="194" y="517"/>
                  </a:lnTo>
                  <a:lnTo>
                    <a:pt x="735" y="190"/>
                  </a:lnTo>
                  <a:lnTo>
                    <a:pt x="735" y="1"/>
                  </a:lnTo>
                  <a:close/>
                </a:path>
              </a:pathLst>
            </a:custGeom>
            <a:solidFill>
              <a:srgbClr val="87878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0" name="Google Shape;510;p21"/>
            <p:cNvSpPr/>
            <p:nvPr/>
          </p:nvSpPr>
          <p:spPr>
            <a:xfrm>
              <a:off x="8322751" y="1038732"/>
              <a:ext cx="108168" cy="62090"/>
            </a:xfrm>
            <a:custGeom>
              <a:rect b="b" l="l" r="r" t="t"/>
              <a:pathLst>
                <a:path extrusionOk="0" h="1078" w="1878">
                  <a:moveTo>
                    <a:pt x="546" y="0"/>
                  </a:moveTo>
                  <a:lnTo>
                    <a:pt x="1" y="314"/>
                  </a:lnTo>
                  <a:lnTo>
                    <a:pt x="1" y="764"/>
                  </a:lnTo>
                  <a:lnTo>
                    <a:pt x="546" y="1077"/>
                  </a:lnTo>
                  <a:lnTo>
                    <a:pt x="1336" y="1077"/>
                  </a:lnTo>
                  <a:lnTo>
                    <a:pt x="1877" y="764"/>
                  </a:lnTo>
                  <a:lnTo>
                    <a:pt x="1877" y="314"/>
                  </a:lnTo>
                  <a:lnTo>
                    <a:pt x="1336" y="0"/>
                  </a:lnTo>
                  <a:close/>
                </a:path>
              </a:pathLst>
            </a:custGeom>
            <a:solidFill>
              <a:srgbClr val="F5F5F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1" name="Google Shape;511;p21"/>
            <p:cNvSpPr/>
            <p:nvPr/>
          </p:nvSpPr>
          <p:spPr>
            <a:xfrm>
              <a:off x="8339281" y="1047372"/>
              <a:ext cx="75280" cy="21311"/>
            </a:xfrm>
            <a:custGeom>
              <a:rect b="b" l="l" r="r" t="t"/>
              <a:pathLst>
                <a:path extrusionOk="0" h="370" w="1307">
                  <a:moveTo>
                    <a:pt x="379" y="0"/>
                  </a:moveTo>
                  <a:lnTo>
                    <a:pt x="1" y="219"/>
                  </a:lnTo>
                  <a:lnTo>
                    <a:pt x="1" y="369"/>
                  </a:lnTo>
                  <a:lnTo>
                    <a:pt x="1306" y="369"/>
                  </a:lnTo>
                  <a:lnTo>
                    <a:pt x="1306" y="219"/>
                  </a:lnTo>
                  <a:lnTo>
                    <a:pt x="924" y="0"/>
                  </a:lnTo>
                  <a:close/>
                </a:path>
              </a:pathLst>
            </a:custGeom>
            <a:solidFill>
              <a:srgbClr val="A39C9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2" name="Google Shape;512;p21"/>
            <p:cNvSpPr/>
            <p:nvPr/>
          </p:nvSpPr>
          <p:spPr>
            <a:xfrm>
              <a:off x="8339281" y="1056011"/>
              <a:ext cx="75280" cy="34443"/>
            </a:xfrm>
            <a:custGeom>
              <a:rect b="b" l="l" r="r" t="t"/>
              <a:pathLst>
                <a:path extrusionOk="0" h="598" w="1307">
                  <a:moveTo>
                    <a:pt x="379" y="0"/>
                  </a:moveTo>
                  <a:lnTo>
                    <a:pt x="1" y="219"/>
                  </a:lnTo>
                  <a:lnTo>
                    <a:pt x="1" y="382"/>
                  </a:lnTo>
                  <a:lnTo>
                    <a:pt x="379" y="598"/>
                  </a:lnTo>
                  <a:lnTo>
                    <a:pt x="924" y="598"/>
                  </a:lnTo>
                  <a:lnTo>
                    <a:pt x="1306" y="382"/>
                  </a:lnTo>
                  <a:lnTo>
                    <a:pt x="1306" y="219"/>
                  </a:lnTo>
                  <a:lnTo>
                    <a:pt x="924" y="0"/>
                  </a:lnTo>
                  <a:close/>
                </a:path>
              </a:pathLst>
            </a:custGeom>
            <a:solidFill>
              <a:srgbClr val="5E443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3" name="Google Shape;513;p21"/>
            <p:cNvSpPr/>
            <p:nvPr/>
          </p:nvSpPr>
          <p:spPr>
            <a:xfrm>
              <a:off x="8350224" y="1100764"/>
              <a:ext cx="49476" cy="11692"/>
            </a:xfrm>
            <a:custGeom>
              <a:rect b="b" l="l" r="r" t="t"/>
              <a:pathLst>
                <a:path extrusionOk="0" h="203" w="859">
                  <a:moveTo>
                    <a:pt x="69" y="0"/>
                  </a:moveTo>
                  <a:lnTo>
                    <a:pt x="0" y="26"/>
                  </a:lnTo>
                  <a:lnTo>
                    <a:pt x="69" y="203"/>
                  </a:lnTo>
                  <a:lnTo>
                    <a:pt x="859" y="203"/>
                  </a:lnTo>
                  <a:lnTo>
                    <a:pt x="859" y="0"/>
                  </a:lnTo>
                  <a:close/>
                </a:path>
              </a:pathLst>
            </a:custGeom>
            <a:solidFill>
              <a:srgbClr val="87878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4" name="Google Shape;514;p21"/>
            <p:cNvSpPr/>
            <p:nvPr/>
          </p:nvSpPr>
          <p:spPr>
            <a:xfrm>
              <a:off x="8322751" y="1082678"/>
              <a:ext cx="31448" cy="29778"/>
            </a:xfrm>
            <a:custGeom>
              <a:rect b="b" l="l" r="r" t="t"/>
              <a:pathLst>
                <a:path extrusionOk="0" h="517" w="546">
                  <a:moveTo>
                    <a:pt x="1" y="1"/>
                  </a:moveTo>
                  <a:lnTo>
                    <a:pt x="1" y="190"/>
                  </a:lnTo>
                  <a:lnTo>
                    <a:pt x="546" y="517"/>
                  </a:lnTo>
                  <a:lnTo>
                    <a:pt x="546" y="314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87878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5" name="Google Shape;515;p21"/>
            <p:cNvSpPr/>
            <p:nvPr/>
          </p:nvSpPr>
          <p:spPr>
            <a:xfrm>
              <a:off x="8331390" y="1043397"/>
              <a:ext cx="90889" cy="51780"/>
            </a:xfrm>
            <a:custGeom>
              <a:rect b="b" l="l" r="r" t="t"/>
              <a:pathLst>
                <a:path extrusionOk="0" h="899" w="1578">
                  <a:moveTo>
                    <a:pt x="464" y="1"/>
                  </a:moveTo>
                  <a:lnTo>
                    <a:pt x="1" y="262"/>
                  </a:lnTo>
                  <a:lnTo>
                    <a:pt x="1" y="641"/>
                  </a:lnTo>
                  <a:lnTo>
                    <a:pt x="464" y="898"/>
                  </a:lnTo>
                  <a:lnTo>
                    <a:pt x="1117" y="898"/>
                  </a:lnTo>
                  <a:lnTo>
                    <a:pt x="1577" y="641"/>
                  </a:lnTo>
                  <a:lnTo>
                    <a:pt x="1577" y="262"/>
                  </a:lnTo>
                  <a:lnTo>
                    <a:pt x="1117" y="1"/>
                  </a:lnTo>
                  <a:close/>
                </a:path>
              </a:pathLst>
            </a:custGeom>
            <a:solidFill>
              <a:srgbClr val="2D2C3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6" name="Google Shape;516;p21"/>
            <p:cNvSpPr/>
            <p:nvPr/>
          </p:nvSpPr>
          <p:spPr>
            <a:xfrm>
              <a:off x="8372169" y="968234"/>
              <a:ext cx="9504" cy="120724"/>
            </a:xfrm>
            <a:custGeom>
              <a:rect b="b" l="l" r="r" t="t"/>
              <a:pathLst>
                <a:path extrusionOk="0" h="2096" w="165">
                  <a:moveTo>
                    <a:pt x="1" y="0"/>
                  </a:moveTo>
                  <a:lnTo>
                    <a:pt x="1" y="2096"/>
                  </a:lnTo>
                  <a:lnTo>
                    <a:pt x="164" y="2096"/>
                  </a:lnTo>
                  <a:lnTo>
                    <a:pt x="164" y="0"/>
                  </a:lnTo>
                  <a:close/>
                </a:path>
              </a:pathLst>
            </a:custGeom>
            <a:solidFill>
              <a:srgbClr val="50505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7" name="Google Shape;517;p21"/>
            <p:cNvSpPr/>
            <p:nvPr/>
          </p:nvSpPr>
          <p:spPr>
            <a:xfrm>
              <a:off x="8381614" y="964433"/>
              <a:ext cx="6969" cy="124526"/>
            </a:xfrm>
            <a:custGeom>
              <a:rect b="b" l="l" r="r" t="t"/>
              <a:pathLst>
                <a:path extrusionOk="0" h="2162" w="121">
                  <a:moveTo>
                    <a:pt x="121" y="1"/>
                  </a:moveTo>
                  <a:lnTo>
                    <a:pt x="0" y="66"/>
                  </a:lnTo>
                  <a:lnTo>
                    <a:pt x="0" y="2162"/>
                  </a:lnTo>
                  <a:lnTo>
                    <a:pt x="121" y="2093"/>
                  </a:lnTo>
                  <a:lnTo>
                    <a:pt x="121" y="1"/>
                  </a:lnTo>
                  <a:close/>
                </a:path>
              </a:pathLst>
            </a:custGeom>
            <a:solidFill>
              <a:srgbClr val="50505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8" name="Google Shape;518;p21"/>
            <p:cNvSpPr/>
            <p:nvPr/>
          </p:nvSpPr>
          <p:spPr>
            <a:xfrm>
              <a:off x="8365027" y="964433"/>
              <a:ext cx="7200" cy="124526"/>
            </a:xfrm>
            <a:custGeom>
              <a:rect b="b" l="l" r="r" t="t"/>
              <a:pathLst>
                <a:path extrusionOk="0" h="2162" w="125">
                  <a:moveTo>
                    <a:pt x="1" y="1"/>
                  </a:moveTo>
                  <a:lnTo>
                    <a:pt x="1" y="2093"/>
                  </a:lnTo>
                  <a:lnTo>
                    <a:pt x="125" y="2162"/>
                  </a:lnTo>
                  <a:lnTo>
                    <a:pt x="125" y="66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50505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9" name="Google Shape;519;p21"/>
            <p:cNvSpPr/>
            <p:nvPr/>
          </p:nvSpPr>
          <p:spPr>
            <a:xfrm>
              <a:off x="8365027" y="955044"/>
              <a:ext cx="23557" cy="13247"/>
            </a:xfrm>
            <a:custGeom>
              <a:rect b="b" l="l" r="r" t="t"/>
              <a:pathLst>
                <a:path extrusionOk="0" h="230" w="409">
                  <a:moveTo>
                    <a:pt x="125" y="1"/>
                  </a:moveTo>
                  <a:lnTo>
                    <a:pt x="1" y="66"/>
                  </a:lnTo>
                  <a:lnTo>
                    <a:pt x="1" y="164"/>
                  </a:lnTo>
                  <a:lnTo>
                    <a:pt x="125" y="229"/>
                  </a:lnTo>
                  <a:lnTo>
                    <a:pt x="288" y="229"/>
                  </a:lnTo>
                  <a:lnTo>
                    <a:pt x="409" y="164"/>
                  </a:lnTo>
                  <a:lnTo>
                    <a:pt x="409" y="66"/>
                  </a:lnTo>
                  <a:lnTo>
                    <a:pt x="288" y="1"/>
                  </a:lnTo>
                  <a:close/>
                </a:path>
              </a:pathLst>
            </a:custGeom>
            <a:solidFill>
              <a:srgbClr val="50505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0" name="Google Shape;520;p21"/>
            <p:cNvSpPr/>
            <p:nvPr/>
          </p:nvSpPr>
          <p:spPr>
            <a:xfrm>
              <a:off x="8297005" y="513279"/>
              <a:ext cx="159084" cy="470053"/>
            </a:xfrm>
            <a:custGeom>
              <a:rect b="b" l="l" r="r" t="t"/>
              <a:pathLst>
                <a:path extrusionOk="0" h="8161" w="2762">
                  <a:moveTo>
                    <a:pt x="1388" y="0"/>
                  </a:moveTo>
                  <a:lnTo>
                    <a:pt x="0" y="7031"/>
                  </a:lnTo>
                  <a:lnTo>
                    <a:pt x="0" y="7684"/>
                  </a:lnTo>
                  <a:lnTo>
                    <a:pt x="816" y="8160"/>
                  </a:lnTo>
                  <a:lnTo>
                    <a:pt x="1959" y="8160"/>
                  </a:lnTo>
                  <a:lnTo>
                    <a:pt x="2762" y="7684"/>
                  </a:lnTo>
                  <a:lnTo>
                    <a:pt x="2762" y="7031"/>
                  </a:lnTo>
                  <a:lnTo>
                    <a:pt x="1388" y="0"/>
                  </a:lnTo>
                  <a:close/>
                </a:path>
              </a:pathLst>
            </a:custGeom>
            <a:solidFill>
              <a:srgbClr val="7FA31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1" name="Google Shape;521;p21"/>
            <p:cNvSpPr/>
            <p:nvPr/>
          </p:nvSpPr>
          <p:spPr>
            <a:xfrm>
              <a:off x="8344004" y="513279"/>
              <a:ext cx="112085" cy="470053"/>
            </a:xfrm>
            <a:custGeom>
              <a:rect b="b" l="l" r="r" t="t"/>
              <a:pathLst>
                <a:path extrusionOk="0" h="8161" w="1946">
                  <a:moveTo>
                    <a:pt x="572" y="0"/>
                  </a:moveTo>
                  <a:lnTo>
                    <a:pt x="0" y="8160"/>
                  </a:lnTo>
                  <a:lnTo>
                    <a:pt x="1143" y="8160"/>
                  </a:lnTo>
                  <a:lnTo>
                    <a:pt x="1946" y="7684"/>
                  </a:lnTo>
                  <a:lnTo>
                    <a:pt x="1946" y="7031"/>
                  </a:lnTo>
                  <a:lnTo>
                    <a:pt x="572" y="0"/>
                  </a:lnTo>
                  <a:close/>
                </a:path>
              </a:pathLst>
            </a:custGeom>
            <a:solidFill>
              <a:srgbClr val="2D2C37">
                <a:alpha val="3354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 3">
  <p:cSld name="TITLE_AND_TWO_COLUMNS_1_1_1">
    <p:spTree>
      <p:nvGrpSpPr>
        <p:cNvPr id="522" name="Shape 5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3" name="Google Shape;523;p22"/>
          <p:cNvSpPr txBox="1"/>
          <p:nvPr>
            <p:ph type="title"/>
          </p:nvPr>
        </p:nvSpPr>
        <p:spPr>
          <a:xfrm>
            <a:off x="720000" y="5212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700"/>
              <a:buNone/>
              <a:defRPr sz="2700">
                <a:latin typeface="Lexend ExtraBold"/>
                <a:ea typeface="Lexend ExtraBold"/>
                <a:cs typeface="Lexend ExtraBold"/>
                <a:sym typeface="Lexend Extra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524" name="Google Shape;524;p22"/>
          <p:cNvSpPr txBox="1"/>
          <p:nvPr>
            <p:ph idx="1" type="subTitle"/>
          </p:nvPr>
        </p:nvSpPr>
        <p:spPr>
          <a:xfrm>
            <a:off x="4613149" y="1075375"/>
            <a:ext cx="3652200" cy="309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 b="0" sz="13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25" name="Google Shape;525;p22"/>
          <p:cNvSpPr txBox="1"/>
          <p:nvPr>
            <p:ph idx="2" type="subTitle"/>
          </p:nvPr>
        </p:nvSpPr>
        <p:spPr>
          <a:xfrm>
            <a:off x="878650" y="1075375"/>
            <a:ext cx="3652200" cy="309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 b="0" sz="13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26" name="Google Shape;526;p22"/>
          <p:cNvSpPr/>
          <p:nvPr/>
        </p:nvSpPr>
        <p:spPr>
          <a:xfrm>
            <a:off x="280800" y="279300"/>
            <a:ext cx="8582400" cy="45849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7" name="Google Shape;527;p22"/>
          <p:cNvSpPr/>
          <p:nvPr/>
        </p:nvSpPr>
        <p:spPr>
          <a:xfrm>
            <a:off x="281825" y="4702200"/>
            <a:ext cx="8582400" cy="162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528" name="Google Shape;528;p22"/>
          <p:cNvGrpSpPr/>
          <p:nvPr/>
        </p:nvGrpSpPr>
        <p:grpSpPr>
          <a:xfrm>
            <a:off x="8346068" y="539493"/>
            <a:ext cx="662463" cy="775160"/>
            <a:chOff x="5424136" y="1294946"/>
            <a:chExt cx="1748846" cy="2046356"/>
          </a:xfrm>
        </p:grpSpPr>
        <p:grpSp>
          <p:nvGrpSpPr>
            <p:cNvPr id="529" name="Google Shape;529;p22"/>
            <p:cNvGrpSpPr/>
            <p:nvPr/>
          </p:nvGrpSpPr>
          <p:grpSpPr>
            <a:xfrm>
              <a:off x="5424136" y="2234050"/>
              <a:ext cx="1184145" cy="1107253"/>
              <a:chOff x="5424136" y="2234050"/>
              <a:chExt cx="1184145" cy="1107253"/>
            </a:xfrm>
          </p:grpSpPr>
          <p:sp>
            <p:nvSpPr>
              <p:cNvPr id="530" name="Google Shape;530;p22"/>
              <p:cNvSpPr/>
              <p:nvPr/>
            </p:nvSpPr>
            <p:spPr>
              <a:xfrm>
                <a:off x="5424136" y="2234050"/>
                <a:ext cx="1184145" cy="1107253"/>
              </a:xfrm>
              <a:custGeom>
                <a:rect b="b" l="l" r="r" t="t"/>
                <a:pathLst>
                  <a:path extrusionOk="0" h="6048" w="6468">
                    <a:moveTo>
                      <a:pt x="3300" y="0"/>
                    </a:moveTo>
                    <a:lnTo>
                      <a:pt x="2377" y="532"/>
                    </a:lnTo>
                    <a:lnTo>
                      <a:pt x="1657" y="1717"/>
                    </a:lnTo>
                    <a:lnTo>
                      <a:pt x="1672" y="2280"/>
                    </a:lnTo>
                    <a:lnTo>
                      <a:pt x="705" y="2812"/>
                    </a:lnTo>
                    <a:lnTo>
                      <a:pt x="0" y="4031"/>
                    </a:lnTo>
                    <a:lnTo>
                      <a:pt x="0" y="5156"/>
                    </a:lnTo>
                    <a:lnTo>
                      <a:pt x="1519" y="6048"/>
                    </a:lnTo>
                    <a:lnTo>
                      <a:pt x="5797" y="3577"/>
                    </a:lnTo>
                    <a:lnTo>
                      <a:pt x="6468" y="2392"/>
                    </a:lnTo>
                    <a:lnTo>
                      <a:pt x="6468" y="1282"/>
                    </a:lnTo>
                    <a:lnTo>
                      <a:pt x="4953" y="390"/>
                    </a:lnTo>
                    <a:lnTo>
                      <a:pt x="4470" y="671"/>
                    </a:lnTo>
                    <a:lnTo>
                      <a:pt x="3300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31" name="Google Shape;531;p22"/>
              <p:cNvSpPr/>
              <p:nvPr/>
            </p:nvSpPr>
            <p:spPr>
              <a:xfrm>
                <a:off x="5850342" y="2234050"/>
                <a:ext cx="332469" cy="191682"/>
              </a:xfrm>
              <a:custGeom>
                <a:rect b="b" l="l" r="r" t="t"/>
                <a:pathLst>
                  <a:path extrusionOk="0" h="1047" w="1816">
                    <a:moveTo>
                      <a:pt x="972" y="0"/>
                    </a:moveTo>
                    <a:lnTo>
                      <a:pt x="1" y="562"/>
                    </a:lnTo>
                    <a:lnTo>
                      <a:pt x="844" y="1046"/>
                    </a:lnTo>
                    <a:lnTo>
                      <a:pt x="1815" y="484"/>
                    </a:lnTo>
                    <a:lnTo>
                      <a:pt x="972" y="0"/>
                    </a:lnTo>
                    <a:close/>
                  </a:path>
                </a:pathLst>
              </a:custGeom>
              <a:solidFill>
                <a:srgbClr val="F5F5F5">
                  <a:alpha val="6398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32" name="Google Shape;532;p22"/>
              <p:cNvSpPr/>
              <p:nvPr/>
            </p:nvSpPr>
            <p:spPr>
              <a:xfrm>
                <a:off x="5553206" y="2651281"/>
                <a:ext cx="328990" cy="192414"/>
              </a:xfrm>
              <a:custGeom>
                <a:rect b="b" l="l" r="r" t="t"/>
                <a:pathLst>
                  <a:path extrusionOk="0" h="1051" w="1797">
                    <a:moveTo>
                      <a:pt x="967" y="1"/>
                    </a:moveTo>
                    <a:lnTo>
                      <a:pt x="0" y="533"/>
                    </a:lnTo>
                    <a:lnTo>
                      <a:pt x="829" y="1051"/>
                    </a:lnTo>
                    <a:lnTo>
                      <a:pt x="1796" y="488"/>
                    </a:lnTo>
                    <a:lnTo>
                      <a:pt x="967" y="1"/>
                    </a:lnTo>
                    <a:close/>
                  </a:path>
                </a:pathLst>
              </a:custGeom>
              <a:solidFill>
                <a:srgbClr val="F5F5F5">
                  <a:alpha val="6398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33" name="Google Shape;533;p22"/>
              <p:cNvSpPr/>
              <p:nvPr/>
            </p:nvSpPr>
            <p:spPr>
              <a:xfrm>
                <a:off x="5424136" y="2748861"/>
                <a:ext cx="280841" cy="311781"/>
              </a:xfrm>
              <a:custGeom>
                <a:rect b="b" l="l" r="r" t="t"/>
                <a:pathLst>
                  <a:path extrusionOk="0" h="1703" w="1534">
                    <a:moveTo>
                      <a:pt x="705" y="0"/>
                    </a:moveTo>
                    <a:lnTo>
                      <a:pt x="0" y="1219"/>
                    </a:lnTo>
                    <a:lnTo>
                      <a:pt x="844" y="1702"/>
                    </a:lnTo>
                    <a:lnTo>
                      <a:pt x="1534" y="518"/>
                    </a:lnTo>
                    <a:lnTo>
                      <a:pt x="705" y="0"/>
                    </a:lnTo>
                    <a:close/>
                  </a:path>
                </a:pathLst>
              </a:custGeom>
              <a:solidFill>
                <a:srgbClr val="F5F5F5">
                  <a:alpha val="3416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34" name="Google Shape;534;p22"/>
              <p:cNvSpPr/>
              <p:nvPr/>
            </p:nvSpPr>
            <p:spPr>
              <a:xfrm>
                <a:off x="5727497" y="2548392"/>
                <a:ext cx="154700" cy="192414"/>
              </a:xfrm>
              <a:custGeom>
                <a:rect b="b" l="l" r="r" t="t"/>
                <a:pathLst>
                  <a:path extrusionOk="0" h="1051" w="845">
                    <a:moveTo>
                      <a:pt x="0" y="0"/>
                    </a:moveTo>
                    <a:lnTo>
                      <a:pt x="0" y="563"/>
                    </a:lnTo>
                    <a:lnTo>
                      <a:pt x="844" y="1050"/>
                    </a:lnTo>
                    <a:lnTo>
                      <a:pt x="844" y="48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5F5F5">
                  <a:alpha val="3416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35" name="Google Shape;535;p22"/>
              <p:cNvSpPr/>
              <p:nvPr/>
            </p:nvSpPr>
            <p:spPr>
              <a:xfrm>
                <a:off x="5424136" y="2971848"/>
                <a:ext cx="154517" cy="294755"/>
              </a:xfrm>
              <a:custGeom>
                <a:rect b="b" l="l" r="r" t="t"/>
                <a:pathLst>
                  <a:path extrusionOk="0" h="1610" w="844">
                    <a:moveTo>
                      <a:pt x="0" y="1"/>
                    </a:moveTo>
                    <a:lnTo>
                      <a:pt x="0" y="1126"/>
                    </a:lnTo>
                    <a:lnTo>
                      <a:pt x="844" y="1609"/>
                    </a:lnTo>
                    <a:lnTo>
                      <a:pt x="844" y="484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F5F5F5">
                  <a:alpha val="6398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36" name="Google Shape;536;p22"/>
              <p:cNvSpPr/>
              <p:nvPr/>
            </p:nvSpPr>
            <p:spPr>
              <a:xfrm>
                <a:off x="6242312" y="2305267"/>
                <a:ext cx="243127" cy="191865"/>
              </a:xfrm>
              <a:custGeom>
                <a:rect b="b" l="l" r="r" t="t"/>
                <a:pathLst>
                  <a:path extrusionOk="0" h="1048" w="1328">
                    <a:moveTo>
                      <a:pt x="484" y="1"/>
                    </a:moveTo>
                    <a:lnTo>
                      <a:pt x="1" y="282"/>
                    </a:lnTo>
                    <a:lnTo>
                      <a:pt x="360" y="1047"/>
                    </a:lnTo>
                    <a:lnTo>
                      <a:pt x="1328" y="485"/>
                    </a:lnTo>
                    <a:lnTo>
                      <a:pt x="484" y="1"/>
                    </a:lnTo>
                    <a:close/>
                  </a:path>
                </a:pathLst>
              </a:custGeom>
              <a:solidFill>
                <a:srgbClr val="F5F5F5">
                  <a:alpha val="6398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37" name="Google Shape;537;p22"/>
              <p:cNvSpPr/>
              <p:nvPr/>
            </p:nvSpPr>
            <p:spPr>
              <a:xfrm>
                <a:off x="5727497" y="2328700"/>
                <a:ext cx="280292" cy="309035"/>
              </a:xfrm>
              <a:custGeom>
                <a:rect b="b" l="l" r="r" t="t"/>
                <a:pathLst>
                  <a:path extrusionOk="0" h="1688" w="1531">
                    <a:moveTo>
                      <a:pt x="687" y="0"/>
                    </a:moveTo>
                    <a:lnTo>
                      <a:pt x="0" y="1200"/>
                    </a:lnTo>
                    <a:lnTo>
                      <a:pt x="844" y="1688"/>
                    </a:lnTo>
                    <a:lnTo>
                      <a:pt x="1530" y="499"/>
                    </a:lnTo>
                    <a:lnTo>
                      <a:pt x="687" y="0"/>
                    </a:lnTo>
                    <a:close/>
                  </a:path>
                </a:pathLst>
              </a:custGeom>
              <a:solidFill>
                <a:srgbClr val="F5F5F5">
                  <a:alpha val="3416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538" name="Google Shape;538;p22"/>
            <p:cNvGrpSpPr/>
            <p:nvPr/>
          </p:nvGrpSpPr>
          <p:grpSpPr>
            <a:xfrm>
              <a:off x="6319687" y="1294946"/>
              <a:ext cx="853295" cy="797776"/>
              <a:chOff x="5424136" y="2234050"/>
              <a:chExt cx="1184145" cy="1107253"/>
            </a:xfrm>
          </p:grpSpPr>
          <p:sp>
            <p:nvSpPr>
              <p:cNvPr id="539" name="Google Shape;539;p22"/>
              <p:cNvSpPr/>
              <p:nvPr/>
            </p:nvSpPr>
            <p:spPr>
              <a:xfrm>
                <a:off x="5424136" y="2234050"/>
                <a:ext cx="1184145" cy="1107253"/>
              </a:xfrm>
              <a:custGeom>
                <a:rect b="b" l="l" r="r" t="t"/>
                <a:pathLst>
                  <a:path extrusionOk="0" h="6048" w="6468">
                    <a:moveTo>
                      <a:pt x="3300" y="0"/>
                    </a:moveTo>
                    <a:lnTo>
                      <a:pt x="2377" y="532"/>
                    </a:lnTo>
                    <a:lnTo>
                      <a:pt x="1657" y="1717"/>
                    </a:lnTo>
                    <a:lnTo>
                      <a:pt x="1672" y="2280"/>
                    </a:lnTo>
                    <a:lnTo>
                      <a:pt x="705" y="2812"/>
                    </a:lnTo>
                    <a:lnTo>
                      <a:pt x="0" y="4031"/>
                    </a:lnTo>
                    <a:lnTo>
                      <a:pt x="0" y="5156"/>
                    </a:lnTo>
                    <a:lnTo>
                      <a:pt x="1519" y="6048"/>
                    </a:lnTo>
                    <a:lnTo>
                      <a:pt x="5797" y="3577"/>
                    </a:lnTo>
                    <a:lnTo>
                      <a:pt x="6468" y="2392"/>
                    </a:lnTo>
                    <a:lnTo>
                      <a:pt x="6468" y="1282"/>
                    </a:lnTo>
                    <a:lnTo>
                      <a:pt x="4953" y="390"/>
                    </a:lnTo>
                    <a:lnTo>
                      <a:pt x="4470" y="671"/>
                    </a:lnTo>
                    <a:lnTo>
                      <a:pt x="3300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40" name="Google Shape;540;p22"/>
              <p:cNvSpPr/>
              <p:nvPr/>
            </p:nvSpPr>
            <p:spPr>
              <a:xfrm>
                <a:off x="5850342" y="2234050"/>
                <a:ext cx="332469" cy="191682"/>
              </a:xfrm>
              <a:custGeom>
                <a:rect b="b" l="l" r="r" t="t"/>
                <a:pathLst>
                  <a:path extrusionOk="0" h="1047" w="1816">
                    <a:moveTo>
                      <a:pt x="972" y="0"/>
                    </a:moveTo>
                    <a:lnTo>
                      <a:pt x="1" y="562"/>
                    </a:lnTo>
                    <a:lnTo>
                      <a:pt x="844" y="1046"/>
                    </a:lnTo>
                    <a:lnTo>
                      <a:pt x="1815" y="484"/>
                    </a:lnTo>
                    <a:lnTo>
                      <a:pt x="972" y="0"/>
                    </a:lnTo>
                    <a:close/>
                  </a:path>
                </a:pathLst>
              </a:custGeom>
              <a:solidFill>
                <a:srgbClr val="F5F5F5">
                  <a:alpha val="6398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41" name="Google Shape;541;p22"/>
              <p:cNvSpPr/>
              <p:nvPr/>
            </p:nvSpPr>
            <p:spPr>
              <a:xfrm>
                <a:off x="5553206" y="2651281"/>
                <a:ext cx="328990" cy="192414"/>
              </a:xfrm>
              <a:custGeom>
                <a:rect b="b" l="l" r="r" t="t"/>
                <a:pathLst>
                  <a:path extrusionOk="0" h="1051" w="1797">
                    <a:moveTo>
                      <a:pt x="967" y="1"/>
                    </a:moveTo>
                    <a:lnTo>
                      <a:pt x="0" y="533"/>
                    </a:lnTo>
                    <a:lnTo>
                      <a:pt x="829" y="1051"/>
                    </a:lnTo>
                    <a:lnTo>
                      <a:pt x="1796" y="488"/>
                    </a:lnTo>
                    <a:lnTo>
                      <a:pt x="967" y="1"/>
                    </a:lnTo>
                    <a:close/>
                  </a:path>
                </a:pathLst>
              </a:custGeom>
              <a:solidFill>
                <a:srgbClr val="F5F5F5">
                  <a:alpha val="6398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42" name="Google Shape;542;p22"/>
              <p:cNvSpPr/>
              <p:nvPr/>
            </p:nvSpPr>
            <p:spPr>
              <a:xfrm>
                <a:off x="5424136" y="2748861"/>
                <a:ext cx="280841" cy="311781"/>
              </a:xfrm>
              <a:custGeom>
                <a:rect b="b" l="l" r="r" t="t"/>
                <a:pathLst>
                  <a:path extrusionOk="0" h="1703" w="1534">
                    <a:moveTo>
                      <a:pt x="705" y="0"/>
                    </a:moveTo>
                    <a:lnTo>
                      <a:pt x="0" y="1219"/>
                    </a:lnTo>
                    <a:lnTo>
                      <a:pt x="844" y="1702"/>
                    </a:lnTo>
                    <a:lnTo>
                      <a:pt x="1534" y="518"/>
                    </a:lnTo>
                    <a:lnTo>
                      <a:pt x="705" y="0"/>
                    </a:lnTo>
                    <a:close/>
                  </a:path>
                </a:pathLst>
              </a:custGeom>
              <a:solidFill>
                <a:srgbClr val="F5F5F5">
                  <a:alpha val="3416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43" name="Google Shape;543;p22"/>
              <p:cNvSpPr/>
              <p:nvPr/>
            </p:nvSpPr>
            <p:spPr>
              <a:xfrm>
                <a:off x="5727497" y="2548392"/>
                <a:ext cx="154700" cy="192414"/>
              </a:xfrm>
              <a:custGeom>
                <a:rect b="b" l="l" r="r" t="t"/>
                <a:pathLst>
                  <a:path extrusionOk="0" h="1051" w="845">
                    <a:moveTo>
                      <a:pt x="0" y="0"/>
                    </a:moveTo>
                    <a:lnTo>
                      <a:pt x="0" y="563"/>
                    </a:lnTo>
                    <a:lnTo>
                      <a:pt x="844" y="1050"/>
                    </a:lnTo>
                    <a:lnTo>
                      <a:pt x="844" y="48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5F5F5">
                  <a:alpha val="3416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44" name="Google Shape;544;p22"/>
              <p:cNvSpPr/>
              <p:nvPr/>
            </p:nvSpPr>
            <p:spPr>
              <a:xfrm>
                <a:off x="5424136" y="2971848"/>
                <a:ext cx="154517" cy="294755"/>
              </a:xfrm>
              <a:custGeom>
                <a:rect b="b" l="l" r="r" t="t"/>
                <a:pathLst>
                  <a:path extrusionOk="0" h="1610" w="844">
                    <a:moveTo>
                      <a:pt x="0" y="1"/>
                    </a:moveTo>
                    <a:lnTo>
                      <a:pt x="0" y="1126"/>
                    </a:lnTo>
                    <a:lnTo>
                      <a:pt x="844" y="1609"/>
                    </a:lnTo>
                    <a:lnTo>
                      <a:pt x="844" y="484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F5F5F5">
                  <a:alpha val="6398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45" name="Google Shape;545;p22"/>
              <p:cNvSpPr/>
              <p:nvPr/>
            </p:nvSpPr>
            <p:spPr>
              <a:xfrm>
                <a:off x="6242312" y="2305267"/>
                <a:ext cx="243127" cy="191865"/>
              </a:xfrm>
              <a:custGeom>
                <a:rect b="b" l="l" r="r" t="t"/>
                <a:pathLst>
                  <a:path extrusionOk="0" h="1048" w="1328">
                    <a:moveTo>
                      <a:pt x="484" y="1"/>
                    </a:moveTo>
                    <a:lnTo>
                      <a:pt x="1" y="282"/>
                    </a:lnTo>
                    <a:lnTo>
                      <a:pt x="360" y="1047"/>
                    </a:lnTo>
                    <a:lnTo>
                      <a:pt x="1328" y="485"/>
                    </a:lnTo>
                    <a:lnTo>
                      <a:pt x="484" y="1"/>
                    </a:lnTo>
                    <a:close/>
                  </a:path>
                </a:pathLst>
              </a:custGeom>
              <a:solidFill>
                <a:srgbClr val="F5F5F5">
                  <a:alpha val="6398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46" name="Google Shape;546;p22"/>
              <p:cNvSpPr/>
              <p:nvPr/>
            </p:nvSpPr>
            <p:spPr>
              <a:xfrm>
                <a:off x="5727497" y="2328700"/>
                <a:ext cx="280292" cy="309035"/>
              </a:xfrm>
              <a:custGeom>
                <a:rect b="b" l="l" r="r" t="t"/>
                <a:pathLst>
                  <a:path extrusionOk="0" h="1688" w="1531">
                    <a:moveTo>
                      <a:pt x="687" y="0"/>
                    </a:moveTo>
                    <a:lnTo>
                      <a:pt x="0" y="1200"/>
                    </a:lnTo>
                    <a:lnTo>
                      <a:pt x="844" y="1688"/>
                    </a:lnTo>
                    <a:lnTo>
                      <a:pt x="1530" y="499"/>
                    </a:lnTo>
                    <a:lnTo>
                      <a:pt x="687" y="0"/>
                    </a:lnTo>
                    <a:close/>
                  </a:path>
                </a:pathLst>
              </a:custGeom>
              <a:solidFill>
                <a:srgbClr val="F5F5F5">
                  <a:alpha val="3416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547" name="Google Shape;547;p22"/>
          <p:cNvGrpSpPr/>
          <p:nvPr/>
        </p:nvGrpSpPr>
        <p:grpSpPr>
          <a:xfrm>
            <a:off x="399074" y="3862232"/>
            <a:ext cx="314144" cy="1183135"/>
            <a:chOff x="8297005" y="513279"/>
            <a:chExt cx="159084" cy="599177"/>
          </a:xfrm>
        </p:grpSpPr>
        <p:sp>
          <p:nvSpPr>
            <p:cNvPr id="548" name="Google Shape;548;p22"/>
            <p:cNvSpPr/>
            <p:nvPr/>
          </p:nvSpPr>
          <p:spPr>
            <a:xfrm>
              <a:off x="8388526" y="1082678"/>
              <a:ext cx="42392" cy="29778"/>
            </a:xfrm>
            <a:custGeom>
              <a:rect b="b" l="l" r="r" t="t"/>
              <a:pathLst>
                <a:path extrusionOk="0" h="517" w="736">
                  <a:moveTo>
                    <a:pt x="735" y="1"/>
                  </a:moveTo>
                  <a:lnTo>
                    <a:pt x="1" y="216"/>
                  </a:lnTo>
                  <a:lnTo>
                    <a:pt x="194" y="517"/>
                  </a:lnTo>
                  <a:lnTo>
                    <a:pt x="735" y="190"/>
                  </a:lnTo>
                  <a:lnTo>
                    <a:pt x="735" y="1"/>
                  </a:lnTo>
                  <a:close/>
                </a:path>
              </a:pathLst>
            </a:custGeom>
            <a:solidFill>
              <a:srgbClr val="87878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9" name="Google Shape;549;p22"/>
            <p:cNvSpPr/>
            <p:nvPr/>
          </p:nvSpPr>
          <p:spPr>
            <a:xfrm>
              <a:off x="8322751" y="1038732"/>
              <a:ext cx="108168" cy="62090"/>
            </a:xfrm>
            <a:custGeom>
              <a:rect b="b" l="l" r="r" t="t"/>
              <a:pathLst>
                <a:path extrusionOk="0" h="1078" w="1878">
                  <a:moveTo>
                    <a:pt x="546" y="0"/>
                  </a:moveTo>
                  <a:lnTo>
                    <a:pt x="1" y="314"/>
                  </a:lnTo>
                  <a:lnTo>
                    <a:pt x="1" y="764"/>
                  </a:lnTo>
                  <a:lnTo>
                    <a:pt x="546" y="1077"/>
                  </a:lnTo>
                  <a:lnTo>
                    <a:pt x="1336" y="1077"/>
                  </a:lnTo>
                  <a:lnTo>
                    <a:pt x="1877" y="764"/>
                  </a:lnTo>
                  <a:lnTo>
                    <a:pt x="1877" y="314"/>
                  </a:lnTo>
                  <a:lnTo>
                    <a:pt x="1336" y="0"/>
                  </a:lnTo>
                  <a:close/>
                </a:path>
              </a:pathLst>
            </a:custGeom>
            <a:solidFill>
              <a:srgbClr val="F5F5F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0" name="Google Shape;550;p22"/>
            <p:cNvSpPr/>
            <p:nvPr/>
          </p:nvSpPr>
          <p:spPr>
            <a:xfrm>
              <a:off x="8339281" y="1047372"/>
              <a:ext cx="75280" cy="21311"/>
            </a:xfrm>
            <a:custGeom>
              <a:rect b="b" l="l" r="r" t="t"/>
              <a:pathLst>
                <a:path extrusionOk="0" h="370" w="1307">
                  <a:moveTo>
                    <a:pt x="379" y="0"/>
                  </a:moveTo>
                  <a:lnTo>
                    <a:pt x="1" y="219"/>
                  </a:lnTo>
                  <a:lnTo>
                    <a:pt x="1" y="369"/>
                  </a:lnTo>
                  <a:lnTo>
                    <a:pt x="1306" y="369"/>
                  </a:lnTo>
                  <a:lnTo>
                    <a:pt x="1306" y="219"/>
                  </a:lnTo>
                  <a:lnTo>
                    <a:pt x="924" y="0"/>
                  </a:lnTo>
                  <a:close/>
                </a:path>
              </a:pathLst>
            </a:custGeom>
            <a:solidFill>
              <a:srgbClr val="A39C9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1" name="Google Shape;551;p22"/>
            <p:cNvSpPr/>
            <p:nvPr/>
          </p:nvSpPr>
          <p:spPr>
            <a:xfrm>
              <a:off x="8339281" y="1056011"/>
              <a:ext cx="75280" cy="34443"/>
            </a:xfrm>
            <a:custGeom>
              <a:rect b="b" l="l" r="r" t="t"/>
              <a:pathLst>
                <a:path extrusionOk="0" h="598" w="1307">
                  <a:moveTo>
                    <a:pt x="379" y="0"/>
                  </a:moveTo>
                  <a:lnTo>
                    <a:pt x="1" y="219"/>
                  </a:lnTo>
                  <a:lnTo>
                    <a:pt x="1" y="382"/>
                  </a:lnTo>
                  <a:lnTo>
                    <a:pt x="379" y="598"/>
                  </a:lnTo>
                  <a:lnTo>
                    <a:pt x="924" y="598"/>
                  </a:lnTo>
                  <a:lnTo>
                    <a:pt x="1306" y="382"/>
                  </a:lnTo>
                  <a:lnTo>
                    <a:pt x="1306" y="219"/>
                  </a:lnTo>
                  <a:lnTo>
                    <a:pt x="924" y="0"/>
                  </a:lnTo>
                  <a:close/>
                </a:path>
              </a:pathLst>
            </a:custGeom>
            <a:solidFill>
              <a:srgbClr val="5E443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2" name="Google Shape;552;p22"/>
            <p:cNvSpPr/>
            <p:nvPr/>
          </p:nvSpPr>
          <p:spPr>
            <a:xfrm>
              <a:off x="8350224" y="1100764"/>
              <a:ext cx="49476" cy="11692"/>
            </a:xfrm>
            <a:custGeom>
              <a:rect b="b" l="l" r="r" t="t"/>
              <a:pathLst>
                <a:path extrusionOk="0" h="203" w="859">
                  <a:moveTo>
                    <a:pt x="69" y="0"/>
                  </a:moveTo>
                  <a:lnTo>
                    <a:pt x="0" y="26"/>
                  </a:lnTo>
                  <a:lnTo>
                    <a:pt x="69" y="203"/>
                  </a:lnTo>
                  <a:lnTo>
                    <a:pt x="859" y="203"/>
                  </a:lnTo>
                  <a:lnTo>
                    <a:pt x="859" y="0"/>
                  </a:lnTo>
                  <a:close/>
                </a:path>
              </a:pathLst>
            </a:custGeom>
            <a:solidFill>
              <a:srgbClr val="87878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3" name="Google Shape;553;p22"/>
            <p:cNvSpPr/>
            <p:nvPr/>
          </p:nvSpPr>
          <p:spPr>
            <a:xfrm>
              <a:off x="8322751" y="1082678"/>
              <a:ext cx="31448" cy="29778"/>
            </a:xfrm>
            <a:custGeom>
              <a:rect b="b" l="l" r="r" t="t"/>
              <a:pathLst>
                <a:path extrusionOk="0" h="517" w="546">
                  <a:moveTo>
                    <a:pt x="1" y="1"/>
                  </a:moveTo>
                  <a:lnTo>
                    <a:pt x="1" y="190"/>
                  </a:lnTo>
                  <a:lnTo>
                    <a:pt x="546" y="517"/>
                  </a:lnTo>
                  <a:lnTo>
                    <a:pt x="546" y="314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87878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4" name="Google Shape;554;p22"/>
            <p:cNvSpPr/>
            <p:nvPr/>
          </p:nvSpPr>
          <p:spPr>
            <a:xfrm>
              <a:off x="8331390" y="1043397"/>
              <a:ext cx="90889" cy="51780"/>
            </a:xfrm>
            <a:custGeom>
              <a:rect b="b" l="l" r="r" t="t"/>
              <a:pathLst>
                <a:path extrusionOk="0" h="899" w="1578">
                  <a:moveTo>
                    <a:pt x="464" y="1"/>
                  </a:moveTo>
                  <a:lnTo>
                    <a:pt x="1" y="262"/>
                  </a:lnTo>
                  <a:lnTo>
                    <a:pt x="1" y="641"/>
                  </a:lnTo>
                  <a:lnTo>
                    <a:pt x="464" y="898"/>
                  </a:lnTo>
                  <a:lnTo>
                    <a:pt x="1117" y="898"/>
                  </a:lnTo>
                  <a:lnTo>
                    <a:pt x="1577" y="641"/>
                  </a:lnTo>
                  <a:lnTo>
                    <a:pt x="1577" y="262"/>
                  </a:lnTo>
                  <a:lnTo>
                    <a:pt x="1117" y="1"/>
                  </a:lnTo>
                  <a:close/>
                </a:path>
              </a:pathLst>
            </a:custGeom>
            <a:solidFill>
              <a:srgbClr val="2D2C3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5" name="Google Shape;555;p22"/>
            <p:cNvSpPr/>
            <p:nvPr/>
          </p:nvSpPr>
          <p:spPr>
            <a:xfrm>
              <a:off x="8372169" y="968234"/>
              <a:ext cx="9504" cy="120724"/>
            </a:xfrm>
            <a:custGeom>
              <a:rect b="b" l="l" r="r" t="t"/>
              <a:pathLst>
                <a:path extrusionOk="0" h="2096" w="165">
                  <a:moveTo>
                    <a:pt x="1" y="0"/>
                  </a:moveTo>
                  <a:lnTo>
                    <a:pt x="1" y="2096"/>
                  </a:lnTo>
                  <a:lnTo>
                    <a:pt x="164" y="2096"/>
                  </a:lnTo>
                  <a:lnTo>
                    <a:pt x="164" y="0"/>
                  </a:lnTo>
                  <a:close/>
                </a:path>
              </a:pathLst>
            </a:custGeom>
            <a:solidFill>
              <a:srgbClr val="50505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6" name="Google Shape;556;p22"/>
            <p:cNvSpPr/>
            <p:nvPr/>
          </p:nvSpPr>
          <p:spPr>
            <a:xfrm>
              <a:off x="8381614" y="964433"/>
              <a:ext cx="6969" cy="124526"/>
            </a:xfrm>
            <a:custGeom>
              <a:rect b="b" l="l" r="r" t="t"/>
              <a:pathLst>
                <a:path extrusionOk="0" h="2162" w="121">
                  <a:moveTo>
                    <a:pt x="121" y="1"/>
                  </a:moveTo>
                  <a:lnTo>
                    <a:pt x="0" y="66"/>
                  </a:lnTo>
                  <a:lnTo>
                    <a:pt x="0" y="2162"/>
                  </a:lnTo>
                  <a:lnTo>
                    <a:pt x="121" y="2093"/>
                  </a:lnTo>
                  <a:lnTo>
                    <a:pt x="121" y="1"/>
                  </a:lnTo>
                  <a:close/>
                </a:path>
              </a:pathLst>
            </a:custGeom>
            <a:solidFill>
              <a:srgbClr val="50505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7" name="Google Shape;557;p22"/>
            <p:cNvSpPr/>
            <p:nvPr/>
          </p:nvSpPr>
          <p:spPr>
            <a:xfrm>
              <a:off x="8365027" y="964433"/>
              <a:ext cx="7200" cy="124526"/>
            </a:xfrm>
            <a:custGeom>
              <a:rect b="b" l="l" r="r" t="t"/>
              <a:pathLst>
                <a:path extrusionOk="0" h="2162" w="125">
                  <a:moveTo>
                    <a:pt x="1" y="1"/>
                  </a:moveTo>
                  <a:lnTo>
                    <a:pt x="1" y="2093"/>
                  </a:lnTo>
                  <a:lnTo>
                    <a:pt x="125" y="2162"/>
                  </a:lnTo>
                  <a:lnTo>
                    <a:pt x="125" y="66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50505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8" name="Google Shape;558;p22"/>
            <p:cNvSpPr/>
            <p:nvPr/>
          </p:nvSpPr>
          <p:spPr>
            <a:xfrm>
              <a:off x="8365027" y="955044"/>
              <a:ext cx="23557" cy="13247"/>
            </a:xfrm>
            <a:custGeom>
              <a:rect b="b" l="l" r="r" t="t"/>
              <a:pathLst>
                <a:path extrusionOk="0" h="230" w="409">
                  <a:moveTo>
                    <a:pt x="125" y="1"/>
                  </a:moveTo>
                  <a:lnTo>
                    <a:pt x="1" y="66"/>
                  </a:lnTo>
                  <a:lnTo>
                    <a:pt x="1" y="164"/>
                  </a:lnTo>
                  <a:lnTo>
                    <a:pt x="125" y="229"/>
                  </a:lnTo>
                  <a:lnTo>
                    <a:pt x="288" y="229"/>
                  </a:lnTo>
                  <a:lnTo>
                    <a:pt x="409" y="164"/>
                  </a:lnTo>
                  <a:lnTo>
                    <a:pt x="409" y="66"/>
                  </a:lnTo>
                  <a:lnTo>
                    <a:pt x="288" y="1"/>
                  </a:lnTo>
                  <a:close/>
                </a:path>
              </a:pathLst>
            </a:custGeom>
            <a:solidFill>
              <a:srgbClr val="50505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9" name="Google Shape;559;p22"/>
            <p:cNvSpPr/>
            <p:nvPr/>
          </p:nvSpPr>
          <p:spPr>
            <a:xfrm>
              <a:off x="8297005" y="513279"/>
              <a:ext cx="159084" cy="470053"/>
            </a:xfrm>
            <a:custGeom>
              <a:rect b="b" l="l" r="r" t="t"/>
              <a:pathLst>
                <a:path extrusionOk="0" h="8161" w="2762">
                  <a:moveTo>
                    <a:pt x="1388" y="0"/>
                  </a:moveTo>
                  <a:lnTo>
                    <a:pt x="0" y="7031"/>
                  </a:lnTo>
                  <a:lnTo>
                    <a:pt x="0" y="7684"/>
                  </a:lnTo>
                  <a:lnTo>
                    <a:pt x="816" y="8160"/>
                  </a:lnTo>
                  <a:lnTo>
                    <a:pt x="1959" y="8160"/>
                  </a:lnTo>
                  <a:lnTo>
                    <a:pt x="2762" y="7684"/>
                  </a:lnTo>
                  <a:lnTo>
                    <a:pt x="2762" y="7031"/>
                  </a:lnTo>
                  <a:lnTo>
                    <a:pt x="1388" y="0"/>
                  </a:lnTo>
                  <a:close/>
                </a:path>
              </a:pathLst>
            </a:custGeom>
            <a:solidFill>
              <a:srgbClr val="7FA31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0" name="Google Shape;560;p22"/>
            <p:cNvSpPr/>
            <p:nvPr/>
          </p:nvSpPr>
          <p:spPr>
            <a:xfrm>
              <a:off x="8344004" y="513279"/>
              <a:ext cx="112085" cy="470053"/>
            </a:xfrm>
            <a:custGeom>
              <a:rect b="b" l="l" r="r" t="t"/>
              <a:pathLst>
                <a:path extrusionOk="0" h="8161" w="1946">
                  <a:moveTo>
                    <a:pt x="572" y="0"/>
                  </a:moveTo>
                  <a:lnTo>
                    <a:pt x="0" y="8160"/>
                  </a:lnTo>
                  <a:lnTo>
                    <a:pt x="1143" y="8160"/>
                  </a:lnTo>
                  <a:lnTo>
                    <a:pt x="1946" y="7684"/>
                  </a:lnTo>
                  <a:lnTo>
                    <a:pt x="1946" y="7031"/>
                  </a:lnTo>
                  <a:lnTo>
                    <a:pt x="572" y="0"/>
                  </a:lnTo>
                  <a:close/>
                </a:path>
              </a:pathLst>
            </a:custGeom>
            <a:solidFill>
              <a:srgbClr val="2D2C37">
                <a:alpha val="3354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561" name="Google Shape;561;p22"/>
          <p:cNvGrpSpPr/>
          <p:nvPr/>
        </p:nvGrpSpPr>
        <p:grpSpPr>
          <a:xfrm>
            <a:off x="878660" y="4583681"/>
            <a:ext cx="390638" cy="461685"/>
            <a:chOff x="6819875" y="4319550"/>
            <a:chExt cx="399875" cy="472650"/>
          </a:xfrm>
        </p:grpSpPr>
        <p:sp>
          <p:nvSpPr>
            <p:cNvPr id="562" name="Google Shape;562;p22"/>
            <p:cNvSpPr/>
            <p:nvPr/>
          </p:nvSpPr>
          <p:spPr>
            <a:xfrm>
              <a:off x="6819875" y="4422200"/>
              <a:ext cx="208525" cy="291425"/>
            </a:xfrm>
            <a:custGeom>
              <a:rect b="b" l="l" r="r" t="t"/>
              <a:pathLst>
                <a:path extrusionOk="0" h="11657" w="8341">
                  <a:moveTo>
                    <a:pt x="7890" y="1"/>
                  </a:moveTo>
                  <a:lnTo>
                    <a:pt x="1" y="11412"/>
                  </a:lnTo>
                  <a:lnTo>
                    <a:pt x="409" y="11657"/>
                  </a:lnTo>
                  <a:lnTo>
                    <a:pt x="8340" y="6855"/>
                  </a:lnTo>
                  <a:lnTo>
                    <a:pt x="7753" y="6219"/>
                  </a:lnTo>
                  <a:lnTo>
                    <a:pt x="2530" y="9195"/>
                  </a:lnTo>
                  <a:lnTo>
                    <a:pt x="2530" y="9195"/>
                  </a:lnTo>
                  <a:lnTo>
                    <a:pt x="7782" y="1812"/>
                  </a:lnTo>
                  <a:lnTo>
                    <a:pt x="7890" y="1"/>
                  </a:lnTo>
                  <a:close/>
                </a:path>
              </a:pathLst>
            </a:custGeom>
            <a:solidFill>
              <a:srgbClr val="87878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3" name="Google Shape;563;p22"/>
            <p:cNvSpPr/>
            <p:nvPr/>
          </p:nvSpPr>
          <p:spPr>
            <a:xfrm>
              <a:off x="6830075" y="4428325"/>
              <a:ext cx="208525" cy="285300"/>
            </a:xfrm>
            <a:custGeom>
              <a:rect b="b" l="l" r="r" t="t"/>
              <a:pathLst>
                <a:path extrusionOk="0" h="11412" w="8341">
                  <a:moveTo>
                    <a:pt x="7890" y="1"/>
                  </a:moveTo>
                  <a:lnTo>
                    <a:pt x="1" y="11412"/>
                  </a:lnTo>
                  <a:lnTo>
                    <a:pt x="8340" y="6871"/>
                  </a:lnTo>
                  <a:lnTo>
                    <a:pt x="7753" y="6218"/>
                  </a:lnTo>
                  <a:lnTo>
                    <a:pt x="2530" y="9208"/>
                  </a:lnTo>
                  <a:lnTo>
                    <a:pt x="7782" y="1825"/>
                  </a:lnTo>
                  <a:lnTo>
                    <a:pt x="7890" y="1"/>
                  </a:lnTo>
                  <a:close/>
                </a:path>
              </a:pathLst>
            </a:custGeom>
            <a:solidFill>
              <a:srgbClr val="2D2C3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4" name="Google Shape;564;p22"/>
            <p:cNvSpPr/>
            <p:nvPr/>
          </p:nvSpPr>
          <p:spPr>
            <a:xfrm>
              <a:off x="6878375" y="4319550"/>
              <a:ext cx="116975" cy="472650"/>
            </a:xfrm>
            <a:custGeom>
              <a:rect b="b" l="l" r="r" t="t"/>
              <a:pathLst>
                <a:path extrusionOk="0" h="18906" w="4679">
                  <a:moveTo>
                    <a:pt x="4678" y="1"/>
                  </a:moveTo>
                  <a:lnTo>
                    <a:pt x="4042" y="190"/>
                  </a:lnTo>
                  <a:lnTo>
                    <a:pt x="1" y="18648"/>
                  </a:lnTo>
                  <a:lnTo>
                    <a:pt x="533" y="18906"/>
                  </a:lnTo>
                  <a:lnTo>
                    <a:pt x="4678" y="1"/>
                  </a:lnTo>
                  <a:close/>
                </a:path>
              </a:pathLst>
            </a:custGeom>
            <a:solidFill>
              <a:srgbClr val="B1282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5" name="Google Shape;565;p22"/>
            <p:cNvSpPr/>
            <p:nvPr/>
          </p:nvSpPr>
          <p:spPr>
            <a:xfrm>
              <a:off x="6891675" y="4319550"/>
              <a:ext cx="328075" cy="472650"/>
            </a:xfrm>
            <a:custGeom>
              <a:rect b="b" l="l" r="r" t="t"/>
              <a:pathLst>
                <a:path extrusionOk="0" h="18906" w="13123">
                  <a:moveTo>
                    <a:pt x="4146" y="1"/>
                  </a:moveTo>
                  <a:lnTo>
                    <a:pt x="1" y="18906"/>
                  </a:lnTo>
                  <a:lnTo>
                    <a:pt x="13122" y="11343"/>
                  </a:lnTo>
                  <a:lnTo>
                    <a:pt x="4146" y="1"/>
                  </a:lnTo>
                  <a:close/>
                </a:path>
              </a:pathLst>
            </a:custGeom>
            <a:solidFill>
              <a:srgbClr val="F5F5F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6" name="Google Shape;566;p22"/>
            <p:cNvSpPr/>
            <p:nvPr/>
          </p:nvSpPr>
          <p:spPr>
            <a:xfrm>
              <a:off x="6908650" y="4339625"/>
              <a:ext cx="298850" cy="432825"/>
            </a:xfrm>
            <a:custGeom>
              <a:rect b="b" l="l" r="r" t="t"/>
              <a:pathLst>
                <a:path extrusionOk="0" h="17313" w="11954">
                  <a:moveTo>
                    <a:pt x="3536" y="1"/>
                  </a:moveTo>
                  <a:lnTo>
                    <a:pt x="1" y="17313"/>
                  </a:lnTo>
                  <a:lnTo>
                    <a:pt x="1" y="17313"/>
                  </a:lnTo>
                  <a:lnTo>
                    <a:pt x="11954" y="10419"/>
                  </a:lnTo>
                  <a:lnTo>
                    <a:pt x="3536" y="1"/>
                  </a:lnTo>
                  <a:close/>
                </a:path>
              </a:pathLst>
            </a:custGeom>
            <a:solidFill>
              <a:srgbClr val="E7363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7" name="Google Shape;567;p22"/>
            <p:cNvSpPr/>
            <p:nvPr/>
          </p:nvSpPr>
          <p:spPr>
            <a:xfrm>
              <a:off x="6951175" y="4386875"/>
              <a:ext cx="220025" cy="330825"/>
            </a:xfrm>
            <a:custGeom>
              <a:rect b="b" l="l" r="r" t="t"/>
              <a:pathLst>
                <a:path extrusionOk="0" h="13233" w="8801">
                  <a:moveTo>
                    <a:pt x="2272" y="0"/>
                  </a:moveTo>
                  <a:lnTo>
                    <a:pt x="0" y="13233"/>
                  </a:lnTo>
                  <a:lnTo>
                    <a:pt x="8800" y="8160"/>
                  </a:lnTo>
                  <a:lnTo>
                    <a:pt x="2272" y="0"/>
                  </a:lnTo>
                  <a:close/>
                </a:path>
              </a:pathLst>
            </a:custGeom>
            <a:solidFill>
              <a:srgbClr val="F5F5F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8" name="Google Shape;568;p22"/>
            <p:cNvSpPr/>
            <p:nvPr/>
          </p:nvSpPr>
          <p:spPr>
            <a:xfrm>
              <a:off x="7014425" y="4465450"/>
              <a:ext cx="55425" cy="174075"/>
            </a:xfrm>
            <a:custGeom>
              <a:rect b="b" l="l" r="r" t="t"/>
              <a:pathLst>
                <a:path extrusionOk="0" h="6963" w="2217">
                  <a:moveTo>
                    <a:pt x="1129" y="1"/>
                  </a:moveTo>
                  <a:lnTo>
                    <a:pt x="0" y="653"/>
                  </a:lnTo>
                  <a:lnTo>
                    <a:pt x="313" y="2351"/>
                  </a:lnTo>
                  <a:lnTo>
                    <a:pt x="966" y="4636"/>
                  </a:lnTo>
                  <a:lnTo>
                    <a:pt x="1671" y="4228"/>
                  </a:lnTo>
                  <a:lnTo>
                    <a:pt x="1440" y="1714"/>
                  </a:lnTo>
                  <a:lnTo>
                    <a:pt x="1129" y="1"/>
                  </a:lnTo>
                  <a:close/>
                  <a:moveTo>
                    <a:pt x="1586" y="4950"/>
                  </a:moveTo>
                  <a:cubicBezTo>
                    <a:pt x="1522" y="4950"/>
                    <a:pt x="1456" y="4967"/>
                    <a:pt x="1387" y="5004"/>
                  </a:cubicBezTo>
                  <a:cubicBezTo>
                    <a:pt x="1074" y="5194"/>
                    <a:pt x="924" y="5713"/>
                    <a:pt x="1031" y="6268"/>
                  </a:cubicBezTo>
                  <a:cubicBezTo>
                    <a:pt x="1109" y="6709"/>
                    <a:pt x="1311" y="6962"/>
                    <a:pt x="1546" y="6962"/>
                  </a:cubicBezTo>
                  <a:cubicBezTo>
                    <a:pt x="1609" y="6962"/>
                    <a:pt x="1674" y="6944"/>
                    <a:pt x="1740" y="6907"/>
                  </a:cubicBezTo>
                  <a:cubicBezTo>
                    <a:pt x="2066" y="6718"/>
                    <a:pt x="2216" y="6215"/>
                    <a:pt x="2109" y="5644"/>
                  </a:cubicBezTo>
                  <a:cubicBezTo>
                    <a:pt x="2021" y="5203"/>
                    <a:pt x="1825" y="4950"/>
                    <a:pt x="1586" y="4950"/>
                  </a:cubicBezTo>
                  <a:close/>
                </a:path>
              </a:pathLst>
            </a:custGeom>
            <a:solidFill>
              <a:srgbClr val="2D2C3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hree columns">
  <p:cSld name="CUSTOM_6">
    <p:spTree>
      <p:nvGrpSpPr>
        <p:cNvPr id="569" name="Shape 5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0" name="Google Shape;570;p23"/>
          <p:cNvSpPr/>
          <p:nvPr/>
        </p:nvSpPr>
        <p:spPr>
          <a:xfrm>
            <a:off x="280800" y="279300"/>
            <a:ext cx="8582400" cy="45849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1" name="Google Shape;571;p23"/>
          <p:cNvSpPr/>
          <p:nvPr/>
        </p:nvSpPr>
        <p:spPr>
          <a:xfrm>
            <a:off x="281825" y="279300"/>
            <a:ext cx="8582400" cy="162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572" name="Google Shape;572;p23"/>
          <p:cNvGrpSpPr/>
          <p:nvPr/>
        </p:nvGrpSpPr>
        <p:grpSpPr>
          <a:xfrm>
            <a:off x="8346068" y="598301"/>
            <a:ext cx="662705" cy="669955"/>
            <a:chOff x="8346068" y="598301"/>
            <a:chExt cx="662705" cy="669955"/>
          </a:xfrm>
        </p:grpSpPr>
        <p:grpSp>
          <p:nvGrpSpPr>
            <p:cNvPr id="573" name="Google Shape;573;p23"/>
            <p:cNvGrpSpPr/>
            <p:nvPr/>
          </p:nvGrpSpPr>
          <p:grpSpPr>
            <a:xfrm>
              <a:off x="8346068" y="598301"/>
              <a:ext cx="448554" cy="419427"/>
              <a:chOff x="5424136" y="2234050"/>
              <a:chExt cx="1184145" cy="1107253"/>
            </a:xfrm>
          </p:grpSpPr>
          <p:sp>
            <p:nvSpPr>
              <p:cNvPr id="574" name="Google Shape;574;p23"/>
              <p:cNvSpPr/>
              <p:nvPr/>
            </p:nvSpPr>
            <p:spPr>
              <a:xfrm>
                <a:off x="5424136" y="2234050"/>
                <a:ext cx="1184145" cy="1107253"/>
              </a:xfrm>
              <a:custGeom>
                <a:rect b="b" l="l" r="r" t="t"/>
                <a:pathLst>
                  <a:path extrusionOk="0" h="6048" w="6468">
                    <a:moveTo>
                      <a:pt x="3300" y="0"/>
                    </a:moveTo>
                    <a:lnTo>
                      <a:pt x="2377" y="532"/>
                    </a:lnTo>
                    <a:lnTo>
                      <a:pt x="1657" y="1717"/>
                    </a:lnTo>
                    <a:lnTo>
                      <a:pt x="1672" y="2280"/>
                    </a:lnTo>
                    <a:lnTo>
                      <a:pt x="705" y="2812"/>
                    </a:lnTo>
                    <a:lnTo>
                      <a:pt x="0" y="4031"/>
                    </a:lnTo>
                    <a:lnTo>
                      <a:pt x="0" y="5156"/>
                    </a:lnTo>
                    <a:lnTo>
                      <a:pt x="1519" y="6048"/>
                    </a:lnTo>
                    <a:lnTo>
                      <a:pt x="5797" y="3577"/>
                    </a:lnTo>
                    <a:lnTo>
                      <a:pt x="6468" y="2392"/>
                    </a:lnTo>
                    <a:lnTo>
                      <a:pt x="6468" y="1282"/>
                    </a:lnTo>
                    <a:lnTo>
                      <a:pt x="4953" y="390"/>
                    </a:lnTo>
                    <a:lnTo>
                      <a:pt x="4470" y="671"/>
                    </a:lnTo>
                    <a:lnTo>
                      <a:pt x="3300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75" name="Google Shape;575;p23"/>
              <p:cNvSpPr/>
              <p:nvPr/>
            </p:nvSpPr>
            <p:spPr>
              <a:xfrm>
                <a:off x="5850342" y="2234050"/>
                <a:ext cx="332469" cy="191682"/>
              </a:xfrm>
              <a:custGeom>
                <a:rect b="b" l="l" r="r" t="t"/>
                <a:pathLst>
                  <a:path extrusionOk="0" h="1047" w="1816">
                    <a:moveTo>
                      <a:pt x="972" y="0"/>
                    </a:moveTo>
                    <a:lnTo>
                      <a:pt x="1" y="562"/>
                    </a:lnTo>
                    <a:lnTo>
                      <a:pt x="844" y="1046"/>
                    </a:lnTo>
                    <a:lnTo>
                      <a:pt x="1815" y="484"/>
                    </a:lnTo>
                    <a:lnTo>
                      <a:pt x="972" y="0"/>
                    </a:lnTo>
                    <a:close/>
                  </a:path>
                </a:pathLst>
              </a:custGeom>
              <a:solidFill>
                <a:srgbClr val="F5F5F5">
                  <a:alpha val="6398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76" name="Google Shape;576;p23"/>
              <p:cNvSpPr/>
              <p:nvPr/>
            </p:nvSpPr>
            <p:spPr>
              <a:xfrm>
                <a:off x="5553206" y="2651281"/>
                <a:ext cx="328990" cy="192414"/>
              </a:xfrm>
              <a:custGeom>
                <a:rect b="b" l="l" r="r" t="t"/>
                <a:pathLst>
                  <a:path extrusionOk="0" h="1051" w="1797">
                    <a:moveTo>
                      <a:pt x="967" y="1"/>
                    </a:moveTo>
                    <a:lnTo>
                      <a:pt x="0" y="533"/>
                    </a:lnTo>
                    <a:lnTo>
                      <a:pt x="829" y="1051"/>
                    </a:lnTo>
                    <a:lnTo>
                      <a:pt x="1796" y="488"/>
                    </a:lnTo>
                    <a:lnTo>
                      <a:pt x="967" y="1"/>
                    </a:lnTo>
                    <a:close/>
                  </a:path>
                </a:pathLst>
              </a:custGeom>
              <a:solidFill>
                <a:srgbClr val="F5F5F5">
                  <a:alpha val="6398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77" name="Google Shape;577;p23"/>
              <p:cNvSpPr/>
              <p:nvPr/>
            </p:nvSpPr>
            <p:spPr>
              <a:xfrm>
                <a:off x="5424136" y="2748861"/>
                <a:ext cx="280841" cy="311781"/>
              </a:xfrm>
              <a:custGeom>
                <a:rect b="b" l="l" r="r" t="t"/>
                <a:pathLst>
                  <a:path extrusionOk="0" h="1703" w="1534">
                    <a:moveTo>
                      <a:pt x="705" y="0"/>
                    </a:moveTo>
                    <a:lnTo>
                      <a:pt x="0" y="1219"/>
                    </a:lnTo>
                    <a:lnTo>
                      <a:pt x="844" y="1702"/>
                    </a:lnTo>
                    <a:lnTo>
                      <a:pt x="1534" y="518"/>
                    </a:lnTo>
                    <a:lnTo>
                      <a:pt x="705" y="0"/>
                    </a:lnTo>
                    <a:close/>
                  </a:path>
                </a:pathLst>
              </a:custGeom>
              <a:solidFill>
                <a:srgbClr val="F5F5F5">
                  <a:alpha val="3416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78" name="Google Shape;578;p23"/>
              <p:cNvSpPr/>
              <p:nvPr/>
            </p:nvSpPr>
            <p:spPr>
              <a:xfrm>
                <a:off x="5727497" y="2548392"/>
                <a:ext cx="154700" cy="192414"/>
              </a:xfrm>
              <a:custGeom>
                <a:rect b="b" l="l" r="r" t="t"/>
                <a:pathLst>
                  <a:path extrusionOk="0" h="1051" w="845">
                    <a:moveTo>
                      <a:pt x="0" y="0"/>
                    </a:moveTo>
                    <a:lnTo>
                      <a:pt x="0" y="563"/>
                    </a:lnTo>
                    <a:lnTo>
                      <a:pt x="844" y="1050"/>
                    </a:lnTo>
                    <a:lnTo>
                      <a:pt x="844" y="48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5F5F5">
                  <a:alpha val="3416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79" name="Google Shape;579;p23"/>
              <p:cNvSpPr/>
              <p:nvPr/>
            </p:nvSpPr>
            <p:spPr>
              <a:xfrm>
                <a:off x="5424136" y="2971848"/>
                <a:ext cx="154517" cy="294755"/>
              </a:xfrm>
              <a:custGeom>
                <a:rect b="b" l="l" r="r" t="t"/>
                <a:pathLst>
                  <a:path extrusionOk="0" h="1610" w="844">
                    <a:moveTo>
                      <a:pt x="0" y="1"/>
                    </a:moveTo>
                    <a:lnTo>
                      <a:pt x="0" y="1126"/>
                    </a:lnTo>
                    <a:lnTo>
                      <a:pt x="844" y="1609"/>
                    </a:lnTo>
                    <a:lnTo>
                      <a:pt x="844" y="484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F5F5F5">
                  <a:alpha val="6398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80" name="Google Shape;580;p23"/>
              <p:cNvSpPr/>
              <p:nvPr/>
            </p:nvSpPr>
            <p:spPr>
              <a:xfrm>
                <a:off x="6242312" y="2305267"/>
                <a:ext cx="243127" cy="191865"/>
              </a:xfrm>
              <a:custGeom>
                <a:rect b="b" l="l" r="r" t="t"/>
                <a:pathLst>
                  <a:path extrusionOk="0" h="1048" w="1328">
                    <a:moveTo>
                      <a:pt x="484" y="1"/>
                    </a:moveTo>
                    <a:lnTo>
                      <a:pt x="1" y="282"/>
                    </a:lnTo>
                    <a:lnTo>
                      <a:pt x="360" y="1047"/>
                    </a:lnTo>
                    <a:lnTo>
                      <a:pt x="1328" y="485"/>
                    </a:lnTo>
                    <a:lnTo>
                      <a:pt x="484" y="1"/>
                    </a:lnTo>
                    <a:close/>
                  </a:path>
                </a:pathLst>
              </a:custGeom>
              <a:solidFill>
                <a:srgbClr val="F5F5F5">
                  <a:alpha val="6398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81" name="Google Shape;581;p23"/>
              <p:cNvSpPr/>
              <p:nvPr/>
            </p:nvSpPr>
            <p:spPr>
              <a:xfrm>
                <a:off x="5727497" y="2328700"/>
                <a:ext cx="280292" cy="309035"/>
              </a:xfrm>
              <a:custGeom>
                <a:rect b="b" l="l" r="r" t="t"/>
                <a:pathLst>
                  <a:path extrusionOk="0" h="1688" w="1531">
                    <a:moveTo>
                      <a:pt x="687" y="0"/>
                    </a:moveTo>
                    <a:lnTo>
                      <a:pt x="0" y="1200"/>
                    </a:lnTo>
                    <a:lnTo>
                      <a:pt x="844" y="1688"/>
                    </a:lnTo>
                    <a:lnTo>
                      <a:pt x="1530" y="499"/>
                    </a:lnTo>
                    <a:lnTo>
                      <a:pt x="687" y="0"/>
                    </a:lnTo>
                    <a:close/>
                  </a:path>
                </a:pathLst>
              </a:custGeom>
              <a:solidFill>
                <a:srgbClr val="F5F5F5">
                  <a:alpha val="3416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582" name="Google Shape;582;p23"/>
            <p:cNvGrpSpPr/>
            <p:nvPr/>
          </p:nvGrpSpPr>
          <p:grpSpPr>
            <a:xfrm>
              <a:off x="8685502" y="966086"/>
              <a:ext cx="323272" cy="302169"/>
              <a:chOff x="5424136" y="2234050"/>
              <a:chExt cx="1184145" cy="1107253"/>
            </a:xfrm>
          </p:grpSpPr>
          <p:sp>
            <p:nvSpPr>
              <p:cNvPr id="583" name="Google Shape;583;p23"/>
              <p:cNvSpPr/>
              <p:nvPr/>
            </p:nvSpPr>
            <p:spPr>
              <a:xfrm>
                <a:off x="5424136" y="2234050"/>
                <a:ext cx="1184145" cy="1107253"/>
              </a:xfrm>
              <a:custGeom>
                <a:rect b="b" l="l" r="r" t="t"/>
                <a:pathLst>
                  <a:path extrusionOk="0" h="6048" w="6468">
                    <a:moveTo>
                      <a:pt x="3300" y="0"/>
                    </a:moveTo>
                    <a:lnTo>
                      <a:pt x="2377" y="532"/>
                    </a:lnTo>
                    <a:lnTo>
                      <a:pt x="1657" y="1717"/>
                    </a:lnTo>
                    <a:lnTo>
                      <a:pt x="1672" y="2280"/>
                    </a:lnTo>
                    <a:lnTo>
                      <a:pt x="705" y="2812"/>
                    </a:lnTo>
                    <a:lnTo>
                      <a:pt x="0" y="4031"/>
                    </a:lnTo>
                    <a:lnTo>
                      <a:pt x="0" y="5156"/>
                    </a:lnTo>
                    <a:lnTo>
                      <a:pt x="1519" y="6048"/>
                    </a:lnTo>
                    <a:lnTo>
                      <a:pt x="5797" y="3577"/>
                    </a:lnTo>
                    <a:lnTo>
                      <a:pt x="6468" y="2392"/>
                    </a:lnTo>
                    <a:lnTo>
                      <a:pt x="6468" y="1282"/>
                    </a:lnTo>
                    <a:lnTo>
                      <a:pt x="4953" y="390"/>
                    </a:lnTo>
                    <a:lnTo>
                      <a:pt x="4470" y="671"/>
                    </a:lnTo>
                    <a:lnTo>
                      <a:pt x="3300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84" name="Google Shape;584;p23"/>
              <p:cNvSpPr/>
              <p:nvPr/>
            </p:nvSpPr>
            <p:spPr>
              <a:xfrm>
                <a:off x="5850342" y="2234050"/>
                <a:ext cx="332469" cy="191682"/>
              </a:xfrm>
              <a:custGeom>
                <a:rect b="b" l="l" r="r" t="t"/>
                <a:pathLst>
                  <a:path extrusionOk="0" h="1047" w="1816">
                    <a:moveTo>
                      <a:pt x="972" y="0"/>
                    </a:moveTo>
                    <a:lnTo>
                      <a:pt x="1" y="562"/>
                    </a:lnTo>
                    <a:lnTo>
                      <a:pt x="844" y="1046"/>
                    </a:lnTo>
                    <a:lnTo>
                      <a:pt x="1815" y="484"/>
                    </a:lnTo>
                    <a:lnTo>
                      <a:pt x="972" y="0"/>
                    </a:lnTo>
                    <a:close/>
                  </a:path>
                </a:pathLst>
              </a:custGeom>
              <a:solidFill>
                <a:srgbClr val="F5F5F5">
                  <a:alpha val="6398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85" name="Google Shape;585;p23"/>
              <p:cNvSpPr/>
              <p:nvPr/>
            </p:nvSpPr>
            <p:spPr>
              <a:xfrm>
                <a:off x="5553206" y="2651281"/>
                <a:ext cx="328990" cy="192414"/>
              </a:xfrm>
              <a:custGeom>
                <a:rect b="b" l="l" r="r" t="t"/>
                <a:pathLst>
                  <a:path extrusionOk="0" h="1051" w="1797">
                    <a:moveTo>
                      <a:pt x="967" y="1"/>
                    </a:moveTo>
                    <a:lnTo>
                      <a:pt x="0" y="533"/>
                    </a:lnTo>
                    <a:lnTo>
                      <a:pt x="829" y="1051"/>
                    </a:lnTo>
                    <a:lnTo>
                      <a:pt x="1796" y="488"/>
                    </a:lnTo>
                    <a:lnTo>
                      <a:pt x="967" y="1"/>
                    </a:lnTo>
                    <a:close/>
                  </a:path>
                </a:pathLst>
              </a:custGeom>
              <a:solidFill>
                <a:srgbClr val="F5F5F5">
                  <a:alpha val="6398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86" name="Google Shape;586;p23"/>
              <p:cNvSpPr/>
              <p:nvPr/>
            </p:nvSpPr>
            <p:spPr>
              <a:xfrm>
                <a:off x="5424136" y="2748861"/>
                <a:ext cx="280841" cy="311781"/>
              </a:xfrm>
              <a:custGeom>
                <a:rect b="b" l="l" r="r" t="t"/>
                <a:pathLst>
                  <a:path extrusionOk="0" h="1703" w="1534">
                    <a:moveTo>
                      <a:pt x="705" y="0"/>
                    </a:moveTo>
                    <a:lnTo>
                      <a:pt x="0" y="1219"/>
                    </a:lnTo>
                    <a:lnTo>
                      <a:pt x="844" y="1702"/>
                    </a:lnTo>
                    <a:lnTo>
                      <a:pt x="1534" y="518"/>
                    </a:lnTo>
                    <a:lnTo>
                      <a:pt x="705" y="0"/>
                    </a:lnTo>
                    <a:close/>
                  </a:path>
                </a:pathLst>
              </a:custGeom>
              <a:solidFill>
                <a:srgbClr val="F5F5F5">
                  <a:alpha val="3416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87" name="Google Shape;587;p23"/>
              <p:cNvSpPr/>
              <p:nvPr/>
            </p:nvSpPr>
            <p:spPr>
              <a:xfrm>
                <a:off x="5727497" y="2548392"/>
                <a:ext cx="154700" cy="192414"/>
              </a:xfrm>
              <a:custGeom>
                <a:rect b="b" l="l" r="r" t="t"/>
                <a:pathLst>
                  <a:path extrusionOk="0" h="1051" w="845">
                    <a:moveTo>
                      <a:pt x="0" y="0"/>
                    </a:moveTo>
                    <a:lnTo>
                      <a:pt x="0" y="563"/>
                    </a:lnTo>
                    <a:lnTo>
                      <a:pt x="844" y="1050"/>
                    </a:lnTo>
                    <a:lnTo>
                      <a:pt x="844" y="48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5F5F5">
                  <a:alpha val="3416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88" name="Google Shape;588;p23"/>
              <p:cNvSpPr/>
              <p:nvPr/>
            </p:nvSpPr>
            <p:spPr>
              <a:xfrm>
                <a:off x="5424136" y="2971848"/>
                <a:ext cx="154517" cy="294755"/>
              </a:xfrm>
              <a:custGeom>
                <a:rect b="b" l="l" r="r" t="t"/>
                <a:pathLst>
                  <a:path extrusionOk="0" h="1610" w="844">
                    <a:moveTo>
                      <a:pt x="0" y="1"/>
                    </a:moveTo>
                    <a:lnTo>
                      <a:pt x="0" y="1126"/>
                    </a:lnTo>
                    <a:lnTo>
                      <a:pt x="844" y="1609"/>
                    </a:lnTo>
                    <a:lnTo>
                      <a:pt x="844" y="484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F5F5F5">
                  <a:alpha val="6398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89" name="Google Shape;589;p23"/>
              <p:cNvSpPr/>
              <p:nvPr/>
            </p:nvSpPr>
            <p:spPr>
              <a:xfrm>
                <a:off x="6242312" y="2305267"/>
                <a:ext cx="243127" cy="191865"/>
              </a:xfrm>
              <a:custGeom>
                <a:rect b="b" l="l" r="r" t="t"/>
                <a:pathLst>
                  <a:path extrusionOk="0" h="1048" w="1328">
                    <a:moveTo>
                      <a:pt x="484" y="1"/>
                    </a:moveTo>
                    <a:lnTo>
                      <a:pt x="1" y="282"/>
                    </a:lnTo>
                    <a:lnTo>
                      <a:pt x="360" y="1047"/>
                    </a:lnTo>
                    <a:lnTo>
                      <a:pt x="1328" y="485"/>
                    </a:lnTo>
                    <a:lnTo>
                      <a:pt x="484" y="1"/>
                    </a:lnTo>
                    <a:close/>
                  </a:path>
                </a:pathLst>
              </a:custGeom>
              <a:solidFill>
                <a:srgbClr val="F5F5F5">
                  <a:alpha val="6398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90" name="Google Shape;590;p23"/>
              <p:cNvSpPr/>
              <p:nvPr/>
            </p:nvSpPr>
            <p:spPr>
              <a:xfrm>
                <a:off x="5727497" y="2328700"/>
                <a:ext cx="280292" cy="309035"/>
              </a:xfrm>
              <a:custGeom>
                <a:rect b="b" l="l" r="r" t="t"/>
                <a:pathLst>
                  <a:path extrusionOk="0" h="1688" w="1531">
                    <a:moveTo>
                      <a:pt x="687" y="0"/>
                    </a:moveTo>
                    <a:lnTo>
                      <a:pt x="0" y="1200"/>
                    </a:lnTo>
                    <a:lnTo>
                      <a:pt x="844" y="1688"/>
                    </a:lnTo>
                    <a:lnTo>
                      <a:pt x="1530" y="499"/>
                    </a:lnTo>
                    <a:lnTo>
                      <a:pt x="687" y="0"/>
                    </a:lnTo>
                    <a:close/>
                  </a:path>
                </a:pathLst>
              </a:custGeom>
              <a:solidFill>
                <a:srgbClr val="F5F5F5">
                  <a:alpha val="3416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591" name="Google Shape;591;p23"/>
          <p:cNvGrpSpPr/>
          <p:nvPr/>
        </p:nvGrpSpPr>
        <p:grpSpPr>
          <a:xfrm>
            <a:off x="399074" y="3748082"/>
            <a:ext cx="645240" cy="1329311"/>
            <a:chOff x="399074" y="3748082"/>
            <a:chExt cx="645240" cy="1329311"/>
          </a:xfrm>
        </p:grpSpPr>
        <p:grpSp>
          <p:nvGrpSpPr>
            <p:cNvPr id="592" name="Google Shape;592;p23"/>
            <p:cNvGrpSpPr/>
            <p:nvPr/>
          </p:nvGrpSpPr>
          <p:grpSpPr>
            <a:xfrm>
              <a:off x="399074" y="3748082"/>
              <a:ext cx="314144" cy="1183135"/>
              <a:chOff x="8297005" y="513279"/>
              <a:chExt cx="159084" cy="599177"/>
            </a:xfrm>
          </p:grpSpPr>
          <p:sp>
            <p:nvSpPr>
              <p:cNvPr id="593" name="Google Shape;593;p23"/>
              <p:cNvSpPr/>
              <p:nvPr/>
            </p:nvSpPr>
            <p:spPr>
              <a:xfrm>
                <a:off x="8388526" y="1082678"/>
                <a:ext cx="42392" cy="29778"/>
              </a:xfrm>
              <a:custGeom>
                <a:rect b="b" l="l" r="r" t="t"/>
                <a:pathLst>
                  <a:path extrusionOk="0" h="517" w="736">
                    <a:moveTo>
                      <a:pt x="735" y="1"/>
                    </a:moveTo>
                    <a:lnTo>
                      <a:pt x="1" y="216"/>
                    </a:lnTo>
                    <a:lnTo>
                      <a:pt x="194" y="517"/>
                    </a:lnTo>
                    <a:lnTo>
                      <a:pt x="735" y="190"/>
                    </a:lnTo>
                    <a:lnTo>
                      <a:pt x="735" y="1"/>
                    </a:lnTo>
                    <a:close/>
                  </a:path>
                </a:pathLst>
              </a:custGeom>
              <a:solidFill>
                <a:srgbClr val="87878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94" name="Google Shape;594;p23"/>
              <p:cNvSpPr/>
              <p:nvPr/>
            </p:nvSpPr>
            <p:spPr>
              <a:xfrm>
                <a:off x="8322751" y="1038732"/>
                <a:ext cx="108168" cy="62090"/>
              </a:xfrm>
              <a:custGeom>
                <a:rect b="b" l="l" r="r" t="t"/>
                <a:pathLst>
                  <a:path extrusionOk="0" h="1078" w="1878">
                    <a:moveTo>
                      <a:pt x="546" y="0"/>
                    </a:moveTo>
                    <a:lnTo>
                      <a:pt x="1" y="314"/>
                    </a:lnTo>
                    <a:lnTo>
                      <a:pt x="1" y="764"/>
                    </a:lnTo>
                    <a:lnTo>
                      <a:pt x="546" y="1077"/>
                    </a:lnTo>
                    <a:lnTo>
                      <a:pt x="1336" y="1077"/>
                    </a:lnTo>
                    <a:lnTo>
                      <a:pt x="1877" y="764"/>
                    </a:lnTo>
                    <a:lnTo>
                      <a:pt x="1877" y="314"/>
                    </a:lnTo>
                    <a:lnTo>
                      <a:pt x="1336" y="0"/>
                    </a:lnTo>
                    <a:close/>
                  </a:path>
                </a:pathLst>
              </a:custGeom>
              <a:solidFill>
                <a:srgbClr val="F5F5F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95" name="Google Shape;595;p23"/>
              <p:cNvSpPr/>
              <p:nvPr/>
            </p:nvSpPr>
            <p:spPr>
              <a:xfrm>
                <a:off x="8339281" y="1047372"/>
                <a:ext cx="75280" cy="21311"/>
              </a:xfrm>
              <a:custGeom>
                <a:rect b="b" l="l" r="r" t="t"/>
                <a:pathLst>
                  <a:path extrusionOk="0" h="370" w="1307">
                    <a:moveTo>
                      <a:pt x="379" y="0"/>
                    </a:moveTo>
                    <a:lnTo>
                      <a:pt x="1" y="219"/>
                    </a:lnTo>
                    <a:lnTo>
                      <a:pt x="1" y="369"/>
                    </a:lnTo>
                    <a:lnTo>
                      <a:pt x="1306" y="369"/>
                    </a:lnTo>
                    <a:lnTo>
                      <a:pt x="1306" y="219"/>
                    </a:lnTo>
                    <a:lnTo>
                      <a:pt x="924" y="0"/>
                    </a:lnTo>
                    <a:close/>
                  </a:path>
                </a:pathLst>
              </a:custGeom>
              <a:solidFill>
                <a:srgbClr val="A39C9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96" name="Google Shape;596;p23"/>
              <p:cNvSpPr/>
              <p:nvPr/>
            </p:nvSpPr>
            <p:spPr>
              <a:xfrm>
                <a:off x="8339281" y="1056011"/>
                <a:ext cx="75280" cy="34443"/>
              </a:xfrm>
              <a:custGeom>
                <a:rect b="b" l="l" r="r" t="t"/>
                <a:pathLst>
                  <a:path extrusionOk="0" h="598" w="1307">
                    <a:moveTo>
                      <a:pt x="379" y="0"/>
                    </a:moveTo>
                    <a:lnTo>
                      <a:pt x="1" y="219"/>
                    </a:lnTo>
                    <a:lnTo>
                      <a:pt x="1" y="382"/>
                    </a:lnTo>
                    <a:lnTo>
                      <a:pt x="379" y="598"/>
                    </a:lnTo>
                    <a:lnTo>
                      <a:pt x="924" y="598"/>
                    </a:lnTo>
                    <a:lnTo>
                      <a:pt x="1306" y="382"/>
                    </a:lnTo>
                    <a:lnTo>
                      <a:pt x="1306" y="219"/>
                    </a:lnTo>
                    <a:lnTo>
                      <a:pt x="924" y="0"/>
                    </a:lnTo>
                    <a:close/>
                  </a:path>
                </a:pathLst>
              </a:custGeom>
              <a:solidFill>
                <a:srgbClr val="5E4439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97" name="Google Shape;597;p23"/>
              <p:cNvSpPr/>
              <p:nvPr/>
            </p:nvSpPr>
            <p:spPr>
              <a:xfrm>
                <a:off x="8350224" y="1100764"/>
                <a:ext cx="49476" cy="11692"/>
              </a:xfrm>
              <a:custGeom>
                <a:rect b="b" l="l" r="r" t="t"/>
                <a:pathLst>
                  <a:path extrusionOk="0" h="203" w="859">
                    <a:moveTo>
                      <a:pt x="69" y="0"/>
                    </a:moveTo>
                    <a:lnTo>
                      <a:pt x="0" y="26"/>
                    </a:lnTo>
                    <a:lnTo>
                      <a:pt x="69" y="203"/>
                    </a:lnTo>
                    <a:lnTo>
                      <a:pt x="859" y="203"/>
                    </a:lnTo>
                    <a:lnTo>
                      <a:pt x="859" y="0"/>
                    </a:lnTo>
                    <a:close/>
                  </a:path>
                </a:pathLst>
              </a:custGeom>
              <a:solidFill>
                <a:srgbClr val="87878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98" name="Google Shape;598;p23"/>
              <p:cNvSpPr/>
              <p:nvPr/>
            </p:nvSpPr>
            <p:spPr>
              <a:xfrm>
                <a:off x="8322751" y="1082678"/>
                <a:ext cx="31448" cy="29778"/>
              </a:xfrm>
              <a:custGeom>
                <a:rect b="b" l="l" r="r" t="t"/>
                <a:pathLst>
                  <a:path extrusionOk="0" h="517" w="546">
                    <a:moveTo>
                      <a:pt x="1" y="1"/>
                    </a:moveTo>
                    <a:lnTo>
                      <a:pt x="1" y="190"/>
                    </a:lnTo>
                    <a:lnTo>
                      <a:pt x="546" y="517"/>
                    </a:lnTo>
                    <a:lnTo>
                      <a:pt x="546" y="314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rgbClr val="87878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99" name="Google Shape;599;p23"/>
              <p:cNvSpPr/>
              <p:nvPr/>
            </p:nvSpPr>
            <p:spPr>
              <a:xfrm>
                <a:off x="8331390" y="1043397"/>
                <a:ext cx="90889" cy="51780"/>
              </a:xfrm>
              <a:custGeom>
                <a:rect b="b" l="l" r="r" t="t"/>
                <a:pathLst>
                  <a:path extrusionOk="0" h="899" w="1578">
                    <a:moveTo>
                      <a:pt x="464" y="1"/>
                    </a:moveTo>
                    <a:lnTo>
                      <a:pt x="1" y="262"/>
                    </a:lnTo>
                    <a:lnTo>
                      <a:pt x="1" y="641"/>
                    </a:lnTo>
                    <a:lnTo>
                      <a:pt x="464" y="898"/>
                    </a:lnTo>
                    <a:lnTo>
                      <a:pt x="1117" y="898"/>
                    </a:lnTo>
                    <a:lnTo>
                      <a:pt x="1577" y="641"/>
                    </a:lnTo>
                    <a:lnTo>
                      <a:pt x="1577" y="262"/>
                    </a:lnTo>
                    <a:lnTo>
                      <a:pt x="1117" y="1"/>
                    </a:lnTo>
                    <a:close/>
                  </a:path>
                </a:pathLst>
              </a:custGeom>
              <a:solidFill>
                <a:srgbClr val="2D2C3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00" name="Google Shape;600;p23"/>
              <p:cNvSpPr/>
              <p:nvPr/>
            </p:nvSpPr>
            <p:spPr>
              <a:xfrm>
                <a:off x="8372169" y="968234"/>
                <a:ext cx="9504" cy="120724"/>
              </a:xfrm>
              <a:custGeom>
                <a:rect b="b" l="l" r="r" t="t"/>
                <a:pathLst>
                  <a:path extrusionOk="0" h="2096" w="165">
                    <a:moveTo>
                      <a:pt x="1" y="0"/>
                    </a:moveTo>
                    <a:lnTo>
                      <a:pt x="1" y="2096"/>
                    </a:lnTo>
                    <a:lnTo>
                      <a:pt x="164" y="2096"/>
                    </a:lnTo>
                    <a:lnTo>
                      <a:pt x="164" y="0"/>
                    </a:lnTo>
                    <a:close/>
                  </a:path>
                </a:pathLst>
              </a:custGeom>
              <a:solidFill>
                <a:srgbClr val="50505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01" name="Google Shape;601;p23"/>
              <p:cNvSpPr/>
              <p:nvPr/>
            </p:nvSpPr>
            <p:spPr>
              <a:xfrm>
                <a:off x="8381614" y="964433"/>
                <a:ext cx="6969" cy="124526"/>
              </a:xfrm>
              <a:custGeom>
                <a:rect b="b" l="l" r="r" t="t"/>
                <a:pathLst>
                  <a:path extrusionOk="0" h="2162" w="121">
                    <a:moveTo>
                      <a:pt x="121" y="1"/>
                    </a:moveTo>
                    <a:lnTo>
                      <a:pt x="0" y="66"/>
                    </a:lnTo>
                    <a:lnTo>
                      <a:pt x="0" y="2162"/>
                    </a:lnTo>
                    <a:lnTo>
                      <a:pt x="121" y="2093"/>
                    </a:lnTo>
                    <a:lnTo>
                      <a:pt x="121" y="1"/>
                    </a:lnTo>
                    <a:close/>
                  </a:path>
                </a:pathLst>
              </a:custGeom>
              <a:solidFill>
                <a:srgbClr val="50505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02" name="Google Shape;602;p23"/>
              <p:cNvSpPr/>
              <p:nvPr/>
            </p:nvSpPr>
            <p:spPr>
              <a:xfrm>
                <a:off x="8365027" y="964433"/>
                <a:ext cx="7200" cy="124526"/>
              </a:xfrm>
              <a:custGeom>
                <a:rect b="b" l="l" r="r" t="t"/>
                <a:pathLst>
                  <a:path extrusionOk="0" h="2162" w="125">
                    <a:moveTo>
                      <a:pt x="1" y="1"/>
                    </a:moveTo>
                    <a:lnTo>
                      <a:pt x="1" y="2093"/>
                    </a:lnTo>
                    <a:lnTo>
                      <a:pt x="125" y="2162"/>
                    </a:lnTo>
                    <a:lnTo>
                      <a:pt x="125" y="66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rgbClr val="50505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03" name="Google Shape;603;p23"/>
              <p:cNvSpPr/>
              <p:nvPr/>
            </p:nvSpPr>
            <p:spPr>
              <a:xfrm>
                <a:off x="8365027" y="955044"/>
                <a:ext cx="23557" cy="13247"/>
              </a:xfrm>
              <a:custGeom>
                <a:rect b="b" l="l" r="r" t="t"/>
                <a:pathLst>
                  <a:path extrusionOk="0" h="230" w="409">
                    <a:moveTo>
                      <a:pt x="125" y="1"/>
                    </a:moveTo>
                    <a:lnTo>
                      <a:pt x="1" y="66"/>
                    </a:lnTo>
                    <a:lnTo>
                      <a:pt x="1" y="164"/>
                    </a:lnTo>
                    <a:lnTo>
                      <a:pt x="125" y="229"/>
                    </a:lnTo>
                    <a:lnTo>
                      <a:pt x="288" y="229"/>
                    </a:lnTo>
                    <a:lnTo>
                      <a:pt x="409" y="164"/>
                    </a:lnTo>
                    <a:lnTo>
                      <a:pt x="409" y="66"/>
                    </a:lnTo>
                    <a:lnTo>
                      <a:pt x="288" y="1"/>
                    </a:lnTo>
                    <a:close/>
                  </a:path>
                </a:pathLst>
              </a:custGeom>
              <a:solidFill>
                <a:srgbClr val="50505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04" name="Google Shape;604;p23"/>
              <p:cNvSpPr/>
              <p:nvPr/>
            </p:nvSpPr>
            <p:spPr>
              <a:xfrm>
                <a:off x="8297005" y="513279"/>
                <a:ext cx="159084" cy="470053"/>
              </a:xfrm>
              <a:custGeom>
                <a:rect b="b" l="l" r="r" t="t"/>
                <a:pathLst>
                  <a:path extrusionOk="0" h="8161" w="2762">
                    <a:moveTo>
                      <a:pt x="1388" y="0"/>
                    </a:moveTo>
                    <a:lnTo>
                      <a:pt x="0" y="7031"/>
                    </a:lnTo>
                    <a:lnTo>
                      <a:pt x="0" y="7684"/>
                    </a:lnTo>
                    <a:lnTo>
                      <a:pt x="816" y="8160"/>
                    </a:lnTo>
                    <a:lnTo>
                      <a:pt x="1959" y="8160"/>
                    </a:lnTo>
                    <a:lnTo>
                      <a:pt x="2762" y="7684"/>
                    </a:lnTo>
                    <a:lnTo>
                      <a:pt x="2762" y="7031"/>
                    </a:lnTo>
                    <a:lnTo>
                      <a:pt x="1388" y="0"/>
                    </a:lnTo>
                    <a:close/>
                  </a:path>
                </a:pathLst>
              </a:custGeom>
              <a:solidFill>
                <a:srgbClr val="7FA31D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05" name="Google Shape;605;p23"/>
              <p:cNvSpPr/>
              <p:nvPr/>
            </p:nvSpPr>
            <p:spPr>
              <a:xfrm>
                <a:off x="8344004" y="513279"/>
                <a:ext cx="112085" cy="470053"/>
              </a:xfrm>
              <a:custGeom>
                <a:rect b="b" l="l" r="r" t="t"/>
                <a:pathLst>
                  <a:path extrusionOk="0" h="8161" w="1946">
                    <a:moveTo>
                      <a:pt x="572" y="0"/>
                    </a:moveTo>
                    <a:lnTo>
                      <a:pt x="0" y="8160"/>
                    </a:lnTo>
                    <a:lnTo>
                      <a:pt x="1143" y="8160"/>
                    </a:lnTo>
                    <a:lnTo>
                      <a:pt x="1946" y="7684"/>
                    </a:lnTo>
                    <a:lnTo>
                      <a:pt x="1946" y="7031"/>
                    </a:lnTo>
                    <a:lnTo>
                      <a:pt x="572" y="0"/>
                    </a:lnTo>
                    <a:close/>
                  </a:path>
                </a:pathLst>
              </a:custGeom>
              <a:solidFill>
                <a:srgbClr val="2D2C37">
                  <a:alpha val="3354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606" name="Google Shape;606;p23"/>
            <p:cNvGrpSpPr/>
            <p:nvPr/>
          </p:nvGrpSpPr>
          <p:grpSpPr>
            <a:xfrm>
              <a:off x="760362" y="4673056"/>
              <a:ext cx="283952" cy="404337"/>
              <a:chOff x="6191950" y="4314625"/>
              <a:chExt cx="330100" cy="470050"/>
            </a:xfrm>
          </p:grpSpPr>
          <p:sp>
            <p:nvSpPr>
              <p:cNvPr id="607" name="Google Shape;607;p23"/>
              <p:cNvSpPr/>
              <p:nvPr/>
            </p:nvSpPr>
            <p:spPr>
              <a:xfrm>
                <a:off x="6191950" y="4601275"/>
                <a:ext cx="330100" cy="183400"/>
              </a:xfrm>
              <a:custGeom>
                <a:rect b="b" l="l" r="r" t="t"/>
                <a:pathLst>
                  <a:path extrusionOk="0" h="7336" w="13204">
                    <a:moveTo>
                      <a:pt x="6664" y="1"/>
                    </a:moveTo>
                    <a:cubicBezTo>
                      <a:pt x="6066" y="1"/>
                      <a:pt x="5439" y="145"/>
                      <a:pt x="4949" y="427"/>
                    </a:cubicBezTo>
                    <a:lnTo>
                      <a:pt x="993" y="2711"/>
                    </a:lnTo>
                    <a:cubicBezTo>
                      <a:pt x="95" y="3230"/>
                      <a:pt x="1" y="4017"/>
                      <a:pt x="774" y="4467"/>
                    </a:cubicBezTo>
                    <a:lnTo>
                      <a:pt x="5207" y="7036"/>
                    </a:lnTo>
                    <a:cubicBezTo>
                      <a:pt x="5555" y="7238"/>
                      <a:pt x="6023" y="7336"/>
                      <a:pt x="6514" y="7336"/>
                    </a:cubicBezTo>
                    <a:cubicBezTo>
                      <a:pt x="7119" y="7336"/>
                      <a:pt x="7760" y="7187"/>
                      <a:pt x="8256" y="6902"/>
                    </a:cubicBezTo>
                    <a:lnTo>
                      <a:pt x="12212" y="4618"/>
                    </a:lnTo>
                    <a:cubicBezTo>
                      <a:pt x="13109" y="4099"/>
                      <a:pt x="13204" y="3312"/>
                      <a:pt x="12430" y="2862"/>
                    </a:cubicBezTo>
                    <a:lnTo>
                      <a:pt x="7998" y="306"/>
                    </a:lnTo>
                    <a:cubicBezTo>
                      <a:pt x="7639" y="101"/>
                      <a:pt x="7162" y="1"/>
                      <a:pt x="6664" y="1"/>
                    </a:cubicBezTo>
                    <a:close/>
                  </a:path>
                </a:pathLst>
              </a:custGeom>
              <a:solidFill>
                <a:srgbClr val="87878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08" name="Google Shape;608;p23"/>
              <p:cNvSpPr/>
              <p:nvPr/>
            </p:nvSpPr>
            <p:spPr>
              <a:xfrm>
                <a:off x="6191950" y="4593500"/>
                <a:ext cx="330100" cy="183500"/>
              </a:xfrm>
              <a:custGeom>
                <a:rect b="b" l="l" r="r" t="t"/>
                <a:pathLst>
                  <a:path extrusionOk="0" h="7340" w="13204">
                    <a:moveTo>
                      <a:pt x="6664" y="0"/>
                    </a:moveTo>
                    <a:cubicBezTo>
                      <a:pt x="6066" y="0"/>
                      <a:pt x="5439" y="144"/>
                      <a:pt x="4949" y="428"/>
                    </a:cubicBezTo>
                    <a:lnTo>
                      <a:pt x="2462" y="1867"/>
                    </a:lnTo>
                    <a:lnTo>
                      <a:pt x="993" y="2725"/>
                    </a:lnTo>
                    <a:cubicBezTo>
                      <a:pt x="95" y="3241"/>
                      <a:pt x="1" y="4031"/>
                      <a:pt x="774" y="4478"/>
                    </a:cubicBezTo>
                    <a:lnTo>
                      <a:pt x="2759" y="5621"/>
                    </a:lnTo>
                    <a:lnTo>
                      <a:pt x="5207" y="7037"/>
                    </a:lnTo>
                    <a:cubicBezTo>
                      <a:pt x="5559" y="7240"/>
                      <a:pt x="6034" y="7339"/>
                      <a:pt x="6532" y="7339"/>
                    </a:cubicBezTo>
                    <a:cubicBezTo>
                      <a:pt x="7132" y="7339"/>
                      <a:pt x="7765" y="7195"/>
                      <a:pt x="8256" y="6913"/>
                    </a:cubicBezTo>
                    <a:lnTo>
                      <a:pt x="12212" y="4628"/>
                    </a:lnTo>
                    <a:cubicBezTo>
                      <a:pt x="13109" y="4113"/>
                      <a:pt x="13204" y="3323"/>
                      <a:pt x="12430" y="2876"/>
                    </a:cubicBezTo>
                    <a:lnTo>
                      <a:pt x="7998" y="303"/>
                    </a:lnTo>
                    <a:cubicBezTo>
                      <a:pt x="7639" y="100"/>
                      <a:pt x="7162" y="0"/>
                      <a:pt x="6664" y="0"/>
                    </a:cubicBezTo>
                    <a:close/>
                  </a:path>
                </a:pathLst>
              </a:custGeom>
              <a:solidFill>
                <a:srgbClr val="2D2C3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09" name="Google Shape;609;p23"/>
              <p:cNvSpPr/>
              <p:nvPr/>
            </p:nvSpPr>
            <p:spPr>
              <a:xfrm>
                <a:off x="6248675" y="4639175"/>
                <a:ext cx="218300" cy="105225"/>
              </a:xfrm>
              <a:custGeom>
                <a:rect b="b" l="l" r="r" t="t"/>
                <a:pathLst>
                  <a:path extrusionOk="0" h="4209" w="8732">
                    <a:moveTo>
                      <a:pt x="914" y="1"/>
                    </a:moveTo>
                    <a:lnTo>
                      <a:pt x="111" y="1130"/>
                    </a:lnTo>
                    <a:cubicBezTo>
                      <a:pt x="43" y="1319"/>
                      <a:pt x="0" y="1509"/>
                      <a:pt x="0" y="1701"/>
                    </a:cubicBezTo>
                    <a:cubicBezTo>
                      <a:pt x="0" y="2204"/>
                      <a:pt x="275" y="2720"/>
                      <a:pt x="803" y="3154"/>
                    </a:cubicBezTo>
                    <a:cubicBezTo>
                      <a:pt x="846" y="3183"/>
                      <a:pt x="885" y="3209"/>
                      <a:pt x="927" y="3235"/>
                    </a:cubicBezTo>
                    <a:cubicBezTo>
                      <a:pt x="1035" y="3317"/>
                      <a:pt x="1159" y="3399"/>
                      <a:pt x="1280" y="3467"/>
                    </a:cubicBezTo>
                    <a:cubicBezTo>
                      <a:pt x="2136" y="3960"/>
                      <a:pt x="3253" y="4208"/>
                      <a:pt x="4367" y="4208"/>
                    </a:cubicBezTo>
                    <a:cubicBezTo>
                      <a:pt x="5466" y="4208"/>
                      <a:pt x="6562" y="3967"/>
                      <a:pt x="7400" y="3480"/>
                    </a:cubicBezTo>
                    <a:cubicBezTo>
                      <a:pt x="8311" y="2951"/>
                      <a:pt x="8732" y="2243"/>
                      <a:pt x="8650" y="1564"/>
                    </a:cubicBezTo>
                    <a:lnTo>
                      <a:pt x="8666" y="1551"/>
                    </a:lnTo>
                    <a:lnTo>
                      <a:pt x="8650" y="1509"/>
                    </a:lnTo>
                    <a:cubicBezTo>
                      <a:pt x="8611" y="1319"/>
                      <a:pt x="8542" y="1130"/>
                      <a:pt x="8448" y="938"/>
                    </a:cubicBezTo>
                    <a:lnTo>
                      <a:pt x="7752" y="40"/>
                    </a:lnTo>
                    <a:lnTo>
                      <a:pt x="1714" y="1"/>
                    </a:lnTo>
                    <a:close/>
                  </a:path>
                </a:pathLst>
              </a:custGeom>
              <a:solidFill>
                <a:srgbClr val="E7363C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10" name="Google Shape;610;p23"/>
              <p:cNvSpPr/>
              <p:nvPr/>
            </p:nvSpPr>
            <p:spPr>
              <a:xfrm>
                <a:off x="6248675" y="4678925"/>
                <a:ext cx="217650" cy="65475"/>
              </a:xfrm>
              <a:custGeom>
                <a:rect b="b" l="l" r="r" t="t"/>
                <a:pathLst>
                  <a:path extrusionOk="0" h="2619" w="8706">
                    <a:moveTo>
                      <a:pt x="17" y="0"/>
                    </a:moveTo>
                    <a:cubicBezTo>
                      <a:pt x="17" y="43"/>
                      <a:pt x="0" y="69"/>
                      <a:pt x="0" y="111"/>
                    </a:cubicBezTo>
                    <a:cubicBezTo>
                      <a:pt x="0" y="614"/>
                      <a:pt x="275" y="1130"/>
                      <a:pt x="803" y="1564"/>
                    </a:cubicBezTo>
                    <a:cubicBezTo>
                      <a:pt x="846" y="1593"/>
                      <a:pt x="885" y="1619"/>
                      <a:pt x="927" y="1645"/>
                    </a:cubicBezTo>
                    <a:cubicBezTo>
                      <a:pt x="1035" y="1727"/>
                      <a:pt x="1159" y="1809"/>
                      <a:pt x="1280" y="1877"/>
                    </a:cubicBezTo>
                    <a:cubicBezTo>
                      <a:pt x="2136" y="2370"/>
                      <a:pt x="3253" y="2618"/>
                      <a:pt x="4367" y="2618"/>
                    </a:cubicBezTo>
                    <a:cubicBezTo>
                      <a:pt x="5466" y="2618"/>
                      <a:pt x="6562" y="2377"/>
                      <a:pt x="7400" y="1890"/>
                    </a:cubicBezTo>
                    <a:cubicBezTo>
                      <a:pt x="8298" y="1375"/>
                      <a:pt x="8706" y="696"/>
                      <a:pt x="8650" y="13"/>
                    </a:cubicBezTo>
                    <a:lnTo>
                      <a:pt x="8650" y="13"/>
                    </a:lnTo>
                    <a:cubicBezTo>
                      <a:pt x="8598" y="614"/>
                      <a:pt x="8190" y="1198"/>
                      <a:pt x="7400" y="1645"/>
                    </a:cubicBezTo>
                    <a:cubicBezTo>
                      <a:pt x="6556" y="2135"/>
                      <a:pt x="5451" y="2380"/>
                      <a:pt x="4345" y="2380"/>
                    </a:cubicBezTo>
                    <a:cubicBezTo>
                      <a:pt x="3238" y="2380"/>
                      <a:pt x="2130" y="2135"/>
                      <a:pt x="1280" y="1645"/>
                    </a:cubicBezTo>
                    <a:cubicBezTo>
                      <a:pt x="1159" y="1564"/>
                      <a:pt x="1035" y="1499"/>
                      <a:pt x="927" y="1417"/>
                    </a:cubicBezTo>
                    <a:cubicBezTo>
                      <a:pt x="885" y="1388"/>
                      <a:pt x="846" y="1348"/>
                      <a:pt x="803" y="1319"/>
                    </a:cubicBezTo>
                    <a:cubicBezTo>
                      <a:pt x="327" y="927"/>
                      <a:pt x="56" y="464"/>
                      <a:pt x="17" y="0"/>
                    </a:cubicBezTo>
                    <a:close/>
                  </a:path>
                </a:pathLst>
              </a:custGeom>
              <a:solidFill>
                <a:srgbClr val="CE181E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11" name="Google Shape;611;p23"/>
              <p:cNvSpPr/>
              <p:nvPr/>
            </p:nvSpPr>
            <p:spPr>
              <a:xfrm>
                <a:off x="6465325" y="4677950"/>
                <a:ext cx="25" cy="25"/>
              </a:xfrm>
              <a:custGeom>
                <a:rect b="b" l="l" r="r" t="t"/>
                <a:pathLst>
                  <a:path extrusionOk="0" h="1" w="1">
                    <a:moveTo>
                      <a:pt x="0" y="0"/>
                    </a:move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CE181E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12" name="Google Shape;612;p23"/>
              <p:cNvSpPr/>
              <p:nvPr/>
            </p:nvSpPr>
            <p:spPr>
              <a:xfrm>
                <a:off x="6268750" y="4327375"/>
                <a:ext cx="176200" cy="366125"/>
              </a:xfrm>
              <a:custGeom>
                <a:rect b="b" l="l" r="r" t="t"/>
                <a:pathLst>
                  <a:path extrusionOk="0" h="14645" w="7048">
                    <a:moveTo>
                      <a:pt x="2654" y="1"/>
                    </a:moveTo>
                    <a:lnTo>
                      <a:pt x="150" y="12323"/>
                    </a:lnTo>
                    <a:cubicBezTo>
                      <a:pt x="0" y="12812"/>
                      <a:pt x="177" y="13328"/>
                      <a:pt x="682" y="13749"/>
                    </a:cubicBezTo>
                    <a:cubicBezTo>
                      <a:pt x="803" y="13860"/>
                      <a:pt x="953" y="13968"/>
                      <a:pt x="1117" y="14062"/>
                    </a:cubicBezTo>
                    <a:cubicBezTo>
                      <a:pt x="1782" y="14451"/>
                      <a:pt x="2660" y="14645"/>
                      <a:pt x="3537" y="14645"/>
                    </a:cubicBezTo>
                    <a:cubicBezTo>
                      <a:pt x="4414" y="14645"/>
                      <a:pt x="5291" y="14451"/>
                      <a:pt x="5957" y="14062"/>
                    </a:cubicBezTo>
                    <a:cubicBezTo>
                      <a:pt x="6721" y="13628"/>
                      <a:pt x="7047" y="13031"/>
                      <a:pt x="6936" y="12460"/>
                    </a:cubicBezTo>
                    <a:lnTo>
                      <a:pt x="6936" y="12443"/>
                    </a:lnTo>
                    <a:cubicBezTo>
                      <a:pt x="6936" y="12430"/>
                      <a:pt x="6936" y="12417"/>
                      <a:pt x="6923" y="12404"/>
                    </a:cubicBezTo>
                    <a:lnTo>
                      <a:pt x="4407" y="1"/>
                    </a:lnTo>
                    <a:close/>
                  </a:path>
                </a:pathLst>
              </a:custGeom>
              <a:solidFill>
                <a:srgbClr val="E7363C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13" name="Google Shape;613;p23"/>
              <p:cNvSpPr/>
              <p:nvPr/>
            </p:nvSpPr>
            <p:spPr>
              <a:xfrm>
                <a:off x="6285800" y="4480725"/>
                <a:ext cx="142425" cy="127925"/>
              </a:xfrm>
              <a:custGeom>
                <a:rect b="b" l="l" r="r" t="t"/>
                <a:pathLst>
                  <a:path extrusionOk="0" h="5117" w="5697">
                    <a:moveTo>
                      <a:pt x="719" y="0"/>
                    </a:moveTo>
                    <a:lnTo>
                      <a:pt x="0" y="3564"/>
                    </a:lnTo>
                    <a:cubicBezTo>
                      <a:pt x="40" y="3943"/>
                      <a:pt x="311" y="4325"/>
                      <a:pt x="830" y="4625"/>
                    </a:cubicBezTo>
                    <a:cubicBezTo>
                      <a:pt x="1397" y="4953"/>
                      <a:pt x="2136" y="5116"/>
                      <a:pt x="2870" y="5116"/>
                    </a:cubicBezTo>
                    <a:cubicBezTo>
                      <a:pt x="3597" y="5116"/>
                      <a:pt x="4320" y="4956"/>
                      <a:pt x="4867" y="4638"/>
                    </a:cubicBezTo>
                    <a:cubicBezTo>
                      <a:pt x="5386" y="4338"/>
                      <a:pt x="5657" y="3959"/>
                      <a:pt x="5696" y="3564"/>
                    </a:cubicBezTo>
                    <a:lnTo>
                      <a:pt x="4978" y="26"/>
                    </a:lnTo>
                    <a:cubicBezTo>
                      <a:pt x="4949" y="326"/>
                      <a:pt x="4717" y="614"/>
                      <a:pt x="4338" y="829"/>
                    </a:cubicBezTo>
                    <a:cubicBezTo>
                      <a:pt x="3930" y="1067"/>
                      <a:pt x="3393" y="1187"/>
                      <a:pt x="2853" y="1187"/>
                    </a:cubicBezTo>
                    <a:cubicBezTo>
                      <a:pt x="2314" y="1187"/>
                      <a:pt x="1773" y="1067"/>
                      <a:pt x="1358" y="829"/>
                    </a:cubicBezTo>
                    <a:cubicBezTo>
                      <a:pt x="980" y="597"/>
                      <a:pt x="748" y="287"/>
                      <a:pt x="719" y="0"/>
                    </a:cubicBezTo>
                    <a:close/>
                  </a:path>
                </a:pathLst>
              </a:custGeom>
              <a:solidFill>
                <a:srgbClr val="F5F5F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14" name="Google Shape;614;p23"/>
              <p:cNvSpPr/>
              <p:nvPr/>
            </p:nvSpPr>
            <p:spPr>
              <a:xfrm>
                <a:off x="6332725" y="4314625"/>
                <a:ext cx="48250" cy="25325"/>
              </a:xfrm>
              <a:custGeom>
                <a:rect b="b" l="l" r="r" t="t"/>
                <a:pathLst>
                  <a:path extrusionOk="0" h="1013" w="1930">
                    <a:moveTo>
                      <a:pt x="971" y="0"/>
                    </a:moveTo>
                    <a:cubicBezTo>
                      <a:pt x="747" y="0"/>
                      <a:pt x="523" y="47"/>
                      <a:pt x="353" y="142"/>
                    </a:cubicBezTo>
                    <a:cubicBezTo>
                      <a:pt x="0" y="348"/>
                      <a:pt x="13" y="661"/>
                      <a:pt x="353" y="863"/>
                    </a:cubicBezTo>
                    <a:cubicBezTo>
                      <a:pt x="525" y="961"/>
                      <a:pt x="754" y="1013"/>
                      <a:pt x="982" y="1013"/>
                    </a:cubicBezTo>
                    <a:cubicBezTo>
                      <a:pt x="1203" y="1013"/>
                      <a:pt x="1423" y="965"/>
                      <a:pt x="1590" y="863"/>
                    </a:cubicBezTo>
                    <a:cubicBezTo>
                      <a:pt x="1929" y="661"/>
                      <a:pt x="1929" y="348"/>
                      <a:pt x="1590" y="142"/>
                    </a:cubicBezTo>
                    <a:cubicBezTo>
                      <a:pt x="1420" y="47"/>
                      <a:pt x="1196" y="0"/>
                      <a:pt x="971" y="0"/>
                    </a:cubicBezTo>
                    <a:close/>
                  </a:path>
                </a:pathLst>
              </a:custGeom>
              <a:solidFill>
                <a:srgbClr val="B1282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15" name="Google Shape;615;p23"/>
              <p:cNvSpPr/>
              <p:nvPr/>
            </p:nvSpPr>
            <p:spPr>
              <a:xfrm>
                <a:off x="6340875" y="4318700"/>
                <a:ext cx="32250" cy="17025"/>
              </a:xfrm>
              <a:custGeom>
                <a:rect b="b" l="l" r="r" t="t"/>
                <a:pathLst>
                  <a:path extrusionOk="0" h="681" w="1290">
                    <a:moveTo>
                      <a:pt x="645" y="0"/>
                    </a:moveTo>
                    <a:cubicBezTo>
                      <a:pt x="495" y="0"/>
                      <a:pt x="345" y="35"/>
                      <a:pt x="229" y="103"/>
                    </a:cubicBezTo>
                    <a:cubicBezTo>
                      <a:pt x="1" y="240"/>
                      <a:pt x="1" y="443"/>
                      <a:pt x="229" y="580"/>
                    </a:cubicBezTo>
                    <a:cubicBezTo>
                      <a:pt x="345" y="647"/>
                      <a:pt x="495" y="680"/>
                      <a:pt x="645" y="680"/>
                    </a:cubicBezTo>
                    <a:cubicBezTo>
                      <a:pt x="795" y="680"/>
                      <a:pt x="946" y="647"/>
                      <a:pt x="1062" y="580"/>
                    </a:cubicBezTo>
                    <a:cubicBezTo>
                      <a:pt x="1290" y="443"/>
                      <a:pt x="1290" y="240"/>
                      <a:pt x="1062" y="103"/>
                    </a:cubicBezTo>
                    <a:cubicBezTo>
                      <a:pt x="946" y="35"/>
                      <a:pt x="795" y="0"/>
                      <a:pt x="645" y="0"/>
                    </a:cubicBezTo>
                    <a:close/>
                  </a:path>
                </a:pathLst>
              </a:custGeom>
              <a:solidFill>
                <a:srgbClr val="50505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616" name="Google Shape;616;p23"/>
          <p:cNvSpPr txBox="1"/>
          <p:nvPr>
            <p:ph type="title"/>
          </p:nvPr>
        </p:nvSpPr>
        <p:spPr>
          <a:xfrm>
            <a:off x="720000" y="5212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700"/>
              <a:buNone/>
              <a:defRPr>
                <a:latin typeface="Lexend ExtraBold"/>
                <a:ea typeface="Lexend ExtraBold"/>
                <a:cs typeface="Lexend ExtraBold"/>
                <a:sym typeface="Lexend Extra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617" name="Google Shape;617;p23"/>
          <p:cNvSpPr txBox="1"/>
          <p:nvPr>
            <p:ph idx="1" type="subTitle"/>
          </p:nvPr>
        </p:nvSpPr>
        <p:spPr>
          <a:xfrm>
            <a:off x="720045" y="2839089"/>
            <a:ext cx="2305500" cy="86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618" name="Google Shape;618;p23"/>
          <p:cNvSpPr txBox="1"/>
          <p:nvPr>
            <p:ph idx="2" type="subTitle"/>
          </p:nvPr>
        </p:nvSpPr>
        <p:spPr>
          <a:xfrm>
            <a:off x="3419247" y="2839089"/>
            <a:ext cx="2305500" cy="86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619" name="Google Shape;619;p23"/>
          <p:cNvSpPr txBox="1"/>
          <p:nvPr>
            <p:ph idx="3" type="subTitle"/>
          </p:nvPr>
        </p:nvSpPr>
        <p:spPr>
          <a:xfrm>
            <a:off x="6118456" y="2839089"/>
            <a:ext cx="2305500" cy="86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620" name="Google Shape;620;p23"/>
          <p:cNvSpPr txBox="1"/>
          <p:nvPr>
            <p:ph idx="4" type="subTitle"/>
          </p:nvPr>
        </p:nvSpPr>
        <p:spPr>
          <a:xfrm>
            <a:off x="720044" y="2384513"/>
            <a:ext cx="2305500" cy="52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1700">
                <a:solidFill>
                  <a:schemeClr val="dk1"/>
                </a:solidFill>
                <a:latin typeface="Lexend ExtraBold"/>
                <a:ea typeface="Lexend ExtraBold"/>
                <a:cs typeface="Lexend ExtraBold"/>
                <a:sym typeface="Lexend ExtraBol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621" name="Google Shape;621;p23"/>
          <p:cNvSpPr txBox="1"/>
          <p:nvPr>
            <p:ph idx="5" type="subTitle"/>
          </p:nvPr>
        </p:nvSpPr>
        <p:spPr>
          <a:xfrm>
            <a:off x="3419250" y="2384513"/>
            <a:ext cx="2305500" cy="52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1700">
                <a:solidFill>
                  <a:schemeClr val="dk1"/>
                </a:solidFill>
                <a:latin typeface="Lexend ExtraBold"/>
                <a:ea typeface="Lexend ExtraBold"/>
                <a:cs typeface="Lexend ExtraBold"/>
                <a:sym typeface="Lexend ExtraBol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622" name="Google Shape;622;p23"/>
          <p:cNvSpPr txBox="1"/>
          <p:nvPr>
            <p:ph idx="6" type="subTitle"/>
          </p:nvPr>
        </p:nvSpPr>
        <p:spPr>
          <a:xfrm>
            <a:off x="6118456" y="2384513"/>
            <a:ext cx="2305500" cy="52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1700">
                <a:solidFill>
                  <a:schemeClr val="dk1"/>
                </a:solidFill>
                <a:latin typeface="Lexend ExtraBold"/>
                <a:ea typeface="Lexend ExtraBold"/>
                <a:cs typeface="Lexend ExtraBold"/>
                <a:sym typeface="Lexend ExtraBol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four columns">
  <p:cSld name="CUSTOM_5">
    <p:spTree>
      <p:nvGrpSpPr>
        <p:cNvPr id="623" name="Shape 6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" name="Google Shape;624;p24"/>
          <p:cNvSpPr/>
          <p:nvPr/>
        </p:nvSpPr>
        <p:spPr>
          <a:xfrm>
            <a:off x="280800" y="279300"/>
            <a:ext cx="8582400" cy="45849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5" name="Google Shape;625;p24"/>
          <p:cNvSpPr/>
          <p:nvPr/>
        </p:nvSpPr>
        <p:spPr>
          <a:xfrm>
            <a:off x="281825" y="4702325"/>
            <a:ext cx="8582400" cy="162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626" name="Google Shape;626;p24"/>
          <p:cNvGrpSpPr/>
          <p:nvPr/>
        </p:nvGrpSpPr>
        <p:grpSpPr>
          <a:xfrm>
            <a:off x="150077" y="539436"/>
            <a:ext cx="599196" cy="775216"/>
            <a:chOff x="150077" y="539436"/>
            <a:chExt cx="599196" cy="775216"/>
          </a:xfrm>
        </p:grpSpPr>
        <p:grpSp>
          <p:nvGrpSpPr>
            <p:cNvPr id="627" name="Google Shape;627;p24"/>
            <p:cNvGrpSpPr/>
            <p:nvPr/>
          </p:nvGrpSpPr>
          <p:grpSpPr>
            <a:xfrm>
              <a:off x="300718" y="895226"/>
              <a:ext cx="448554" cy="419427"/>
              <a:chOff x="5424136" y="2234050"/>
              <a:chExt cx="1184145" cy="1107253"/>
            </a:xfrm>
          </p:grpSpPr>
          <p:sp>
            <p:nvSpPr>
              <p:cNvPr id="628" name="Google Shape;628;p24"/>
              <p:cNvSpPr/>
              <p:nvPr/>
            </p:nvSpPr>
            <p:spPr>
              <a:xfrm>
                <a:off x="5424136" y="2234050"/>
                <a:ext cx="1184145" cy="1107253"/>
              </a:xfrm>
              <a:custGeom>
                <a:rect b="b" l="l" r="r" t="t"/>
                <a:pathLst>
                  <a:path extrusionOk="0" h="6048" w="6468">
                    <a:moveTo>
                      <a:pt x="3300" y="0"/>
                    </a:moveTo>
                    <a:lnTo>
                      <a:pt x="2377" y="532"/>
                    </a:lnTo>
                    <a:lnTo>
                      <a:pt x="1657" y="1717"/>
                    </a:lnTo>
                    <a:lnTo>
                      <a:pt x="1672" y="2280"/>
                    </a:lnTo>
                    <a:lnTo>
                      <a:pt x="705" y="2812"/>
                    </a:lnTo>
                    <a:lnTo>
                      <a:pt x="0" y="4031"/>
                    </a:lnTo>
                    <a:lnTo>
                      <a:pt x="0" y="5156"/>
                    </a:lnTo>
                    <a:lnTo>
                      <a:pt x="1519" y="6048"/>
                    </a:lnTo>
                    <a:lnTo>
                      <a:pt x="5797" y="3577"/>
                    </a:lnTo>
                    <a:lnTo>
                      <a:pt x="6468" y="2392"/>
                    </a:lnTo>
                    <a:lnTo>
                      <a:pt x="6468" y="1282"/>
                    </a:lnTo>
                    <a:lnTo>
                      <a:pt x="4953" y="390"/>
                    </a:lnTo>
                    <a:lnTo>
                      <a:pt x="4470" y="671"/>
                    </a:lnTo>
                    <a:lnTo>
                      <a:pt x="3300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29" name="Google Shape;629;p24"/>
              <p:cNvSpPr/>
              <p:nvPr/>
            </p:nvSpPr>
            <p:spPr>
              <a:xfrm>
                <a:off x="5850342" y="2234050"/>
                <a:ext cx="332469" cy="191682"/>
              </a:xfrm>
              <a:custGeom>
                <a:rect b="b" l="l" r="r" t="t"/>
                <a:pathLst>
                  <a:path extrusionOk="0" h="1047" w="1816">
                    <a:moveTo>
                      <a:pt x="972" y="0"/>
                    </a:moveTo>
                    <a:lnTo>
                      <a:pt x="1" y="562"/>
                    </a:lnTo>
                    <a:lnTo>
                      <a:pt x="844" y="1046"/>
                    </a:lnTo>
                    <a:lnTo>
                      <a:pt x="1815" y="484"/>
                    </a:lnTo>
                    <a:lnTo>
                      <a:pt x="972" y="0"/>
                    </a:lnTo>
                    <a:close/>
                  </a:path>
                </a:pathLst>
              </a:custGeom>
              <a:solidFill>
                <a:srgbClr val="F5F5F5">
                  <a:alpha val="6398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30" name="Google Shape;630;p24"/>
              <p:cNvSpPr/>
              <p:nvPr/>
            </p:nvSpPr>
            <p:spPr>
              <a:xfrm>
                <a:off x="5553206" y="2651281"/>
                <a:ext cx="328990" cy="192414"/>
              </a:xfrm>
              <a:custGeom>
                <a:rect b="b" l="l" r="r" t="t"/>
                <a:pathLst>
                  <a:path extrusionOk="0" h="1051" w="1797">
                    <a:moveTo>
                      <a:pt x="967" y="1"/>
                    </a:moveTo>
                    <a:lnTo>
                      <a:pt x="0" y="533"/>
                    </a:lnTo>
                    <a:lnTo>
                      <a:pt x="829" y="1051"/>
                    </a:lnTo>
                    <a:lnTo>
                      <a:pt x="1796" y="488"/>
                    </a:lnTo>
                    <a:lnTo>
                      <a:pt x="967" y="1"/>
                    </a:lnTo>
                    <a:close/>
                  </a:path>
                </a:pathLst>
              </a:custGeom>
              <a:solidFill>
                <a:srgbClr val="F5F5F5">
                  <a:alpha val="6398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31" name="Google Shape;631;p24"/>
              <p:cNvSpPr/>
              <p:nvPr/>
            </p:nvSpPr>
            <p:spPr>
              <a:xfrm>
                <a:off x="5424136" y="2748861"/>
                <a:ext cx="280841" cy="311781"/>
              </a:xfrm>
              <a:custGeom>
                <a:rect b="b" l="l" r="r" t="t"/>
                <a:pathLst>
                  <a:path extrusionOk="0" h="1703" w="1534">
                    <a:moveTo>
                      <a:pt x="705" y="0"/>
                    </a:moveTo>
                    <a:lnTo>
                      <a:pt x="0" y="1219"/>
                    </a:lnTo>
                    <a:lnTo>
                      <a:pt x="844" y="1702"/>
                    </a:lnTo>
                    <a:lnTo>
                      <a:pt x="1534" y="518"/>
                    </a:lnTo>
                    <a:lnTo>
                      <a:pt x="705" y="0"/>
                    </a:lnTo>
                    <a:close/>
                  </a:path>
                </a:pathLst>
              </a:custGeom>
              <a:solidFill>
                <a:srgbClr val="F5F5F5">
                  <a:alpha val="3416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32" name="Google Shape;632;p24"/>
              <p:cNvSpPr/>
              <p:nvPr/>
            </p:nvSpPr>
            <p:spPr>
              <a:xfrm>
                <a:off x="5727497" y="2548392"/>
                <a:ext cx="154700" cy="192414"/>
              </a:xfrm>
              <a:custGeom>
                <a:rect b="b" l="l" r="r" t="t"/>
                <a:pathLst>
                  <a:path extrusionOk="0" h="1051" w="845">
                    <a:moveTo>
                      <a:pt x="0" y="0"/>
                    </a:moveTo>
                    <a:lnTo>
                      <a:pt x="0" y="563"/>
                    </a:lnTo>
                    <a:lnTo>
                      <a:pt x="844" y="1050"/>
                    </a:lnTo>
                    <a:lnTo>
                      <a:pt x="844" y="48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5F5F5">
                  <a:alpha val="3416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33" name="Google Shape;633;p24"/>
              <p:cNvSpPr/>
              <p:nvPr/>
            </p:nvSpPr>
            <p:spPr>
              <a:xfrm>
                <a:off x="5424136" y="2971848"/>
                <a:ext cx="154517" cy="294755"/>
              </a:xfrm>
              <a:custGeom>
                <a:rect b="b" l="l" r="r" t="t"/>
                <a:pathLst>
                  <a:path extrusionOk="0" h="1610" w="844">
                    <a:moveTo>
                      <a:pt x="0" y="1"/>
                    </a:moveTo>
                    <a:lnTo>
                      <a:pt x="0" y="1126"/>
                    </a:lnTo>
                    <a:lnTo>
                      <a:pt x="844" y="1609"/>
                    </a:lnTo>
                    <a:lnTo>
                      <a:pt x="844" y="484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F5F5F5">
                  <a:alpha val="6398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34" name="Google Shape;634;p24"/>
              <p:cNvSpPr/>
              <p:nvPr/>
            </p:nvSpPr>
            <p:spPr>
              <a:xfrm>
                <a:off x="6242312" y="2305267"/>
                <a:ext cx="243127" cy="191865"/>
              </a:xfrm>
              <a:custGeom>
                <a:rect b="b" l="l" r="r" t="t"/>
                <a:pathLst>
                  <a:path extrusionOk="0" h="1048" w="1328">
                    <a:moveTo>
                      <a:pt x="484" y="1"/>
                    </a:moveTo>
                    <a:lnTo>
                      <a:pt x="1" y="282"/>
                    </a:lnTo>
                    <a:lnTo>
                      <a:pt x="360" y="1047"/>
                    </a:lnTo>
                    <a:lnTo>
                      <a:pt x="1328" y="485"/>
                    </a:lnTo>
                    <a:lnTo>
                      <a:pt x="484" y="1"/>
                    </a:lnTo>
                    <a:close/>
                  </a:path>
                </a:pathLst>
              </a:custGeom>
              <a:solidFill>
                <a:srgbClr val="F5F5F5">
                  <a:alpha val="6398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35" name="Google Shape;635;p24"/>
              <p:cNvSpPr/>
              <p:nvPr/>
            </p:nvSpPr>
            <p:spPr>
              <a:xfrm>
                <a:off x="5727497" y="2328700"/>
                <a:ext cx="280292" cy="309035"/>
              </a:xfrm>
              <a:custGeom>
                <a:rect b="b" l="l" r="r" t="t"/>
                <a:pathLst>
                  <a:path extrusionOk="0" h="1688" w="1531">
                    <a:moveTo>
                      <a:pt x="687" y="0"/>
                    </a:moveTo>
                    <a:lnTo>
                      <a:pt x="0" y="1200"/>
                    </a:lnTo>
                    <a:lnTo>
                      <a:pt x="844" y="1688"/>
                    </a:lnTo>
                    <a:lnTo>
                      <a:pt x="1530" y="499"/>
                    </a:lnTo>
                    <a:lnTo>
                      <a:pt x="687" y="0"/>
                    </a:lnTo>
                    <a:close/>
                  </a:path>
                </a:pathLst>
              </a:custGeom>
              <a:solidFill>
                <a:srgbClr val="F5F5F5">
                  <a:alpha val="3416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636" name="Google Shape;636;p24"/>
            <p:cNvGrpSpPr/>
            <p:nvPr/>
          </p:nvGrpSpPr>
          <p:grpSpPr>
            <a:xfrm>
              <a:off x="150077" y="539436"/>
              <a:ext cx="323272" cy="302169"/>
              <a:chOff x="5424136" y="2234050"/>
              <a:chExt cx="1184145" cy="1107253"/>
            </a:xfrm>
          </p:grpSpPr>
          <p:sp>
            <p:nvSpPr>
              <p:cNvPr id="637" name="Google Shape;637;p24"/>
              <p:cNvSpPr/>
              <p:nvPr/>
            </p:nvSpPr>
            <p:spPr>
              <a:xfrm>
                <a:off x="5424136" y="2234050"/>
                <a:ext cx="1184145" cy="1107253"/>
              </a:xfrm>
              <a:custGeom>
                <a:rect b="b" l="l" r="r" t="t"/>
                <a:pathLst>
                  <a:path extrusionOk="0" h="6048" w="6468">
                    <a:moveTo>
                      <a:pt x="3300" y="0"/>
                    </a:moveTo>
                    <a:lnTo>
                      <a:pt x="2377" y="532"/>
                    </a:lnTo>
                    <a:lnTo>
                      <a:pt x="1657" y="1717"/>
                    </a:lnTo>
                    <a:lnTo>
                      <a:pt x="1672" y="2280"/>
                    </a:lnTo>
                    <a:lnTo>
                      <a:pt x="705" y="2812"/>
                    </a:lnTo>
                    <a:lnTo>
                      <a:pt x="0" y="4031"/>
                    </a:lnTo>
                    <a:lnTo>
                      <a:pt x="0" y="5156"/>
                    </a:lnTo>
                    <a:lnTo>
                      <a:pt x="1519" y="6048"/>
                    </a:lnTo>
                    <a:lnTo>
                      <a:pt x="5797" y="3577"/>
                    </a:lnTo>
                    <a:lnTo>
                      <a:pt x="6468" y="2392"/>
                    </a:lnTo>
                    <a:lnTo>
                      <a:pt x="6468" y="1282"/>
                    </a:lnTo>
                    <a:lnTo>
                      <a:pt x="4953" y="390"/>
                    </a:lnTo>
                    <a:lnTo>
                      <a:pt x="4470" y="671"/>
                    </a:lnTo>
                    <a:lnTo>
                      <a:pt x="3300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38" name="Google Shape;638;p24"/>
              <p:cNvSpPr/>
              <p:nvPr/>
            </p:nvSpPr>
            <p:spPr>
              <a:xfrm>
                <a:off x="5850342" y="2234050"/>
                <a:ext cx="332469" cy="191682"/>
              </a:xfrm>
              <a:custGeom>
                <a:rect b="b" l="l" r="r" t="t"/>
                <a:pathLst>
                  <a:path extrusionOk="0" h="1047" w="1816">
                    <a:moveTo>
                      <a:pt x="972" y="0"/>
                    </a:moveTo>
                    <a:lnTo>
                      <a:pt x="1" y="562"/>
                    </a:lnTo>
                    <a:lnTo>
                      <a:pt x="844" y="1046"/>
                    </a:lnTo>
                    <a:lnTo>
                      <a:pt x="1815" y="484"/>
                    </a:lnTo>
                    <a:lnTo>
                      <a:pt x="972" y="0"/>
                    </a:lnTo>
                    <a:close/>
                  </a:path>
                </a:pathLst>
              </a:custGeom>
              <a:solidFill>
                <a:srgbClr val="F5F5F5">
                  <a:alpha val="6398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39" name="Google Shape;639;p24"/>
              <p:cNvSpPr/>
              <p:nvPr/>
            </p:nvSpPr>
            <p:spPr>
              <a:xfrm>
                <a:off x="5553206" y="2651281"/>
                <a:ext cx="328990" cy="192414"/>
              </a:xfrm>
              <a:custGeom>
                <a:rect b="b" l="l" r="r" t="t"/>
                <a:pathLst>
                  <a:path extrusionOk="0" h="1051" w="1797">
                    <a:moveTo>
                      <a:pt x="967" y="1"/>
                    </a:moveTo>
                    <a:lnTo>
                      <a:pt x="0" y="533"/>
                    </a:lnTo>
                    <a:lnTo>
                      <a:pt x="829" y="1051"/>
                    </a:lnTo>
                    <a:lnTo>
                      <a:pt x="1796" y="488"/>
                    </a:lnTo>
                    <a:lnTo>
                      <a:pt x="967" y="1"/>
                    </a:lnTo>
                    <a:close/>
                  </a:path>
                </a:pathLst>
              </a:custGeom>
              <a:solidFill>
                <a:srgbClr val="F5F5F5">
                  <a:alpha val="6398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40" name="Google Shape;640;p24"/>
              <p:cNvSpPr/>
              <p:nvPr/>
            </p:nvSpPr>
            <p:spPr>
              <a:xfrm>
                <a:off x="5424136" y="2748861"/>
                <a:ext cx="280841" cy="311781"/>
              </a:xfrm>
              <a:custGeom>
                <a:rect b="b" l="l" r="r" t="t"/>
                <a:pathLst>
                  <a:path extrusionOk="0" h="1703" w="1534">
                    <a:moveTo>
                      <a:pt x="705" y="0"/>
                    </a:moveTo>
                    <a:lnTo>
                      <a:pt x="0" y="1219"/>
                    </a:lnTo>
                    <a:lnTo>
                      <a:pt x="844" y="1702"/>
                    </a:lnTo>
                    <a:lnTo>
                      <a:pt x="1534" y="518"/>
                    </a:lnTo>
                    <a:lnTo>
                      <a:pt x="705" y="0"/>
                    </a:lnTo>
                    <a:close/>
                  </a:path>
                </a:pathLst>
              </a:custGeom>
              <a:solidFill>
                <a:srgbClr val="F5F5F5">
                  <a:alpha val="3416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41" name="Google Shape;641;p24"/>
              <p:cNvSpPr/>
              <p:nvPr/>
            </p:nvSpPr>
            <p:spPr>
              <a:xfrm>
                <a:off x="5727497" y="2548392"/>
                <a:ext cx="154700" cy="192414"/>
              </a:xfrm>
              <a:custGeom>
                <a:rect b="b" l="l" r="r" t="t"/>
                <a:pathLst>
                  <a:path extrusionOk="0" h="1051" w="845">
                    <a:moveTo>
                      <a:pt x="0" y="0"/>
                    </a:moveTo>
                    <a:lnTo>
                      <a:pt x="0" y="563"/>
                    </a:lnTo>
                    <a:lnTo>
                      <a:pt x="844" y="1050"/>
                    </a:lnTo>
                    <a:lnTo>
                      <a:pt x="844" y="48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5F5F5">
                  <a:alpha val="3416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42" name="Google Shape;642;p24"/>
              <p:cNvSpPr/>
              <p:nvPr/>
            </p:nvSpPr>
            <p:spPr>
              <a:xfrm>
                <a:off x="5424136" y="2971848"/>
                <a:ext cx="154517" cy="294755"/>
              </a:xfrm>
              <a:custGeom>
                <a:rect b="b" l="l" r="r" t="t"/>
                <a:pathLst>
                  <a:path extrusionOk="0" h="1610" w="844">
                    <a:moveTo>
                      <a:pt x="0" y="1"/>
                    </a:moveTo>
                    <a:lnTo>
                      <a:pt x="0" y="1126"/>
                    </a:lnTo>
                    <a:lnTo>
                      <a:pt x="844" y="1609"/>
                    </a:lnTo>
                    <a:lnTo>
                      <a:pt x="844" y="484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F5F5F5">
                  <a:alpha val="6398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43" name="Google Shape;643;p24"/>
              <p:cNvSpPr/>
              <p:nvPr/>
            </p:nvSpPr>
            <p:spPr>
              <a:xfrm>
                <a:off x="6242312" y="2305267"/>
                <a:ext cx="243127" cy="191865"/>
              </a:xfrm>
              <a:custGeom>
                <a:rect b="b" l="l" r="r" t="t"/>
                <a:pathLst>
                  <a:path extrusionOk="0" h="1048" w="1328">
                    <a:moveTo>
                      <a:pt x="484" y="1"/>
                    </a:moveTo>
                    <a:lnTo>
                      <a:pt x="1" y="282"/>
                    </a:lnTo>
                    <a:lnTo>
                      <a:pt x="360" y="1047"/>
                    </a:lnTo>
                    <a:lnTo>
                      <a:pt x="1328" y="485"/>
                    </a:lnTo>
                    <a:lnTo>
                      <a:pt x="484" y="1"/>
                    </a:lnTo>
                    <a:close/>
                  </a:path>
                </a:pathLst>
              </a:custGeom>
              <a:solidFill>
                <a:srgbClr val="F5F5F5">
                  <a:alpha val="6398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44" name="Google Shape;644;p24"/>
              <p:cNvSpPr/>
              <p:nvPr/>
            </p:nvSpPr>
            <p:spPr>
              <a:xfrm>
                <a:off x="5727497" y="2328700"/>
                <a:ext cx="280292" cy="309035"/>
              </a:xfrm>
              <a:custGeom>
                <a:rect b="b" l="l" r="r" t="t"/>
                <a:pathLst>
                  <a:path extrusionOk="0" h="1688" w="1531">
                    <a:moveTo>
                      <a:pt x="687" y="0"/>
                    </a:moveTo>
                    <a:lnTo>
                      <a:pt x="0" y="1200"/>
                    </a:lnTo>
                    <a:lnTo>
                      <a:pt x="844" y="1688"/>
                    </a:lnTo>
                    <a:lnTo>
                      <a:pt x="1530" y="499"/>
                    </a:lnTo>
                    <a:lnTo>
                      <a:pt x="687" y="0"/>
                    </a:lnTo>
                    <a:close/>
                  </a:path>
                </a:pathLst>
              </a:custGeom>
              <a:solidFill>
                <a:srgbClr val="F5F5F5">
                  <a:alpha val="3416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645" name="Google Shape;645;p24"/>
          <p:cNvGrpSpPr/>
          <p:nvPr/>
        </p:nvGrpSpPr>
        <p:grpSpPr>
          <a:xfrm>
            <a:off x="7959510" y="3584932"/>
            <a:ext cx="784283" cy="1460434"/>
            <a:chOff x="7959510" y="3584932"/>
            <a:chExt cx="784283" cy="1460434"/>
          </a:xfrm>
        </p:grpSpPr>
        <p:grpSp>
          <p:nvGrpSpPr>
            <p:cNvPr id="646" name="Google Shape;646;p24"/>
            <p:cNvGrpSpPr/>
            <p:nvPr/>
          </p:nvGrpSpPr>
          <p:grpSpPr>
            <a:xfrm>
              <a:off x="8429649" y="3584932"/>
              <a:ext cx="314144" cy="1183135"/>
              <a:chOff x="8297005" y="513279"/>
              <a:chExt cx="159084" cy="599177"/>
            </a:xfrm>
          </p:grpSpPr>
          <p:sp>
            <p:nvSpPr>
              <p:cNvPr id="647" name="Google Shape;647;p24"/>
              <p:cNvSpPr/>
              <p:nvPr/>
            </p:nvSpPr>
            <p:spPr>
              <a:xfrm>
                <a:off x="8388526" y="1082678"/>
                <a:ext cx="42392" cy="29778"/>
              </a:xfrm>
              <a:custGeom>
                <a:rect b="b" l="l" r="r" t="t"/>
                <a:pathLst>
                  <a:path extrusionOk="0" h="517" w="736">
                    <a:moveTo>
                      <a:pt x="735" y="1"/>
                    </a:moveTo>
                    <a:lnTo>
                      <a:pt x="1" y="216"/>
                    </a:lnTo>
                    <a:lnTo>
                      <a:pt x="194" y="517"/>
                    </a:lnTo>
                    <a:lnTo>
                      <a:pt x="735" y="190"/>
                    </a:lnTo>
                    <a:lnTo>
                      <a:pt x="735" y="1"/>
                    </a:lnTo>
                    <a:close/>
                  </a:path>
                </a:pathLst>
              </a:custGeom>
              <a:solidFill>
                <a:srgbClr val="87878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48" name="Google Shape;648;p24"/>
              <p:cNvSpPr/>
              <p:nvPr/>
            </p:nvSpPr>
            <p:spPr>
              <a:xfrm>
                <a:off x="8322751" y="1038732"/>
                <a:ext cx="108168" cy="62090"/>
              </a:xfrm>
              <a:custGeom>
                <a:rect b="b" l="l" r="r" t="t"/>
                <a:pathLst>
                  <a:path extrusionOk="0" h="1078" w="1878">
                    <a:moveTo>
                      <a:pt x="546" y="0"/>
                    </a:moveTo>
                    <a:lnTo>
                      <a:pt x="1" y="314"/>
                    </a:lnTo>
                    <a:lnTo>
                      <a:pt x="1" y="764"/>
                    </a:lnTo>
                    <a:lnTo>
                      <a:pt x="546" y="1077"/>
                    </a:lnTo>
                    <a:lnTo>
                      <a:pt x="1336" y="1077"/>
                    </a:lnTo>
                    <a:lnTo>
                      <a:pt x="1877" y="764"/>
                    </a:lnTo>
                    <a:lnTo>
                      <a:pt x="1877" y="314"/>
                    </a:lnTo>
                    <a:lnTo>
                      <a:pt x="1336" y="0"/>
                    </a:lnTo>
                    <a:close/>
                  </a:path>
                </a:pathLst>
              </a:custGeom>
              <a:solidFill>
                <a:srgbClr val="F5F5F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49" name="Google Shape;649;p24"/>
              <p:cNvSpPr/>
              <p:nvPr/>
            </p:nvSpPr>
            <p:spPr>
              <a:xfrm>
                <a:off x="8339281" y="1047372"/>
                <a:ext cx="75280" cy="21311"/>
              </a:xfrm>
              <a:custGeom>
                <a:rect b="b" l="l" r="r" t="t"/>
                <a:pathLst>
                  <a:path extrusionOk="0" h="370" w="1307">
                    <a:moveTo>
                      <a:pt x="379" y="0"/>
                    </a:moveTo>
                    <a:lnTo>
                      <a:pt x="1" y="219"/>
                    </a:lnTo>
                    <a:lnTo>
                      <a:pt x="1" y="369"/>
                    </a:lnTo>
                    <a:lnTo>
                      <a:pt x="1306" y="369"/>
                    </a:lnTo>
                    <a:lnTo>
                      <a:pt x="1306" y="219"/>
                    </a:lnTo>
                    <a:lnTo>
                      <a:pt x="924" y="0"/>
                    </a:lnTo>
                    <a:close/>
                  </a:path>
                </a:pathLst>
              </a:custGeom>
              <a:solidFill>
                <a:srgbClr val="A39C9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50" name="Google Shape;650;p24"/>
              <p:cNvSpPr/>
              <p:nvPr/>
            </p:nvSpPr>
            <p:spPr>
              <a:xfrm>
                <a:off x="8339281" y="1056011"/>
                <a:ext cx="75280" cy="34443"/>
              </a:xfrm>
              <a:custGeom>
                <a:rect b="b" l="l" r="r" t="t"/>
                <a:pathLst>
                  <a:path extrusionOk="0" h="598" w="1307">
                    <a:moveTo>
                      <a:pt x="379" y="0"/>
                    </a:moveTo>
                    <a:lnTo>
                      <a:pt x="1" y="219"/>
                    </a:lnTo>
                    <a:lnTo>
                      <a:pt x="1" y="382"/>
                    </a:lnTo>
                    <a:lnTo>
                      <a:pt x="379" y="598"/>
                    </a:lnTo>
                    <a:lnTo>
                      <a:pt x="924" y="598"/>
                    </a:lnTo>
                    <a:lnTo>
                      <a:pt x="1306" y="382"/>
                    </a:lnTo>
                    <a:lnTo>
                      <a:pt x="1306" y="219"/>
                    </a:lnTo>
                    <a:lnTo>
                      <a:pt x="924" y="0"/>
                    </a:lnTo>
                    <a:close/>
                  </a:path>
                </a:pathLst>
              </a:custGeom>
              <a:solidFill>
                <a:srgbClr val="5E4439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51" name="Google Shape;651;p24"/>
              <p:cNvSpPr/>
              <p:nvPr/>
            </p:nvSpPr>
            <p:spPr>
              <a:xfrm>
                <a:off x="8350224" y="1100764"/>
                <a:ext cx="49476" cy="11692"/>
              </a:xfrm>
              <a:custGeom>
                <a:rect b="b" l="l" r="r" t="t"/>
                <a:pathLst>
                  <a:path extrusionOk="0" h="203" w="859">
                    <a:moveTo>
                      <a:pt x="69" y="0"/>
                    </a:moveTo>
                    <a:lnTo>
                      <a:pt x="0" y="26"/>
                    </a:lnTo>
                    <a:lnTo>
                      <a:pt x="69" y="203"/>
                    </a:lnTo>
                    <a:lnTo>
                      <a:pt x="859" y="203"/>
                    </a:lnTo>
                    <a:lnTo>
                      <a:pt x="859" y="0"/>
                    </a:lnTo>
                    <a:close/>
                  </a:path>
                </a:pathLst>
              </a:custGeom>
              <a:solidFill>
                <a:srgbClr val="87878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52" name="Google Shape;652;p24"/>
              <p:cNvSpPr/>
              <p:nvPr/>
            </p:nvSpPr>
            <p:spPr>
              <a:xfrm>
                <a:off x="8322751" y="1082678"/>
                <a:ext cx="31448" cy="29778"/>
              </a:xfrm>
              <a:custGeom>
                <a:rect b="b" l="l" r="r" t="t"/>
                <a:pathLst>
                  <a:path extrusionOk="0" h="517" w="546">
                    <a:moveTo>
                      <a:pt x="1" y="1"/>
                    </a:moveTo>
                    <a:lnTo>
                      <a:pt x="1" y="190"/>
                    </a:lnTo>
                    <a:lnTo>
                      <a:pt x="546" y="517"/>
                    </a:lnTo>
                    <a:lnTo>
                      <a:pt x="546" y="314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rgbClr val="87878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53" name="Google Shape;653;p24"/>
              <p:cNvSpPr/>
              <p:nvPr/>
            </p:nvSpPr>
            <p:spPr>
              <a:xfrm>
                <a:off x="8331390" y="1043397"/>
                <a:ext cx="90889" cy="51780"/>
              </a:xfrm>
              <a:custGeom>
                <a:rect b="b" l="l" r="r" t="t"/>
                <a:pathLst>
                  <a:path extrusionOk="0" h="899" w="1578">
                    <a:moveTo>
                      <a:pt x="464" y="1"/>
                    </a:moveTo>
                    <a:lnTo>
                      <a:pt x="1" y="262"/>
                    </a:lnTo>
                    <a:lnTo>
                      <a:pt x="1" y="641"/>
                    </a:lnTo>
                    <a:lnTo>
                      <a:pt x="464" y="898"/>
                    </a:lnTo>
                    <a:lnTo>
                      <a:pt x="1117" y="898"/>
                    </a:lnTo>
                    <a:lnTo>
                      <a:pt x="1577" y="641"/>
                    </a:lnTo>
                    <a:lnTo>
                      <a:pt x="1577" y="262"/>
                    </a:lnTo>
                    <a:lnTo>
                      <a:pt x="1117" y="1"/>
                    </a:lnTo>
                    <a:close/>
                  </a:path>
                </a:pathLst>
              </a:custGeom>
              <a:solidFill>
                <a:srgbClr val="2D2C3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54" name="Google Shape;654;p24"/>
              <p:cNvSpPr/>
              <p:nvPr/>
            </p:nvSpPr>
            <p:spPr>
              <a:xfrm>
                <a:off x="8372169" y="968234"/>
                <a:ext cx="9504" cy="120724"/>
              </a:xfrm>
              <a:custGeom>
                <a:rect b="b" l="l" r="r" t="t"/>
                <a:pathLst>
                  <a:path extrusionOk="0" h="2096" w="165">
                    <a:moveTo>
                      <a:pt x="1" y="0"/>
                    </a:moveTo>
                    <a:lnTo>
                      <a:pt x="1" y="2096"/>
                    </a:lnTo>
                    <a:lnTo>
                      <a:pt x="164" y="2096"/>
                    </a:lnTo>
                    <a:lnTo>
                      <a:pt x="164" y="0"/>
                    </a:lnTo>
                    <a:close/>
                  </a:path>
                </a:pathLst>
              </a:custGeom>
              <a:solidFill>
                <a:srgbClr val="50505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55" name="Google Shape;655;p24"/>
              <p:cNvSpPr/>
              <p:nvPr/>
            </p:nvSpPr>
            <p:spPr>
              <a:xfrm>
                <a:off x="8381614" y="964433"/>
                <a:ext cx="6969" cy="124526"/>
              </a:xfrm>
              <a:custGeom>
                <a:rect b="b" l="l" r="r" t="t"/>
                <a:pathLst>
                  <a:path extrusionOk="0" h="2162" w="121">
                    <a:moveTo>
                      <a:pt x="121" y="1"/>
                    </a:moveTo>
                    <a:lnTo>
                      <a:pt x="0" y="66"/>
                    </a:lnTo>
                    <a:lnTo>
                      <a:pt x="0" y="2162"/>
                    </a:lnTo>
                    <a:lnTo>
                      <a:pt x="121" y="2093"/>
                    </a:lnTo>
                    <a:lnTo>
                      <a:pt x="121" y="1"/>
                    </a:lnTo>
                    <a:close/>
                  </a:path>
                </a:pathLst>
              </a:custGeom>
              <a:solidFill>
                <a:srgbClr val="50505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56" name="Google Shape;656;p24"/>
              <p:cNvSpPr/>
              <p:nvPr/>
            </p:nvSpPr>
            <p:spPr>
              <a:xfrm>
                <a:off x="8365027" y="964433"/>
                <a:ext cx="7200" cy="124526"/>
              </a:xfrm>
              <a:custGeom>
                <a:rect b="b" l="l" r="r" t="t"/>
                <a:pathLst>
                  <a:path extrusionOk="0" h="2162" w="125">
                    <a:moveTo>
                      <a:pt x="1" y="1"/>
                    </a:moveTo>
                    <a:lnTo>
                      <a:pt x="1" y="2093"/>
                    </a:lnTo>
                    <a:lnTo>
                      <a:pt x="125" y="2162"/>
                    </a:lnTo>
                    <a:lnTo>
                      <a:pt x="125" y="66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rgbClr val="50505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57" name="Google Shape;657;p24"/>
              <p:cNvSpPr/>
              <p:nvPr/>
            </p:nvSpPr>
            <p:spPr>
              <a:xfrm>
                <a:off x="8365027" y="955044"/>
                <a:ext cx="23557" cy="13247"/>
              </a:xfrm>
              <a:custGeom>
                <a:rect b="b" l="l" r="r" t="t"/>
                <a:pathLst>
                  <a:path extrusionOk="0" h="230" w="409">
                    <a:moveTo>
                      <a:pt x="125" y="1"/>
                    </a:moveTo>
                    <a:lnTo>
                      <a:pt x="1" y="66"/>
                    </a:lnTo>
                    <a:lnTo>
                      <a:pt x="1" y="164"/>
                    </a:lnTo>
                    <a:lnTo>
                      <a:pt x="125" y="229"/>
                    </a:lnTo>
                    <a:lnTo>
                      <a:pt x="288" y="229"/>
                    </a:lnTo>
                    <a:lnTo>
                      <a:pt x="409" y="164"/>
                    </a:lnTo>
                    <a:lnTo>
                      <a:pt x="409" y="66"/>
                    </a:lnTo>
                    <a:lnTo>
                      <a:pt x="288" y="1"/>
                    </a:lnTo>
                    <a:close/>
                  </a:path>
                </a:pathLst>
              </a:custGeom>
              <a:solidFill>
                <a:srgbClr val="50505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58" name="Google Shape;658;p24"/>
              <p:cNvSpPr/>
              <p:nvPr/>
            </p:nvSpPr>
            <p:spPr>
              <a:xfrm>
                <a:off x="8297005" y="513279"/>
                <a:ext cx="159084" cy="470053"/>
              </a:xfrm>
              <a:custGeom>
                <a:rect b="b" l="l" r="r" t="t"/>
                <a:pathLst>
                  <a:path extrusionOk="0" h="8161" w="2762">
                    <a:moveTo>
                      <a:pt x="1388" y="0"/>
                    </a:moveTo>
                    <a:lnTo>
                      <a:pt x="0" y="7031"/>
                    </a:lnTo>
                    <a:lnTo>
                      <a:pt x="0" y="7684"/>
                    </a:lnTo>
                    <a:lnTo>
                      <a:pt x="816" y="8160"/>
                    </a:lnTo>
                    <a:lnTo>
                      <a:pt x="1959" y="8160"/>
                    </a:lnTo>
                    <a:lnTo>
                      <a:pt x="2762" y="7684"/>
                    </a:lnTo>
                    <a:lnTo>
                      <a:pt x="2762" y="7031"/>
                    </a:lnTo>
                    <a:lnTo>
                      <a:pt x="1388" y="0"/>
                    </a:lnTo>
                    <a:close/>
                  </a:path>
                </a:pathLst>
              </a:custGeom>
              <a:solidFill>
                <a:srgbClr val="7FA31D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59" name="Google Shape;659;p24"/>
              <p:cNvSpPr/>
              <p:nvPr/>
            </p:nvSpPr>
            <p:spPr>
              <a:xfrm>
                <a:off x="8344004" y="513279"/>
                <a:ext cx="112085" cy="470053"/>
              </a:xfrm>
              <a:custGeom>
                <a:rect b="b" l="l" r="r" t="t"/>
                <a:pathLst>
                  <a:path extrusionOk="0" h="8161" w="1946">
                    <a:moveTo>
                      <a:pt x="572" y="0"/>
                    </a:moveTo>
                    <a:lnTo>
                      <a:pt x="0" y="8160"/>
                    </a:lnTo>
                    <a:lnTo>
                      <a:pt x="1143" y="8160"/>
                    </a:lnTo>
                    <a:lnTo>
                      <a:pt x="1946" y="7684"/>
                    </a:lnTo>
                    <a:lnTo>
                      <a:pt x="1946" y="7031"/>
                    </a:lnTo>
                    <a:lnTo>
                      <a:pt x="572" y="0"/>
                    </a:lnTo>
                    <a:close/>
                  </a:path>
                </a:pathLst>
              </a:custGeom>
              <a:solidFill>
                <a:srgbClr val="2D2C37">
                  <a:alpha val="3354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660" name="Google Shape;660;p24"/>
            <p:cNvGrpSpPr/>
            <p:nvPr/>
          </p:nvGrpSpPr>
          <p:grpSpPr>
            <a:xfrm flipH="1">
              <a:off x="7959510" y="4583681"/>
              <a:ext cx="390638" cy="461685"/>
              <a:chOff x="6819875" y="4319550"/>
              <a:chExt cx="399875" cy="472650"/>
            </a:xfrm>
          </p:grpSpPr>
          <p:sp>
            <p:nvSpPr>
              <p:cNvPr id="661" name="Google Shape;661;p24"/>
              <p:cNvSpPr/>
              <p:nvPr/>
            </p:nvSpPr>
            <p:spPr>
              <a:xfrm>
                <a:off x="6819875" y="4422200"/>
                <a:ext cx="208525" cy="291425"/>
              </a:xfrm>
              <a:custGeom>
                <a:rect b="b" l="l" r="r" t="t"/>
                <a:pathLst>
                  <a:path extrusionOk="0" h="11657" w="8341">
                    <a:moveTo>
                      <a:pt x="7890" y="1"/>
                    </a:moveTo>
                    <a:lnTo>
                      <a:pt x="1" y="11412"/>
                    </a:lnTo>
                    <a:lnTo>
                      <a:pt x="409" y="11657"/>
                    </a:lnTo>
                    <a:lnTo>
                      <a:pt x="8340" y="6855"/>
                    </a:lnTo>
                    <a:lnTo>
                      <a:pt x="7753" y="6219"/>
                    </a:lnTo>
                    <a:lnTo>
                      <a:pt x="2530" y="9195"/>
                    </a:lnTo>
                    <a:lnTo>
                      <a:pt x="2530" y="9195"/>
                    </a:lnTo>
                    <a:lnTo>
                      <a:pt x="7782" y="1812"/>
                    </a:lnTo>
                    <a:lnTo>
                      <a:pt x="7890" y="1"/>
                    </a:lnTo>
                    <a:close/>
                  </a:path>
                </a:pathLst>
              </a:custGeom>
              <a:solidFill>
                <a:srgbClr val="87878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62" name="Google Shape;662;p24"/>
              <p:cNvSpPr/>
              <p:nvPr/>
            </p:nvSpPr>
            <p:spPr>
              <a:xfrm>
                <a:off x="6830075" y="4428325"/>
                <a:ext cx="208525" cy="285300"/>
              </a:xfrm>
              <a:custGeom>
                <a:rect b="b" l="l" r="r" t="t"/>
                <a:pathLst>
                  <a:path extrusionOk="0" h="11412" w="8341">
                    <a:moveTo>
                      <a:pt x="7890" y="1"/>
                    </a:moveTo>
                    <a:lnTo>
                      <a:pt x="1" y="11412"/>
                    </a:lnTo>
                    <a:lnTo>
                      <a:pt x="8340" y="6871"/>
                    </a:lnTo>
                    <a:lnTo>
                      <a:pt x="7753" y="6218"/>
                    </a:lnTo>
                    <a:lnTo>
                      <a:pt x="2530" y="9208"/>
                    </a:lnTo>
                    <a:lnTo>
                      <a:pt x="7782" y="1825"/>
                    </a:lnTo>
                    <a:lnTo>
                      <a:pt x="7890" y="1"/>
                    </a:lnTo>
                    <a:close/>
                  </a:path>
                </a:pathLst>
              </a:custGeom>
              <a:solidFill>
                <a:srgbClr val="2D2C3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63" name="Google Shape;663;p24"/>
              <p:cNvSpPr/>
              <p:nvPr/>
            </p:nvSpPr>
            <p:spPr>
              <a:xfrm>
                <a:off x="6878375" y="4319550"/>
                <a:ext cx="116975" cy="472650"/>
              </a:xfrm>
              <a:custGeom>
                <a:rect b="b" l="l" r="r" t="t"/>
                <a:pathLst>
                  <a:path extrusionOk="0" h="18906" w="4679">
                    <a:moveTo>
                      <a:pt x="4678" y="1"/>
                    </a:moveTo>
                    <a:lnTo>
                      <a:pt x="4042" y="190"/>
                    </a:lnTo>
                    <a:lnTo>
                      <a:pt x="1" y="18648"/>
                    </a:lnTo>
                    <a:lnTo>
                      <a:pt x="533" y="18906"/>
                    </a:lnTo>
                    <a:lnTo>
                      <a:pt x="4678" y="1"/>
                    </a:lnTo>
                    <a:close/>
                  </a:path>
                </a:pathLst>
              </a:custGeom>
              <a:solidFill>
                <a:srgbClr val="B1282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64" name="Google Shape;664;p24"/>
              <p:cNvSpPr/>
              <p:nvPr/>
            </p:nvSpPr>
            <p:spPr>
              <a:xfrm>
                <a:off x="6891675" y="4319550"/>
                <a:ext cx="328075" cy="472650"/>
              </a:xfrm>
              <a:custGeom>
                <a:rect b="b" l="l" r="r" t="t"/>
                <a:pathLst>
                  <a:path extrusionOk="0" h="18906" w="13123">
                    <a:moveTo>
                      <a:pt x="4146" y="1"/>
                    </a:moveTo>
                    <a:lnTo>
                      <a:pt x="1" y="18906"/>
                    </a:lnTo>
                    <a:lnTo>
                      <a:pt x="13122" y="11343"/>
                    </a:lnTo>
                    <a:lnTo>
                      <a:pt x="4146" y="1"/>
                    </a:lnTo>
                    <a:close/>
                  </a:path>
                </a:pathLst>
              </a:custGeom>
              <a:solidFill>
                <a:srgbClr val="F5F5F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65" name="Google Shape;665;p24"/>
              <p:cNvSpPr/>
              <p:nvPr/>
            </p:nvSpPr>
            <p:spPr>
              <a:xfrm>
                <a:off x="6908650" y="4339625"/>
                <a:ext cx="298850" cy="432825"/>
              </a:xfrm>
              <a:custGeom>
                <a:rect b="b" l="l" r="r" t="t"/>
                <a:pathLst>
                  <a:path extrusionOk="0" h="17313" w="11954">
                    <a:moveTo>
                      <a:pt x="3536" y="1"/>
                    </a:moveTo>
                    <a:lnTo>
                      <a:pt x="1" y="17313"/>
                    </a:lnTo>
                    <a:lnTo>
                      <a:pt x="1" y="17313"/>
                    </a:lnTo>
                    <a:lnTo>
                      <a:pt x="11954" y="10419"/>
                    </a:lnTo>
                    <a:lnTo>
                      <a:pt x="3536" y="1"/>
                    </a:lnTo>
                    <a:close/>
                  </a:path>
                </a:pathLst>
              </a:custGeom>
              <a:solidFill>
                <a:srgbClr val="E7363C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66" name="Google Shape;666;p24"/>
              <p:cNvSpPr/>
              <p:nvPr/>
            </p:nvSpPr>
            <p:spPr>
              <a:xfrm>
                <a:off x="6951175" y="4386875"/>
                <a:ext cx="220025" cy="330825"/>
              </a:xfrm>
              <a:custGeom>
                <a:rect b="b" l="l" r="r" t="t"/>
                <a:pathLst>
                  <a:path extrusionOk="0" h="13233" w="8801">
                    <a:moveTo>
                      <a:pt x="2272" y="0"/>
                    </a:moveTo>
                    <a:lnTo>
                      <a:pt x="0" y="13233"/>
                    </a:lnTo>
                    <a:lnTo>
                      <a:pt x="8800" y="8160"/>
                    </a:lnTo>
                    <a:lnTo>
                      <a:pt x="2272" y="0"/>
                    </a:lnTo>
                    <a:close/>
                  </a:path>
                </a:pathLst>
              </a:custGeom>
              <a:solidFill>
                <a:srgbClr val="F5F5F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67" name="Google Shape;667;p24"/>
              <p:cNvSpPr/>
              <p:nvPr/>
            </p:nvSpPr>
            <p:spPr>
              <a:xfrm>
                <a:off x="7014425" y="4465450"/>
                <a:ext cx="55425" cy="174075"/>
              </a:xfrm>
              <a:custGeom>
                <a:rect b="b" l="l" r="r" t="t"/>
                <a:pathLst>
                  <a:path extrusionOk="0" h="6963" w="2217">
                    <a:moveTo>
                      <a:pt x="1129" y="1"/>
                    </a:moveTo>
                    <a:lnTo>
                      <a:pt x="0" y="653"/>
                    </a:lnTo>
                    <a:lnTo>
                      <a:pt x="313" y="2351"/>
                    </a:lnTo>
                    <a:lnTo>
                      <a:pt x="966" y="4636"/>
                    </a:lnTo>
                    <a:lnTo>
                      <a:pt x="1671" y="4228"/>
                    </a:lnTo>
                    <a:lnTo>
                      <a:pt x="1440" y="1714"/>
                    </a:lnTo>
                    <a:lnTo>
                      <a:pt x="1129" y="1"/>
                    </a:lnTo>
                    <a:close/>
                    <a:moveTo>
                      <a:pt x="1586" y="4950"/>
                    </a:moveTo>
                    <a:cubicBezTo>
                      <a:pt x="1522" y="4950"/>
                      <a:pt x="1456" y="4967"/>
                      <a:pt x="1387" y="5004"/>
                    </a:cubicBezTo>
                    <a:cubicBezTo>
                      <a:pt x="1074" y="5194"/>
                      <a:pt x="924" y="5713"/>
                      <a:pt x="1031" y="6268"/>
                    </a:cubicBezTo>
                    <a:cubicBezTo>
                      <a:pt x="1109" y="6709"/>
                      <a:pt x="1311" y="6962"/>
                      <a:pt x="1546" y="6962"/>
                    </a:cubicBezTo>
                    <a:cubicBezTo>
                      <a:pt x="1609" y="6962"/>
                      <a:pt x="1674" y="6944"/>
                      <a:pt x="1740" y="6907"/>
                    </a:cubicBezTo>
                    <a:cubicBezTo>
                      <a:pt x="2066" y="6718"/>
                      <a:pt x="2216" y="6215"/>
                      <a:pt x="2109" y="5644"/>
                    </a:cubicBezTo>
                    <a:cubicBezTo>
                      <a:pt x="2021" y="5203"/>
                      <a:pt x="1825" y="4950"/>
                      <a:pt x="1586" y="4950"/>
                    </a:cubicBezTo>
                    <a:close/>
                  </a:path>
                </a:pathLst>
              </a:custGeom>
              <a:solidFill>
                <a:srgbClr val="2D2C3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668" name="Google Shape;668;p24"/>
          <p:cNvSpPr txBox="1"/>
          <p:nvPr>
            <p:ph type="title"/>
          </p:nvPr>
        </p:nvSpPr>
        <p:spPr>
          <a:xfrm>
            <a:off x="720000" y="5212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700"/>
              <a:buNone/>
              <a:defRPr sz="2700">
                <a:latin typeface="Lexend ExtraBold"/>
                <a:ea typeface="Lexend ExtraBold"/>
                <a:cs typeface="Lexend ExtraBold"/>
                <a:sym typeface="Lexend Extra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669" name="Google Shape;669;p24"/>
          <p:cNvSpPr txBox="1"/>
          <p:nvPr>
            <p:ph idx="1" type="subTitle"/>
          </p:nvPr>
        </p:nvSpPr>
        <p:spPr>
          <a:xfrm>
            <a:off x="2328015" y="1976175"/>
            <a:ext cx="1978200" cy="66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670" name="Google Shape;670;p24"/>
          <p:cNvSpPr txBox="1"/>
          <p:nvPr>
            <p:ph idx="2" type="subTitle"/>
          </p:nvPr>
        </p:nvSpPr>
        <p:spPr>
          <a:xfrm>
            <a:off x="5462694" y="1976175"/>
            <a:ext cx="1978200" cy="66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671" name="Google Shape;671;p24"/>
          <p:cNvSpPr txBox="1"/>
          <p:nvPr>
            <p:ph idx="3" type="subTitle"/>
          </p:nvPr>
        </p:nvSpPr>
        <p:spPr>
          <a:xfrm>
            <a:off x="2328015" y="3409575"/>
            <a:ext cx="1978200" cy="66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672" name="Google Shape;672;p24"/>
          <p:cNvSpPr txBox="1"/>
          <p:nvPr>
            <p:ph idx="4" type="subTitle"/>
          </p:nvPr>
        </p:nvSpPr>
        <p:spPr>
          <a:xfrm>
            <a:off x="5462694" y="3409575"/>
            <a:ext cx="1978200" cy="66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673" name="Google Shape;673;p24"/>
          <p:cNvSpPr txBox="1"/>
          <p:nvPr>
            <p:ph idx="5" type="subTitle"/>
          </p:nvPr>
        </p:nvSpPr>
        <p:spPr>
          <a:xfrm>
            <a:off x="2328015" y="1692575"/>
            <a:ext cx="1978200" cy="377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1700">
                <a:solidFill>
                  <a:schemeClr val="dk1"/>
                </a:solidFill>
                <a:latin typeface="Lexend ExtraBold"/>
                <a:ea typeface="Lexend ExtraBold"/>
                <a:cs typeface="Lexend ExtraBold"/>
                <a:sym typeface="Lexend ExtraBol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674" name="Google Shape;674;p24"/>
          <p:cNvSpPr txBox="1"/>
          <p:nvPr>
            <p:ph idx="6" type="subTitle"/>
          </p:nvPr>
        </p:nvSpPr>
        <p:spPr>
          <a:xfrm>
            <a:off x="2328015" y="3126050"/>
            <a:ext cx="1978200" cy="377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1700">
                <a:solidFill>
                  <a:schemeClr val="dk1"/>
                </a:solidFill>
                <a:latin typeface="Lexend ExtraBold"/>
                <a:ea typeface="Lexend ExtraBold"/>
                <a:cs typeface="Lexend ExtraBold"/>
                <a:sym typeface="Lexend ExtraBol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675" name="Google Shape;675;p24"/>
          <p:cNvSpPr txBox="1"/>
          <p:nvPr>
            <p:ph idx="7" type="subTitle"/>
          </p:nvPr>
        </p:nvSpPr>
        <p:spPr>
          <a:xfrm>
            <a:off x="5462690" y="1692575"/>
            <a:ext cx="1978200" cy="377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1700">
                <a:solidFill>
                  <a:schemeClr val="dk1"/>
                </a:solidFill>
                <a:latin typeface="Lexend ExtraBold"/>
                <a:ea typeface="Lexend ExtraBold"/>
                <a:cs typeface="Lexend ExtraBold"/>
                <a:sym typeface="Lexend ExtraBol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676" name="Google Shape;676;p24"/>
          <p:cNvSpPr txBox="1"/>
          <p:nvPr>
            <p:ph idx="8" type="subTitle"/>
          </p:nvPr>
        </p:nvSpPr>
        <p:spPr>
          <a:xfrm>
            <a:off x="5462690" y="3126050"/>
            <a:ext cx="1978200" cy="377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1700">
                <a:solidFill>
                  <a:schemeClr val="dk1"/>
                </a:solidFill>
                <a:latin typeface="Lexend ExtraBold"/>
                <a:ea typeface="Lexend ExtraBold"/>
                <a:cs typeface="Lexend ExtraBold"/>
                <a:sym typeface="Lexend ExtraBol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six columns">
  <p:cSld name="CUSTOM_7">
    <p:spTree>
      <p:nvGrpSpPr>
        <p:cNvPr id="677" name="Shape 6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8" name="Google Shape;678;p25"/>
          <p:cNvSpPr txBox="1"/>
          <p:nvPr>
            <p:ph type="title"/>
          </p:nvPr>
        </p:nvSpPr>
        <p:spPr>
          <a:xfrm>
            <a:off x="720000" y="5212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700"/>
              <a:buNone/>
              <a:defRPr sz="2700">
                <a:latin typeface="Lexend ExtraBold"/>
                <a:ea typeface="Lexend ExtraBold"/>
                <a:cs typeface="Lexend ExtraBold"/>
                <a:sym typeface="Lexend Extra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679" name="Google Shape;679;p25"/>
          <p:cNvSpPr txBox="1"/>
          <p:nvPr>
            <p:ph idx="1" type="subTitle"/>
          </p:nvPr>
        </p:nvSpPr>
        <p:spPr>
          <a:xfrm>
            <a:off x="1173457" y="2247292"/>
            <a:ext cx="2028600" cy="48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680" name="Google Shape;680;p25"/>
          <p:cNvSpPr txBox="1"/>
          <p:nvPr>
            <p:ph idx="2" type="subTitle"/>
          </p:nvPr>
        </p:nvSpPr>
        <p:spPr>
          <a:xfrm>
            <a:off x="3557700" y="2247292"/>
            <a:ext cx="2028600" cy="48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681" name="Google Shape;681;p25"/>
          <p:cNvSpPr txBox="1"/>
          <p:nvPr>
            <p:ph idx="3" type="subTitle"/>
          </p:nvPr>
        </p:nvSpPr>
        <p:spPr>
          <a:xfrm>
            <a:off x="1173457" y="3966804"/>
            <a:ext cx="2028600" cy="48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682" name="Google Shape;682;p25"/>
          <p:cNvSpPr txBox="1"/>
          <p:nvPr>
            <p:ph idx="4" type="subTitle"/>
          </p:nvPr>
        </p:nvSpPr>
        <p:spPr>
          <a:xfrm>
            <a:off x="3557700" y="3966804"/>
            <a:ext cx="2028600" cy="48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683" name="Google Shape;683;p25"/>
          <p:cNvSpPr txBox="1"/>
          <p:nvPr>
            <p:ph idx="5" type="subTitle"/>
          </p:nvPr>
        </p:nvSpPr>
        <p:spPr>
          <a:xfrm>
            <a:off x="5941983" y="2247292"/>
            <a:ext cx="2028600" cy="48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684" name="Google Shape;684;p25"/>
          <p:cNvSpPr txBox="1"/>
          <p:nvPr>
            <p:ph idx="6" type="subTitle"/>
          </p:nvPr>
        </p:nvSpPr>
        <p:spPr>
          <a:xfrm>
            <a:off x="5941983" y="3966804"/>
            <a:ext cx="2028600" cy="48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685" name="Google Shape;685;p25"/>
          <p:cNvSpPr txBox="1"/>
          <p:nvPr>
            <p:ph idx="7" type="subTitle"/>
          </p:nvPr>
        </p:nvSpPr>
        <p:spPr>
          <a:xfrm>
            <a:off x="1171917" y="1985800"/>
            <a:ext cx="2031600" cy="377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1700">
                <a:solidFill>
                  <a:schemeClr val="dk1"/>
                </a:solidFill>
                <a:latin typeface="Lexend ExtraBold"/>
                <a:ea typeface="Lexend ExtraBold"/>
                <a:cs typeface="Lexend ExtraBold"/>
                <a:sym typeface="Lexend ExtraBol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686" name="Google Shape;686;p25"/>
          <p:cNvSpPr txBox="1"/>
          <p:nvPr>
            <p:ph idx="8" type="subTitle"/>
          </p:nvPr>
        </p:nvSpPr>
        <p:spPr>
          <a:xfrm>
            <a:off x="3556200" y="1985800"/>
            <a:ext cx="2031600" cy="377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1700">
                <a:solidFill>
                  <a:schemeClr val="dk1"/>
                </a:solidFill>
                <a:latin typeface="Lexend ExtraBold"/>
                <a:ea typeface="Lexend ExtraBold"/>
                <a:cs typeface="Lexend ExtraBold"/>
                <a:sym typeface="Lexend ExtraBol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687" name="Google Shape;687;p25"/>
          <p:cNvSpPr txBox="1"/>
          <p:nvPr>
            <p:ph idx="9" type="subTitle"/>
          </p:nvPr>
        </p:nvSpPr>
        <p:spPr>
          <a:xfrm>
            <a:off x="5940483" y="1985800"/>
            <a:ext cx="2031600" cy="377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1700">
                <a:solidFill>
                  <a:schemeClr val="dk1"/>
                </a:solidFill>
                <a:latin typeface="Lexend ExtraBold"/>
                <a:ea typeface="Lexend ExtraBold"/>
                <a:cs typeface="Lexend ExtraBold"/>
                <a:sym typeface="Lexend ExtraBol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688" name="Google Shape;688;p25"/>
          <p:cNvSpPr txBox="1"/>
          <p:nvPr>
            <p:ph idx="13" type="subTitle"/>
          </p:nvPr>
        </p:nvSpPr>
        <p:spPr>
          <a:xfrm>
            <a:off x="1171917" y="3704175"/>
            <a:ext cx="2031600" cy="377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1700">
                <a:solidFill>
                  <a:schemeClr val="dk1"/>
                </a:solidFill>
                <a:latin typeface="Lexend ExtraBold"/>
                <a:ea typeface="Lexend ExtraBold"/>
                <a:cs typeface="Lexend ExtraBold"/>
                <a:sym typeface="Lexend ExtraBol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689" name="Google Shape;689;p25"/>
          <p:cNvSpPr txBox="1"/>
          <p:nvPr>
            <p:ph idx="14" type="subTitle"/>
          </p:nvPr>
        </p:nvSpPr>
        <p:spPr>
          <a:xfrm>
            <a:off x="3556200" y="3704175"/>
            <a:ext cx="2031600" cy="377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1700">
                <a:solidFill>
                  <a:schemeClr val="dk1"/>
                </a:solidFill>
                <a:latin typeface="Lexend ExtraBold"/>
                <a:ea typeface="Lexend ExtraBold"/>
                <a:cs typeface="Lexend ExtraBold"/>
                <a:sym typeface="Lexend ExtraBol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690" name="Google Shape;690;p25"/>
          <p:cNvSpPr txBox="1"/>
          <p:nvPr>
            <p:ph idx="15" type="subTitle"/>
          </p:nvPr>
        </p:nvSpPr>
        <p:spPr>
          <a:xfrm>
            <a:off x="5940483" y="3704175"/>
            <a:ext cx="2031600" cy="377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1700">
                <a:solidFill>
                  <a:schemeClr val="dk1"/>
                </a:solidFill>
                <a:latin typeface="Lexend ExtraBold"/>
                <a:ea typeface="Lexend ExtraBold"/>
                <a:cs typeface="Lexend ExtraBold"/>
                <a:sym typeface="Lexend ExtraBol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691" name="Google Shape;691;p25"/>
          <p:cNvSpPr/>
          <p:nvPr/>
        </p:nvSpPr>
        <p:spPr>
          <a:xfrm>
            <a:off x="280800" y="279300"/>
            <a:ext cx="8582400" cy="45849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2" name="Google Shape;692;p25"/>
          <p:cNvSpPr/>
          <p:nvPr/>
        </p:nvSpPr>
        <p:spPr>
          <a:xfrm>
            <a:off x="281825" y="279300"/>
            <a:ext cx="8582400" cy="162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693" name="Google Shape;693;p25"/>
          <p:cNvGrpSpPr/>
          <p:nvPr/>
        </p:nvGrpSpPr>
        <p:grpSpPr>
          <a:xfrm>
            <a:off x="8346068" y="539493"/>
            <a:ext cx="662463" cy="775160"/>
            <a:chOff x="5424136" y="1294946"/>
            <a:chExt cx="1748846" cy="2046356"/>
          </a:xfrm>
        </p:grpSpPr>
        <p:grpSp>
          <p:nvGrpSpPr>
            <p:cNvPr id="694" name="Google Shape;694;p25"/>
            <p:cNvGrpSpPr/>
            <p:nvPr/>
          </p:nvGrpSpPr>
          <p:grpSpPr>
            <a:xfrm>
              <a:off x="5424136" y="2234050"/>
              <a:ext cx="1184145" cy="1107253"/>
              <a:chOff x="5424136" y="2234050"/>
              <a:chExt cx="1184145" cy="1107253"/>
            </a:xfrm>
          </p:grpSpPr>
          <p:sp>
            <p:nvSpPr>
              <p:cNvPr id="695" name="Google Shape;695;p25"/>
              <p:cNvSpPr/>
              <p:nvPr/>
            </p:nvSpPr>
            <p:spPr>
              <a:xfrm>
                <a:off x="5424136" y="2234050"/>
                <a:ext cx="1184145" cy="1107253"/>
              </a:xfrm>
              <a:custGeom>
                <a:rect b="b" l="l" r="r" t="t"/>
                <a:pathLst>
                  <a:path extrusionOk="0" h="6048" w="6468">
                    <a:moveTo>
                      <a:pt x="3300" y="0"/>
                    </a:moveTo>
                    <a:lnTo>
                      <a:pt x="2377" y="532"/>
                    </a:lnTo>
                    <a:lnTo>
                      <a:pt x="1657" y="1717"/>
                    </a:lnTo>
                    <a:lnTo>
                      <a:pt x="1672" y="2280"/>
                    </a:lnTo>
                    <a:lnTo>
                      <a:pt x="705" y="2812"/>
                    </a:lnTo>
                    <a:lnTo>
                      <a:pt x="0" y="4031"/>
                    </a:lnTo>
                    <a:lnTo>
                      <a:pt x="0" y="5156"/>
                    </a:lnTo>
                    <a:lnTo>
                      <a:pt x="1519" y="6048"/>
                    </a:lnTo>
                    <a:lnTo>
                      <a:pt x="5797" y="3577"/>
                    </a:lnTo>
                    <a:lnTo>
                      <a:pt x="6468" y="2392"/>
                    </a:lnTo>
                    <a:lnTo>
                      <a:pt x="6468" y="1282"/>
                    </a:lnTo>
                    <a:lnTo>
                      <a:pt x="4953" y="390"/>
                    </a:lnTo>
                    <a:lnTo>
                      <a:pt x="4470" y="671"/>
                    </a:lnTo>
                    <a:lnTo>
                      <a:pt x="3300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96" name="Google Shape;696;p25"/>
              <p:cNvSpPr/>
              <p:nvPr/>
            </p:nvSpPr>
            <p:spPr>
              <a:xfrm>
                <a:off x="5850342" y="2234050"/>
                <a:ext cx="332469" cy="191682"/>
              </a:xfrm>
              <a:custGeom>
                <a:rect b="b" l="l" r="r" t="t"/>
                <a:pathLst>
                  <a:path extrusionOk="0" h="1047" w="1816">
                    <a:moveTo>
                      <a:pt x="972" y="0"/>
                    </a:moveTo>
                    <a:lnTo>
                      <a:pt x="1" y="562"/>
                    </a:lnTo>
                    <a:lnTo>
                      <a:pt x="844" y="1046"/>
                    </a:lnTo>
                    <a:lnTo>
                      <a:pt x="1815" y="484"/>
                    </a:lnTo>
                    <a:lnTo>
                      <a:pt x="972" y="0"/>
                    </a:lnTo>
                    <a:close/>
                  </a:path>
                </a:pathLst>
              </a:custGeom>
              <a:solidFill>
                <a:srgbClr val="F5F5F5">
                  <a:alpha val="6398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97" name="Google Shape;697;p25"/>
              <p:cNvSpPr/>
              <p:nvPr/>
            </p:nvSpPr>
            <p:spPr>
              <a:xfrm>
                <a:off x="5553206" y="2651281"/>
                <a:ext cx="328990" cy="192414"/>
              </a:xfrm>
              <a:custGeom>
                <a:rect b="b" l="l" r="r" t="t"/>
                <a:pathLst>
                  <a:path extrusionOk="0" h="1051" w="1797">
                    <a:moveTo>
                      <a:pt x="967" y="1"/>
                    </a:moveTo>
                    <a:lnTo>
                      <a:pt x="0" y="533"/>
                    </a:lnTo>
                    <a:lnTo>
                      <a:pt x="829" y="1051"/>
                    </a:lnTo>
                    <a:lnTo>
                      <a:pt x="1796" y="488"/>
                    </a:lnTo>
                    <a:lnTo>
                      <a:pt x="967" y="1"/>
                    </a:lnTo>
                    <a:close/>
                  </a:path>
                </a:pathLst>
              </a:custGeom>
              <a:solidFill>
                <a:srgbClr val="F5F5F5">
                  <a:alpha val="6398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98" name="Google Shape;698;p25"/>
              <p:cNvSpPr/>
              <p:nvPr/>
            </p:nvSpPr>
            <p:spPr>
              <a:xfrm>
                <a:off x="5424136" y="2748861"/>
                <a:ext cx="280841" cy="311781"/>
              </a:xfrm>
              <a:custGeom>
                <a:rect b="b" l="l" r="r" t="t"/>
                <a:pathLst>
                  <a:path extrusionOk="0" h="1703" w="1534">
                    <a:moveTo>
                      <a:pt x="705" y="0"/>
                    </a:moveTo>
                    <a:lnTo>
                      <a:pt x="0" y="1219"/>
                    </a:lnTo>
                    <a:lnTo>
                      <a:pt x="844" y="1702"/>
                    </a:lnTo>
                    <a:lnTo>
                      <a:pt x="1534" y="518"/>
                    </a:lnTo>
                    <a:lnTo>
                      <a:pt x="705" y="0"/>
                    </a:lnTo>
                    <a:close/>
                  </a:path>
                </a:pathLst>
              </a:custGeom>
              <a:solidFill>
                <a:srgbClr val="F5F5F5">
                  <a:alpha val="3416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99" name="Google Shape;699;p25"/>
              <p:cNvSpPr/>
              <p:nvPr/>
            </p:nvSpPr>
            <p:spPr>
              <a:xfrm>
                <a:off x="5727497" y="2548392"/>
                <a:ext cx="154700" cy="192414"/>
              </a:xfrm>
              <a:custGeom>
                <a:rect b="b" l="l" r="r" t="t"/>
                <a:pathLst>
                  <a:path extrusionOk="0" h="1051" w="845">
                    <a:moveTo>
                      <a:pt x="0" y="0"/>
                    </a:moveTo>
                    <a:lnTo>
                      <a:pt x="0" y="563"/>
                    </a:lnTo>
                    <a:lnTo>
                      <a:pt x="844" y="1050"/>
                    </a:lnTo>
                    <a:lnTo>
                      <a:pt x="844" y="48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5F5F5">
                  <a:alpha val="3416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00" name="Google Shape;700;p25"/>
              <p:cNvSpPr/>
              <p:nvPr/>
            </p:nvSpPr>
            <p:spPr>
              <a:xfrm>
                <a:off x="5424136" y="2971848"/>
                <a:ext cx="154517" cy="294755"/>
              </a:xfrm>
              <a:custGeom>
                <a:rect b="b" l="l" r="r" t="t"/>
                <a:pathLst>
                  <a:path extrusionOk="0" h="1610" w="844">
                    <a:moveTo>
                      <a:pt x="0" y="1"/>
                    </a:moveTo>
                    <a:lnTo>
                      <a:pt x="0" y="1126"/>
                    </a:lnTo>
                    <a:lnTo>
                      <a:pt x="844" y="1609"/>
                    </a:lnTo>
                    <a:lnTo>
                      <a:pt x="844" y="484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F5F5F5">
                  <a:alpha val="6398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01" name="Google Shape;701;p25"/>
              <p:cNvSpPr/>
              <p:nvPr/>
            </p:nvSpPr>
            <p:spPr>
              <a:xfrm>
                <a:off x="6242312" y="2305267"/>
                <a:ext cx="243127" cy="191865"/>
              </a:xfrm>
              <a:custGeom>
                <a:rect b="b" l="l" r="r" t="t"/>
                <a:pathLst>
                  <a:path extrusionOk="0" h="1048" w="1328">
                    <a:moveTo>
                      <a:pt x="484" y="1"/>
                    </a:moveTo>
                    <a:lnTo>
                      <a:pt x="1" y="282"/>
                    </a:lnTo>
                    <a:lnTo>
                      <a:pt x="360" y="1047"/>
                    </a:lnTo>
                    <a:lnTo>
                      <a:pt x="1328" y="485"/>
                    </a:lnTo>
                    <a:lnTo>
                      <a:pt x="484" y="1"/>
                    </a:lnTo>
                    <a:close/>
                  </a:path>
                </a:pathLst>
              </a:custGeom>
              <a:solidFill>
                <a:srgbClr val="F5F5F5">
                  <a:alpha val="6398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02" name="Google Shape;702;p25"/>
              <p:cNvSpPr/>
              <p:nvPr/>
            </p:nvSpPr>
            <p:spPr>
              <a:xfrm>
                <a:off x="5727497" y="2328700"/>
                <a:ext cx="280292" cy="309035"/>
              </a:xfrm>
              <a:custGeom>
                <a:rect b="b" l="l" r="r" t="t"/>
                <a:pathLst>
                  <a:path extrusionOk="0" h="1688" w="1531">
                    <a:moveTo>
                      <a:pt x="687" y="0"/>
                    </a:moveTo>
                    <a:lnTo>
                      <a:pt x="0" y="1200"/>
                    </a:lnTo>
                    <a:lnTo>
                      <a:pt x="844" y="1688"/>
                    </a:lnTo>
                    <a:lnTo>
                      <a:pt x="1530" y="499"/>
                    </a:lnTo>
                    <a:lnTo>
                      <a:pt x="687" y="0"/>
                    </a:lnTo>
                    <a:close/>
                  </a:path>
                </a:pathLst>
              </a:custGeom>
              <a:solidFill>
                <a:srgbClr val="F5F5F5">
                  <a:alpha val="3416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703" name="Google Shape;703;p25"/>
            <p:cNvGrpSpPr/>
            <p:nvPr/>
          </p:nvGrpSpPr>
          <p:grpSpPr>
            <a:xfrm>
              <a:off x="6319687" y="1294946"/>
              <a:ext cx="853295" cy="797776"/>
              <a:chOff x="5424136" y="2234050"/>
              <a:chExt cx="1184145" cy="1107253"/>
            </a:xfrm>
          </p:grpSpPr>
          <p:sp>
            <p:nvSpPr>
              <p:cNvPr id="704" name="Google Shape;704;p25"/>
              <p:cNvSpPr/>
              <p:nvPr/>
            </p:nvSpPr>
            <p:spPr>
              <a:xfrm>
                <a:off x="5424136" y="2234050"/>
                <a:ext cx="1184145" cy="1107253"/>
              </a:xfrm>
              <a:custGeom>
                <a:rect b="b" l="l" r="r" t="t"/>
                <a:pathLst>
                  <a:path extrusionOk="0" h="6048" w="6468">
                    <a:moveTo>
                      <a:pt x="3300" y="0"/>
                    </a:moveTo>
                    <a:lnTo>
                      <a:pt x="2377" y="532"/>
                    </a:lnTo>
                    <a:lnTo>
                      <a:pt x="1657" y="1717"/>
                    </a:lnTo>
                    <a:lnTo>
                      <a:pt x="1672" y="2280"/>
                    </a:lnTo>
                    <a:lnTo>
                      <a:pt x="705" y="2812"/>
                    </a:lnTo>
                    <a:lnTo>
                      <a:pt x="0" y="4031"/>
                    </a:lnTo>
                    <a:lnTo>
                      <a:pt x="0" y="5156"/>
                    </a:lnTo>
                    <a:lnTo>
                      <a:pt x="1519" y="6048"/>
                    </a:lnTo>
                    <a:lnTo>
                      <a:pt x="5797" y="3577"/>
                    </a:lnTo>
                    <a:lnTo>
                      <a:pt x="6468" y="2392"/>
                    </a:lnTo>
                    <a:lnTo>
                      <a:pt x="6468" y="1282"/>
                    </a:lnTo>
                    <a:lnTo>
                      <a:pt x="4953" y="390"/>
                    </a:lnTo>
                    <a:lnTo>
                      <a:pt x="4470" y="671"/>
                    </a:lnTo>
                    <a:lnTo>
                      <a:pt x="3300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05" name="Google Shape;705;p25"/>
              <p:cNvSpPr/>
              <p:nvPr/>
            </p:nvSpPr>
            <p:spPr>
              <a:xfrm>
                <a:off x="5850342" y="2234050"/>
                <a:ext cx="332469" cy="191682"/>
              </a:xfrm>
              <a:custGeom>
                <a:rect b="b" l="l" r="r" t="t"/>
                <a:pathLst>
                  <a:path extrusionOk="0" h="1047" w="1816">
                    <a:moveTo>
                      <a:pt x="972" y="0"/>
                    </a:moveTo>
                    <a:lnTo>
                      <a:pt x="1" y="562"/>
                    </a:lnTo>
                    <a:lnTo>
                      <a:pt x="844" y="1046"/>
                    </a:lnTo>
                    <a:lnTo>
                      <a:pt x="1815" y="484"/>
                    </a:lnTo>
                    <a:lnTo>
                      <a:pt x="972" y="0"/>
                    </a:lnTo>
                    <a:close/>
                  </a:path>
                </a:pathLst>
              </a:custGeom>
              <a:solidFill>
                <a:srgbClr val="F5F5F5">
                  <a:alpha val="6398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06" name="Google Shape;706;p25"/>
              <p:cNvSpPr/>
              <p:nvPr/>
            </p:nvSpPr>
            <p:spPr>
              <a:xfrm>
                <a:off x="5553206" y="2651281"/>
                <a:ext cx="328990" cy="192414"/>
              </a:xfrm>
              <a:custGeom>
                <a:rect b="b" l="l" r="r" t="t"/>
                <a:pathLst>
                  <a:path extrusionOk="0" h="1051" w="1797">
                    <a:moveTo>
                      <a:pt x="967" y="1"/>
                    </a:moveTo>
                    <a:lnTo>
                      <a:pt x="0" y="533"/>
                    </a:lnTo>
                    <a:lnTo>
                      <a:pt x="829" y="1051"/>
                    </a:lnTo>
                    <a:lnTo>
                      <a:pt x="1796" y="488"/>
                    </a:lnTo>
                    <a:lnTo>
                      <a:pt x="967" y="1"/>
                    </a:lnTo>
                    <a:close/>
                  </a:path>
                </a:pathLst>
              </a:custGeom>
              <a:solidFill>
                <a:srgbClr val="F5F5F5">
                  <a:alpha val="6398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07" name="Google Shape;707;p25"/>
              <p:cNvSpPr/>
              <p:nvPr/>
            </p:nvSpPr>
            <p:spPr>
              <a:xfrm>
                <a:off x="5424136" y="2748861"/>
                <a:ext cx="280841" cy="311781"/>
              </a:xfrm>
              <a:custGeom>
                <a:rect b="b" l="l" r="r" t="t"/>
                <a:pathLst>
                  <a:path extrusionOk="0" h="1703" w="1534">
                    <a:moveTo>
                      <a:pt x="705" y="0"/>
                    </a:moveTo>
                    <a:lnTo>
                      <a:pt x="0" y="1219"/>
                    </a:lnTo>
                    <a:lnTo>
                      <a:pt x="844" y="1702"/>
                    </a:lnTo>
                    <a:lnTo>
                      <a:pt x="1534" y="518"/>
                    </a:lnTo>
                    <a:lnTo>
                      <a:pt x="705" y="0"/>
                    </a:lnTo>
                    <a:close/>
                  </a:path>
                </a:pathLst>
              </a:custGeom>
              <a:solidFill>
                <a:srgbClr val="F5F5F5">
                  <a:alpha val="3416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08" name="Google Shape;708;p25"/>
              <p:cNvSpPr/>
              <p:nvPr/>
            </p:nvSpPr>
            <p:spPr>
              <a:xfrm>
                <a:off x="5727497" y="2548392"/>
                <a:ext cx="154700" cy="192414"/>
              </a:xfrm>
              <a:custGeom>
                <a:rect b="b" l="l" r="r" t="t"/>
                <a:pathLst>
                  <a:path extrusionOk="0" h="1051" w="845">
                    <a:moveTo>
                      <a:pt x="0" y="0"/>
                    </a:moveTo>
                    <a:lnTo>
                      <a:pt x="0" y="563"/>
                    </a:lnTo>
                    <a:lnTo>
                      <a:pt x="844" y="1050"/>
                    </a:lnTo>
                    <a:lnTo>
                      <a:pt x="844" y="48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5F5F5">
                  <a:alpha val="3416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09" name="Google Shape;709;p25"/>
              <p:cNvSpPr/>
              <p:nvPr/>
            </p:nvSpPr>
            <p:spPr>
              <a:xfrm>
                <a:off x="5424136" y="2971848"/>
                <a:ext cx="154517" cy="294755"/>
              </a:xfrm>
              <a:custGeom>
                <a:rect b="b" l="l" r="r" t="t"/>
                <a:pathLst>
                  <a:path extrusionOk="0" h="1610" w="844">
                    <a:moveTo>
                      <a:pt x="0" y="1"/>
                    </a:moveTo>
                    <a:lnTo>
                      <a:pt x="0" y="1126"/>
                    </a:lnTo>
                    <a:lnTo>
                      <a:pt x="844" y="1609"/>
                    </a:lnTo>
                    <a:lnTo>
                      <a:pt x="844" y="484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F5F5F5">
                  <a:alpha val="6398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10" name="Google Shape;710;p25"/>
              <p:cNvSpPr/>
              <p:nvPr/>
            </p:nvSpPr>
            <p:spPr>
              <a:xfrm>
                <a:off x="6242312" y="2305267"/>
                <a:ext cx="243127" cy="191865"/>
              </a:xfrm>
              <a:custGeom>
                <a:rect b="b" l="l" r="r" t="t"/>
                <a:pathLst>
                  <a:path extrusionOk="0" h="1048" w="1328">
                    <a:moveTo>
                      <a:pt x="484" y="1"/>
                    </a:moveTo>
                    <a:lnTo>
                      <a:pt x="1" y="282"/>
                    </a:lnTo>
                    <a:lnTo>
                      <a:pt x="360" y="1047"/>
                    </a:lnTo>
                    <a:lnTo>
                      <a:pt x="1328" y="485"/>
                    </a:lnTo>
                    <a:lnTo>
                      <a:pt x="484" y="1"/>
                    </a:lnTo>
                    <a:close/>
                  </a:path>
                </a:pathLst>
              </a:custGeom>
              <a:solidFill>
                <a:srgbClr val="F5F5F5">
                  <a:alpha val="6398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11" name="Google Shape;711;p25"/>
              <p:cNvSpPr/>
              <p:nvPr/>
            </p:nvSpPr>
            <p:spPr>
              <a:xfrm>
                <a:off x="5727497" y="2328700"/>
                <a:ext cx="280292" cy="309035"/>
              </a:xfrm>
              <a:custGeom>
                <a:rect b="b" l="l" r="r" t="t"/>
                <a:pathLst>
                  <a:path extrusionOk="0" h="1688" w="1531">
                    <a:moveTo>
                      <a:pt x="687" y="0"/>
                    </a:moveTo>
                    <a:lnTo>
                      <a:pt x="0" y="1200"/>
                    </a:lnTo>
                    <a:lnTo>
                      <a:pt x="844" y="1688"/>
                    </a:lnTo>
                    <a:lnTo>
                      <a:pt x="1530" y="499"/>
                    </a:lnTo>
                    <a:lnTo>
                      <a:pt x="687" y="0"/>
                    </a:lnTo>
                    <a:close/>
                  </a:path>
                </a:pathLst>
              </a:custGeom>
              <a:solidFill>
                <a:srgbClr val="F5F5F5">
                  <a:alpha val="3416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712" name="Google Shape;712;p25"/>
          <p:cNvGrpSpPr/>
          <p:nvPr/>
        </p:nvGrpSpPr>
        <p:grpSpPr>
          <a:xfrm>
            <a:off x="399074" y="3862232"/>
            <a:ext cx="724515" cy="1183135"/>
            <a:chOff x="399074" y="3862232"/>
            <a:chExt cx="724515" cy="1183135"/>
          </a:xfrm>
        </p:grpSpPr>
        <p:grpSp>
          <p:nvGrpSpPr>
            <p:cNvPr id="713" name="Google Shape;713;p25"/>
            <p:cNvGrpSpPr/>
            <p:nvPr/>
          </p:nvGrpSpPr>
          <p:grpSpPr>
            <a:xfrm>
              <a:off x="399074" y="3862232"/>
              <a:ext cx="314144" cy="1183135"/>
              <a:chOff x="8297005" y="513279"/>
              <a:chExt cx="159084" cy="599177"/>
            </a:xfrm>
          </p:grpSpPr>
          <p:sp>
            <p:nvSpPr>
              <p:cNvPr id="714" name="Google Shape;714;p25"/>
              <p:cNvSpPr/>
              <p:nvPr/>
            </p:nvSpPr>
            <p:spPr>
              <a:xfrm>
                <a:off x="8388526" y="1082678"/>
                <a:ext cx="42392" cy="29778"/>
              </a:xfrm>
              <a:custGeom>
                <a:rect b="b" l="l" r="r" t="t"/>
                <a:pathLst>
                  <a:path extrusionOk="0" h="517" w="736">
                    <a:moveTo>
                      <a:pt x="735" y="1"/>
                    </a:moveTo>
                    <a:lnTo>
                      <a:pt x="1" y="216"/>
                    </a:lnTo>
                    <a:lnTo>
                      <a:pt x="194" y="517"/>
                    </a:lnTo>
                    <a:lnTo>
                      <a:pt x="735" y="190"/>
                    </a:lnTo>
                    <a:lnTo>
                      <a:pt x="735" y="1"/>
                    </a:lnTo>
                    <a:close/>
                  </a:path>
                </a:pathLst>
              </a:custGeom>
              <a:solidFill>
                <a:srgbClr val="87878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15" name="Google Shape;715;p25"/>
              <p:cNvSpPr/>
              <p:nvPr/>
            </p:nvSpPr>
            <p:spPr>
              <a:xfrm>
                <a:off x="8322751" y="1038732"/>
                <a:ext cx="108168" cy="62090"/>
              </a:xfrm>
              <a:custGeom>
                <a:rect b="b" l="l" r="r" t="t"/>
                <a:pathLst>
                  <a:path extrusionOk="0" h="1078" w="1878">
                    <a:moveTo>
                      <a:pt x="546" y="0"/>
                    </a:moveTo>
                    <a:lnTo>
                      <a:pt x="1" y="314"/>
                    </a:lnTo>
                    <a:lnTo>
                      <a:pt x="1" y="764"/>
                    </a:lnTo>
                    <a:lnTo>
                      <a:pt x="546" y="1077"/>
                    </a:lnTo>
                    <a:lnTo>
                      <a:pt x="1336" y="1077"/>
                    </a:lnTo>
                    <a:lnTo>
                      <a:pt x="1877" y="764"/>
                    </a:lnTo>
                    <a:lnTo>
                      <a:pt x="1877" y="314"/>
                    </a:lnTo>
                    <a:lnTo>
                      <a:pt x="1336" y="0"/>
                    </a:lnTo>
                    <a:close/>
                  </a:path>
                </a:pathLst>
              </a:custGeom>
              <a:solidFill>
                <a:srgbClr val="F5F5F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16" name="Google Shape;716;p25"/>
              <p:cNvSpPr/>
              <p:nvPr/>
            </p:nvSpPr>
            <p:spPr>
              <a:xfrm>
                <a:off x="8339281" y="1047372"/>
                <a:ext cx="75280" cy="21311"/>
              </a:xfrm>
              <a:custGeom>
                <a:rect b="b" l="l" r="r" t="t"/>
                <a:pathLst>
                  <a:path extrusionOk="0" h="370" w="1307">
                    <a:moveTo>
                      <a:pt x="379" y="0"/>
                    </a:moveTo>
                    <a:lnTo>
                      <a:pt x="1" y="219"/>
                    </a:lnTo>
                    <a:lnTo>
                      <a:pt x="1" y="369"/>
                    </a:lnTo>
                    <a:lnTo>
                      <a:pt x="1306" y="369"/>
                    </a:lnTo>
                    <a:lnTo>
                      <a:pt x="1306" y="219"/>
                    </a:lnTo>
                    <a:lnTo>
                      <a:pt x="924" y="0"/>
                    </a:lnTo>
                    <a:close/>
                  </a:path>
                </a:pathLst>
              </a:custGeom>
              <a:solidFill>
                <a:srgbClr val="A39C9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17" name="Google Shape;717;p25"/>
              <p:cNvSpPr/>
              <p:nvPr/>
            </p:nvSpPr>
            <p:spPr>
              <a:xfrm>
                <a:off x="8339281" y="1056011"/>
                <a:ext cx="75280" cy="34443"/>
              </a:xfrm>
              <a:custGeom>
                <a:rect b="b" l="l" r="r" t="t"/>
                <a:pathLst>
                  <a:path extrusionOk="0" h="598" w="1307">
                    <a:moveTo>
                      <a:pt x="379" y="0"/>
                    </a:moveTo>
                    <a:lnTo>
                      <a:pt x="1" y="219"/>
                    </a:lnTo>
                    <a:lnTo>
                      <a:pt x="1" y="382"/>
                    </a:lnTo>
                    <a:lnTo>
                      <a:pt x="379" y="598"/>
                    </a:lnTo>
                    <a:lnTo>
                      <a:pt x="924" y="598"/>
                    </a:lnTo>
                    <a:lnTo>
                      <a:pt x="1306" y="382"/>
                    </a:lnTo>
                    <a:lnTo>
                      <a:pt x="1306" y="219"/>
                    </a:lnTo>
                    <a:lnTo>
                      <a:pt x="924" y="0"/>
                    </a:lnTo>
                    <a:close/>
                  </a:path>
                </a:pathLst>
              </a:custGeom>
              <a:solidFill>
                <a:srgbClr val="5E4439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18" name="Google Shape;718;p25"/>
              <p:cNvSpPr/>
              <p:nvPr/>
            </p:nvSpPr>
            <p:spPr>
              <a:xfrm>
                <a:off x="8350224" y="1100764"/>
                <a:ext cx="49476" cy="11692"/>
              </a:xfrm>
              <a:custGeom>
                <a:rect b="b" l="l" r="r" t="t"/>
                <a:pathLst>
                  <a:path extrusionOk="0" h="203" w="859">
                    <a:moveTo>
                      <a:pt x="69" y="0"/>
                    </a:moveTo>
                    <a:lnTo>
                      <a:pt x="0" y="26"/>
                    </a:lnTo>
                    <a:lnTo>
                      <a:pt x="69" y="203"/>
                    </a:lnTo>
                    <a:lnTo>
                      <a:pt x="859" y="203"/>
                    </a:lnTo>
                    <a:lnTo>
                      <a:pt x="859" y="0"/>
                    </a:lnTo>
                    <a:close/>
                  </a:path>
                </a:pathLst>
              </a:custGeom>
              <a:solidFill>
                <a:srgbClr val="87878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19" name="Google Shape;719;p25"/>
              <p:cNvSpPr/>
              <p:nvPr/>
            </p:nvSpPr>
            <p:spPr>
              <a:xfrm>
                <a:off x="8322751" y="1082678"/>
                <a:ext cx="31448" cy="29778"/>
              </a:xfrm>
              <a:custGeom>
                <a:rect b="b" l="l" r="r" t="t"/>
                <a:pathLst>
                  <a:path extrusionOk="0" h="517" w="546">
                    <a:moveTo>
                      <a:pt x="1" y="1"/>
                    </a:moveTo>
                    <a:lnTo>
                      <a:pt x="1" y="190"/>
                    </a:lnTo>
                    <a:lnTo>
                      <a:pt x="546" y="517"/>
                    </a:lnTo>
                    <a:lnTo>
                      <a:pt x="546" y="314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rgbClr val="87878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20" name="Google Shape;720;p25"/>
              <p:cNvSpPr/>
              <p:nvPr/>
            </p:nvSpPr>
            <p:spPr>
              <a:xfrm>
                <a:off x="8331390" y="1043397"/>
                <a:ext cx="90889" cy="51780"/>
              </a:xfrm>
              <a:custGeom>
                <a:rect b="b" l="l" r="r" t="t"/>
                <a:pathLst>
                  <a:path extrusionOk="0" h="899" w="1578">
                    <a:moveTo>
                      <a:pt x="464" y="1"/>
                    </a:moveTo>
                    <a:lnTo>
                      <a:pt x="1" y="262"/>
                    </a:lnTo>
                    <a:lnTo>
                      <a:pt x="1" y="641"/>
                    </a:lnTo>
                    <a:lnTo>
                      <a:pt x="464" y="898"/>
                    </a:lnTo>
                    <a:lnTo>
                      <a:pt x="1117" y="898"/>
                    </a:lnTo>
                    <a:lnTo>
                      <a:pt x="1577" y="641"/>
                    </a:lnTo>
                    <a:lnTo>
                      <a:pt x="1577" y="262"/>
                    </a:lnTo>
                    <a:lnTo>
                      <a:pt x="1117" y="1"/>
                    </a:lnTo>
                    <a:close/>
                  </a:path>
                </a:pathLst>
              </a:custGeom>
              <a:solidFill>
                <a:srgbClr val="2D2C3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21" name="Google Shape;721;p25"/>
              <p:cNvSpPr/>
              <p:nvPr/>
            </p:nvSpPr>
            <p:spPr>
              <a:xfrm>
                <a:off x="8372169" y="968234"/>
                <a:ext cx="9504" cy="120724"/>
              </a:xfrm>
              <a:custGeom>
                <a:rect b="b" l="l" r="r" t="t"/>
                <a:pathLst>
                  <a:path extrusionOk="0" h="2096" w="165">
                    <a:moveTo>
                      <a:pt x="1" y="0"/>
                    </a:moveTo>
                    <a:lnTo>
                      <a:pt x="1" y="2096"/>
                    </a:lnTo>
                    <a:lnTo>
                      <a:pt x="164" y="2096"/>
                    </a:lnTo>
                    <a:lnTo>
                      <a:pt x="164" y="0"/>
                    </a:lnTo>
                    <a:close/>
                  </a:path>
                </a:pathLst>
              </a:custGeom>
              <a:solidFill>
                <a:srgbClr val="50505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22" name="Google Shape;722;p25"/>
              <p:cNvSpPr/>
              <p:nvPr/>
            </p:nvSpPr>
            <p:spPr>
              <a:xfrm>
                <a:off x="8381614" y="964433"/>
                <a:ext cx="6969" cy="124526"/>
              </a:xfrm>
              <a:custGeom>
                <a:rect b="b" l="l" r="r" t="t"/>
                <a:pathLst>
                  <a:path extrusionOk="0" h="2162" w="121">
                    <a:moveTo>
                      <a:pt x="121" y="1"/>
                    </a:moveTo>
                    <a:lnTo>
                      <a:pt x="0" y="66"/>
                    </a:lnTo>
                    <a:lnTo>
                      <a:pt x="0" y="2162"/>
                    </a:lnTo>
                    <a:lnTo>
                      <a:pt x="121" y="2093"/>
                    </a:lnTo>
                    <a:lnTo>
                      <a:pt x="121" y="1"/>
                    </a:lnTo>
                    <a:close/>
                  </a:path>
                </a:pathLst>
              </a:custGeom>
              <a:solidFill>
                <a:srgbClr val="50505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23" name="Google Shape;723;p25"/>
              <p:cNvSpPr/>
              <p:nvPr/>
            </p:nvSpPr>
            <p:spPr>
              <a:xfrm>
                <a:off x="8365027" y="964433"/>
                <a:ext cx="7200" cy="124526"/>
              </a:xfrm>
              <a:custGeom>
                <a:rect b="b" l="l" r="r" t="t"/>
                <a:pathLst>
                  <a:path extrusionOk="0" h="2162" w="125">
                    <a:moveTo>
                      <a:pt x="1" y="1"/>
                    </a:moveTo>
                    <a:lnTo>
                      <a:pt x="1" y="2093"/>
                    </a:lnTo>
                    <a:lnTo>
                      <a:pt x="125" y="2162"/>
                    </a:lnTo>
                    <a:lnTo>
                      <a:pt x="125" y="66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rgbClr val="50505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24" name="Google Shape;724;p25"/>
              <p:cNvSpPr/>
              <p:nvPr/>
            </p:nvSpPr>
            <p:spPr>
              <a:xfrm>
                <a:off x="8365027" y="955044"/>
                <a:ext cx="23557" cy="13247"/>
              </a:xfrm>
              <a:custGeom>
                <a:rect b="b" l="l" r="r" t="t"/>
                <a:pathLst>
                  <a:path extrusionOk="0" h="230" w="409">
                    <a:moveTo>
                      <a:pt x="125" y="1"/>
                    </a:moveTo>
                    <a:lnTo>
                      <a:pt x="1" y="66"/>
                    </a:lnTo>
                    <a:lnTo>
                      <a:pt x="1" y="164"/>
                    </a:lnTo>
                    <a:lnTo>
                      <a:pt x="125" y="229"/>
                    </a:lnTo>
                    <a:lnTo>
                      <a:pt x="288" y="229"/>
                    </a:lnTo>
                    <a:lnTo>
                      <a:pt x="409" y="164"/>
                    </a:lnTo>
                    <a:lnTo>
                      <a:pt x="409" y="66"/>
                    </a:lnTo>
                    <a:lnTo>
                      <a:pt x="288" y="1"/>
                    </a:lnTo>
                    <a:close/>
                  </a:path>
                </a:pathLst>
              </a:custGeom>
              <a:solidFill>
                <a:srgbClr val="50505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25" name="Google Shape;725;p25"/>
              <p:cNvSpPr/>
              <p:nvPr/>
            </p:nvSpPr>
            <p:spPr>
              <a:xfrm>
                <a:off x="8297005" y="513279"/>
                <a:ext cx="159084" cy="470053"/>
              </a:xfrm>
              <a:custGeom>
                <a:rect b="b" l="l" r="r" t="t"/>
                <a:pathLst>
                  <a:path extrusionOk="0" h="8161" w="2762">
                    <a:moveTo>
                      <a:pt x="1388" y="0"/>
                    </a:moveTo>
                    <a:lnTo>
                      <a:pt x="0" y="7031"/>
                    </a:lnTo>
                    <a:lnTo>
                      <a:pt x="0" y="7684"/>
                    </a:lnTo>
                    <a:lnTo>
                      <a:pt x="816" y="8160"/>
                    </a:lnTo>
                    <a:lnTo>
                      <a:pt x="1959" y="8160"/>
                    </a:lnTo>
                    <a:lnTo>
                      <a:pt x="2762" y="7684"/>
                    </a:lnTo>
                    <a:lnTo>
                      <a:pt x="2762" y="7031"/>
                    </a:lnTo>
                    <a:lnTo>
                      <a:pt x="1388" y="0"/>
                    </a:lnTo>
                    <a:close/>
                  </a:path>
                </a:pathLst>
              </a:custGeom>
              <a:solidFill>
                <a:srgbClr val="7FA31D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26" name="Google Shape;726;p25"/>
              <p:cNvSpPr/>
              <p:nvPr/>
            </p:nvSpPr>
            <p:spPr>
              <a:xfrm>
                <a:off x="8344004" y="513279"/>
                <a:ext cx="112085" cy="470053"/>
              </a:xfrm>
              <a:custGeom>
                <a:rect b="b" l="l" r="r" t="t"/>
                <a:pathLst>
                  <a:path extrusionOk="0" h="8161" w="1946">
                    <a:moveTo>
                      <a:pt x="572" y="0"/>
                    </a:moveTo>
                    <a:lnTo>
                      <a:pt x="0" y="8160"/>
                    </a:lnTo>
                    <a:lnTo>
                      <a:pt x="1143" y="8160"/>
                    </a:lnTo>
                    <a:lnTo>
                      <a:pt x="1946" y="7684"/>
                    </a:lnTo>
                    <a:lnTo>
                      <a:pt x="1946" y="7031"/>
                    </a:lnTo>
                    <a:lnTo>
                      <a:pt x="572" y="0"/>
                    </a:lnTo>
                    <a:close/>
                  </a:path>
                </a:pathLst>
              </a:custGeom>
              <a:solidFill>
                <a:srgbClr val="2D2C37">
                  <a:alpha val="3354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727" name="Google Shape;727;p25"/>
            <p:cNvGrpSpPr/>
            <p:nvPr/>
          </p:nvGrpSpPr>
          <p:grpSpPr>
            <a:xfrm>
              <a:off x="839637" y="4612356"/>
              <a:ext cx="283952" cy="404337"/>
              <a:chOff x="6191950" y="4314625"/>
              <a:chExt cx="330100" cy="470050"/>
            </a:xfrm>
          </p:grpSpPr>
          <p:sp>
            <p:nvSpPr>
              <p:cNvPr id="728" name="Google Shape;728;p25"/>
              <p:cNvSpPr/>
              <p:nvPr/>
            </p:nvSpPr>
            <p:spPr>
              <a:xfrm>
                <a:off x="6191950" y="4601275"/>
                <a:ext cx="330100" cy="183400"/>
              </a:xfrm>
              <a:custGeom>
                <a:rect b="b" l="l" r="r" t="t"/>
                <a:pathLst>
                  <a:path extrusionOk="0" h="7336" w="13204">
                    <a:moveTo>
                      <a:pt x="6664" y="1"/>
                    </a:moveTo>
                    <a:cubicBezTo>
                      <a:pt x="6066" y="1"/>
                      <a:pt x="5439" y="145"/>
                      <a:pt x="4949" y="427"/>
                    </a:cubicBezTo>
                    <a:lnTo>
                      <a:pt x="993" y="2711"/>
                    </a:lnTo>
                    <a:cubicBezTo>
                      <a:pt x="95" y="3230"/>
                      <a:pt x="1" y="4017"/>
                      <a:pt x="774" y="4467"/>
                    </a:cubicBezTo>
                    <a:lnTo>
                      <a:pt x="5207" y="7036"/>
                    </a:lnTo>
                    <a:cubicBezTo>
                      <a:pt x="5555" y="7238"/>
                      <a:pt x="6023" y="7336"/>
                      <a:pt x="6514" y="7336"/>
                    </a:cubicBezTo>
                    <a:cubicBezTo>
                      <a:pt x="7119" y="7336"/>
                      <a:pt x="7760" y="7187"/>
                      <a:pt x="8256" y="6902"/>
                    </a:cubicBezTo>
                    <a:lnTo>
                      <a:pt x="12212" y="4618"/>
                    </a:lnTo>
                    <a:cubicBezTo>
                      <a:pt x="13109" y="4099"/>
                      <a:pt x="13204" y="3312"/>
                      <a:pt x="12430" y="2862"/>
                    </a:cubicBezTo>
                    <a:lnTo>
                      <a:pt x="7998" y="306"/>
                    </a:lnTo>
                    <a:cubicBezTo>
                      <a:pt x="7639" y="101"/>
                      <a:pt x="7162" y="1"/>
                      <a:pt x="6664" y="1"/>
                    </a:cubicBezTo>
                    <a:close/>
                  </a:path>
                </a:pathLst>
              </a:custGeom>
              <a:solidFill>
                <a:srgbClr val="87878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29" name="Google Shape;729;p25"/>
              <p:cNvSpPr/>
              <p:nvPr/>
            </p:nvSpPr>
            <p:spPr>
              <a:xfrm>
                <a:off x="6191950" y="4593500"/>
                <a:ext cx="330100" cy="183500"/>
              </a:xfrm>
              <a:custGeom>
                <a:rect b="b" l="l" r="r" t="t"/>
                <a:pathLst>
                  <a:path extrusionOk="0" h="7340" w="13204">
                    <a:moveTo>
                      <a:pt x="6664" y="0"/>
                    </a:moveTo>
                    <a:cubicBezTo>
                      <a:pt x="6066" y="0"/>
                      <a:pt x="5439" y="144"/>
                      <a:pt x="4949" y="428"/>
                    </a:cubicBezTo>
                    <a:lnTo>
                      <a:pt x="2462" y="1867"/>
                    </a:lnTo>
                    <a:lnTo>
                      <a:pt x="993" y="2725"/>
                    </a:lnTo>
                    <a:cubicBezTo>
                      <a:pt x="95" y="3241"/>
                      <a:pt x="1" y="4031"/>
                      <a:pt x="774" y="4478"/>
                    </a:cubicBezTo>
                    <a:lnTo>
                      <a:pt x="2759" y="5621"/>
                    </a:lnTo>
                    <a:lnTo>
                      <a:pt x="5207" y="7037"/>
                    </a:lnTo>
                    <a:cubicBezTo>
                      <a:pt x="5559" y="7240"/>
                      <a:pt x="6034" y="7339"/>
                      <a:pt x="6532" y="7339"/>
                    </a:cubicBezTo>
                    <a:cubicBezTo>
                      <a:pt x="7132" y="7339"/>
                      <a:pt x="7765" y="7195"/>
                      <a:pt x="8256" y="6913"/>
                    </a:cubicBezTo>
                    <a:lnTo>
                      <a:pt x="12212" y="4628"/>
                    </a:lnTo>
                    <a:cubicBezTo>
                      <a:pt x="13109" y="4113"/>
                      <a:pt x="13204" y="3323"/>
                      <a:pt x="12430" y="2876"/>
                    </a:cubicBezTo>
                    <a:lnTo>
                      <a:pt x="7998" y="303"/>
                    </a:lnTo>
                    <a:cubicBezTo>
                      <a:pt x="7639" y="100"/>
                      <a:pt x="7162" y="0"/>
                      <a:pt x="6664" y="0"/>
                    </a:cubicBezTo>
                    <a:close/>
                  </a:path>
                </a:pathLst>
              </a:custGeom>
              <a:solidFill>
                <a:srgbClr val="2D2C3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30" name="Google Shape;730;p25"/>
              <p:cNvSpPr/>
              <p:nvPr/>
            </p:nvSpPr>
            <p:spPr>
              <a:xfrm>
                <a:off x="6248675" y="4639175"/>
                <a:ext cx="218300" cy="105225"/>
              </a:xfrm>
              <a:custGeom>
                <a:rect b="b" l="l" r="r" t="t"/>
                <a:pathLst>
                  <a:path extrusionOk="0" h="4209" w="8732">
                    <a:moveTo>
                      <a:pt x="914" y="1"/>
                    </a:moveTo>
                    <a:lnTo>
                      <a:pt x="111" y="1130"/>
                    </a:lnTo>
                    <a:cubicBezTo>
                      <a:pt x="43" y="1319"/>
                      <a:pt x="0" y="1509"/>
                      <a:pt x="0" y="1701"/>
                    </a:cubicBezTo>
                    <a:cubicBezTo>
                      <a:pt x="0" y="2204"/>
                      <a:pt x="275" y="2720"/>
                      <a:pt x="803" y="3154"/>
                    </a:cubicBezTo>
                    <a:cubicBezTo>
                      <a:pt x="846" y="3183"/>
                      <a:pt x="885" y="3209"/>
                      <a:pt x="927" y="3235"/>
                    </a:cubicBezTo>
                    <a:cubicBezTo>
                      <a:pt x="1035" y="3317"/>
                      <a:pt x="1159" y="3399"/>
                      <a:pt x="1280" y="3467"/>
                    </a:cubicBezTo>
                    <a:cubicBezTo>
                      <a:pt x="2136" y="3960"/>
                      <a:pt x="3253" y="4208"/>
                      <a:pt x="4367" y="4208"/>
                    </a:cubicBezTo>
                    <a:cubicBezTo>
                      <a:pt x="5466" y="4208"/>
                      <a:pt x="6562" y="3967"/>
                      <a:pt x="7400" y="3480"/>
                    </a:cubicBezTo>
                    <a:cubicBezTo>
                      <a:pt x="8311" y="2951"/>
                      <a:pt x="8732" y="2243"/>
                      <a:pt x="8650" y="1564"/>
                    </a:cubicBezTo>
                    <a:lnTo>
                      <a:pt x="8666" y="1551"/>
                    </a:lnTo>
                    <a:lnTo>
                      <a:pt x="8650" y="1509"/>
                    </a:lnTo>
                    <a:cubicBezTo>
                      <a:pt x="8611" y="1319"/>
                      <a:pt x="8542" y="1130"/>
                      <a:pt x="8448" y="938"/>
                    </a:cubicBezTo>
                    <a:lnTo>
                      <a:pt x="7752" y="40"/>
                    </a:lnTo>
                    <a:lnTo>
                      <a:pt x="1714" y="1"/>
                    </a:lnTo>
                    <a:close/>
                  </a:path>
                </a:pathLst>
              </a:custGeom>
              <a:solidFill>
                <a:srgbClr val="E7363C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31" name="Google Shape;731;p25"/>
              <p:cNvSpPr/>
              <p:nvPr/>
            </p:nvSpPr>
            <p:spPr>
              <a:xfrm>
                <a:off x="6248675" y="4678925"/>
                <a:ext cx="217650" cy="65475"/>
              </a:xfrm>
              <a:custGeom>
                <a:rect b="b" l="l" r="r" t="t"/>
                <a:pathLst>
                  <a:path extrusionOk="0" h="2619" w="8706">
                    <a:moveTo>
                      <a:pt x="17" y="0"/>
                    </a:moveTo>
                    <a:cubicBezTo>
                      <a:pt x="17" y="43"/>
                      <a:pt x="0" y="69"/>
                      <a:pt x="0" y="111"/>
                    </a:cubicBezTo>
                    <a:cubicBezTo>
                      <a:pt x="0" y="614"/>
                      <a:pt x="275" y="1130"/>
                      <a:pt x="803" y="1564"/>
                    </a:cubicBezTo>
                    <a:cubicBezTo>
                      <a:pt x="846" y="1593"/>
                      <a:pt x="885" y="1619"/>
                      <a:pt x="927" y="1645"/>
                    </a:cubicBezTo>
                    <a:cubicBezTo>
                      <a:pt x="1035" y="1727"/>
                      <a:pt x="1159" y="1809"/>
                      <a:pt x="1280" y="1877"/>
                    </a:cubicBezTo>
                    <a:cubicBezTo>
                      <a:pt x="2136" y="2370"/>
                      <a:pt x="3253" y="2618"/>
                      <a:pt x="4367" y="2618"/>
                    </a:cubicBezTo>
                    <a:cubicBezTo>
                      <a:pt x="5466" y="2618"/>
                      <a:pt x="6562" y="2377"/>
                      <a:pt x="7400" y="1890"/>
                    </a:cubicBezTo>
                    <a:cubicBezTo>
                      <a:pt x="8298" y="1375"/>
                      <a:pt x="8706" y="696"/>
                      <a:pt x="8650" y="13"/>
                    </a:cubicBezTo>
                    <a:lnTo>
                      <a:pt x="8650" y="13"/>
                    </a:lnTo>
                    <a:cubicBezTo>
                      <a:pt x="8598" y="614"/>
                      <a:pt x="8190" y="1198"/>
                      <a:pt x="7400" y="1645"/>
                    </a:cubicBezTo>
                    <a:cubicBezTo>
                      <a:pt x="6556" y="2135"/>
                      <a:pt x="5451" y="2380"/>
                      <a:pt x="4345" y="2380"/>
                    </a:cubicBezTo>
                    <a:cubicBezTo>
                      <a:pt x="3238" y="2380"/>
                      <a:pt x="2130" y="2135"/>
                      <a:pt x="1280" y="1645"/>
                    </a:cubicBezTo>
                    <a:cubicBezTo>
                      <a:pt x="1159" y="1564"/>
                      <a:pt x="1035" y="1499"/>
                      <a:pt x="927" y="1417"/>
                    </a:cubicBezTo>
                    <a:cubicBezTo>
                      <a:pt x="885" y="1388"/>
                      <a:pt x="846" y="1348"/>
                      <a:pt x="803" y="1319"/>
                    </a:cubicBezTo>
                    <a:cubicBezTo>
                      <a:pt x="327" y="927"/>
                      <a:pt x="56" y="464"/>
                      <a:pt x="17" y="0"/>
                    </a:cubicBezTo>
                    <a:close/>
                  </a:path>
                </a:pathLst>
              </a:custGeom>
              <a:solidFill>
                <a:srgbClr val="CE181E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32" name="Google Shape;732;p25"/>
              <p:cNvSpPr/>
              <p:nvPr/>
            </p:nvSpPr>
            <p:spPr>
              <a:xfrm>
                <a:off x="6465325" y="4677950"/>
                <a:ext cx="25" cy="25"/>
              </a:xfrm>
              <a:custGeom>
                <a:rect b="b" l="l" r="r" t="t"/>
                <a:pathLst>
                  <a:path extrusionOk="0" h="1" w="1">
                    <a:moveTo>
                      <a:pt x="0" y="0"/>
                    </a:move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CE181E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33" name="Google Shape;733;p25"/>
              <p:cNvSpPr/>
              <p:nvPr/>
            </p:nvSpPr>
            <p:spPr>
              <a:xfrm>
                <a:off x="6268750" y="4327375"/>
                <a:ext cx="176200" cy="366125"/>
              </a:xfrm>
              <a:custGeom>
                <a:rect b="b" l="l" r="r" t="t"/>
                <a:pathLst>
                  <a:path extrusionOk="0" h="14645" w="7048">
                    <a:moveTo>
                      <a:pt x="2654" y="1"/>
                    </a:moveTo>
                    <a:lnTo>
                      <a:pt x="150" y="12323"/>
                    </a:lnTo>
                    <a:cubicBezTo>
                      <a:pt x="0" y="12812"/>
                      <a:pt x="177" y="13328"/>
                      <a:pt x="682" y="13749"/>
                    </a:cubicBezTo>
                    <a:cubicBezTo>
                      <a:pt x="803" y="13860"/>
                      <a:pt x="953" y="13968"/>
                      <a:pt x="1117" y="14062"/>
                    </a:cubicBezTo>
                    <a:cubicBezTo>
                      <a:pt x="1782" y="14451"/>
                      <a:pt x="2660" y="14645"/>
                      <a:pt x="3537" y="14645"/>
                    </a:cubicBezTo>
                    <a:cubicBezTo>
                      <a:pt x="4414" y="14645"/>
                      <a:pt x="5291" y="14451"/>
                      <a:pt x="5957" y="14062"/>
                    </a:cubicBezTo>
                    <a:cubicBezTo>
                      <a:pt x="6721" y="13628"/>
                      <a:pt x="7047" y="13031"/>
                      <a:pt x="6936" y="12460"/>
                    </a:cubicBezTo>
                    <a:lnTo>
                      <a:pt x="6936" y="12443"/>
                    </a:lnTo>
                    <a:cubicBezTo>
                      <a:pt x="6936" y="12430"/>
                      <a:pt x="6936" y="12417"/>
                      <a:pt x="6923" y="12404"/>
                    </a:cubicBezTo>
                    <a:lnTo>
                      <a:pt x="4407" y="1"/>
                    </a:lnTo>
                    <a:close/>
                  </a:path>
                </a:pathLst>
              </a:custGeom>
              <a:solidFill>
                <a:srgbClr val="E7363C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34" name="Google Shape;734;p25"/>
              <p:cNvSpPr/>
              <p:nvPr/>
            </p:nvSpPr>
            <p:spPr>
              <a:xfrm>
                <a:off x="6285800" y="4480725"/>
                <a:ext cx="142425" cy="127925"/>
              </a:xfrm>
              <a:custGeom>
                <a:rect b="b" l="l" r="r" t="t"/>
                <a:pathLst>
                  <a:path extrusionOk="0" h="5117" w="5697">
                    <a:moveTo>
                      <a:pt x="719" y="0"/>
                    </a:moveTo>
                    <a:lnTo>
                      <a:pt x="0" y="3564"/>
                    </a:lnTo>
                    <a:cubicBezTo>
                      <a:pt x="40" y="3943"/>
                      <a:pt x="311" y="4325"/>
                      <a:pt x="830" y="4625"/>
                    </a:cubicBezTo>
                    <a:cubicBezTo>
                      <a:pt x="1397" y="4953"/>
                      <a:pt x="2136" y="5116"/>
                      <a:pt x="2870" y="5116"/>
                    </a:cubicBezTo>
                    <a:cubicBezTo>
                      <a:pt x="3597" y="5116"/>
                      <a:pt x="4320" y="4956"/>
                      <a:pt x="4867" y="4638"/>
                    </a:cubicBezTo>
                    <a:cubicBezTo>
                      <a:pt x="5386" y="4338"/>
                      <a:pt x="5657" y="3959"/>
                      <a:pt x="5696" y="3564"/>
                    </a:cubicBezTo>
                    <a:lnTo>
                      <a:pt x="4978" y="26"/>
                    </a:lnTo>
                    <a:cubicBezTo>
                      <a:pt x="4949" y="326"/>
                      <a:pt x="4717" y="614"/>
                      <a:pt x="4338" y="829"/>
                    </a:cubicBezTo>
                    <a:cubicBezTo>
                      <a:pt x="3930" y="1067"/>
                      <a:pt x="3393" y="1187"/>
                      <a:pt x="2853" y="1187"/>
                    </a:cubicBezTo>
                    <a:cubicBezTo>
                      <a:pt x="2314" y="1187"/>
                      <a:pt x="1773" y="1067"/>
                      <a:pt x="1358" y="829"/>
                    </a:cubicBezTo>
                    <a:cubicBezTo>
                      <a:pt x="980" y="597"/>
                      <a:pt x="748" y="287"/>
                      <a:pt x="719" y="0"/>
                    </a:cubicBezTo>
                    <a:close/>
                  </a:path>
                </a:pathLst>
              </a:custGeom>
              <a:solidFill>
                <a:srgbClr val="F5F5F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35" name="Google Shape;735;p25"/>
              <p:cNvSpPr/>
              <p:nvPr/>
            </p:nvSpPr>
            <p:spPr>
              <a:xfrm>
                <a:off x="6332725" y="4314625"/>
                <a:ext cx="48250" cy="25325"/>
              </a:xfrm>
              <a:custGeom>
                <a:rect b="b" l="l" r="r" t="t"/>
                <a:pathLst>
                  <a:path extrusionOk="0" h="1013" w="1930">
                    <a:moveTo>
                      <a:pt x="971" y="0"/>
                    </a:moveTo>
                    <a:cubicBezTo>
                      <a:pt x="747" y="0"/>
                      <a:pt x="523" y="47"/>
                      <a:pt x="353" y="142"/>
                    </a:cubicBezTo>
                    <a:cubicBezTo>
                      <a:pt x="0" y="348"/>
                      <a:pt x="13" y="661"/>
                      <a:pt x="353" y="863"/>
                    </a:cubicBezTo>
                    <a:cubicBezTo>
                      <a:pt x="525" y="961"/>
                      <a:pt x="754" y="1013"/>
                      <a:pt x="982" y="1013"/>
                    </a:cubicBezTo>
                    <a:cubicBezTo>
                      <a:pt x="1203" y="1013"/>
                      <a:pt x="1423" y="965"/>
                      <a:pt x="1590" y="863"/>
                    </a:cubicBezTo>
                    <a:cubicBezTo>
                      <a:pt x="1929" y="661"/>
                      <a:pt x="1929" y="348"/>
                      <a:pt x="1590" y="142"/>
                    </a:cubicBezTo>
                    <a:cubicBezTo>
                      <a:pt x="1420" y="47"/>
                      <a:pt x="1196" y="0"/>
                      <a:pt x="971" y="0"/>
                    </a:cubicBezTo>
                    <a:close/>
                  </a:path>
                </a:pathLst>
              </a:custGeom>
              <a:solidFill>
                <a:srgbClr val="B1282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36" name="Google Shape;736;p25"/>
              <p:cNvSpPr/>
              <p:nvPr/>
            </p:nvSpPr>
            <p:spPr>
              <a:xfrm>
                <a:off x="6340875" y="4318700"/>
                <a:ext cx="32250" cy="17025"/>
              </a:xfrm>
              <a:custGeom>
                <a:rect b="b" l="l" r="r" t="t"/>
                <a:pathLst>
                  <a:path extrusionOk="0" h="681" w="1290">
                    <a:moveTo>
                      <a:pt x="645" y="0"/>
                    </a:moveTo>
                    <a:cubicBezTo>
                      <a:pt x="495" y="0"/>
                      <a:pt x="345" y="35"/>
                      <a:pt x="229" y="103"/>
                    </a:cubicBezTo>
                    <a:cubicBezTo>
                      <a:pt x="1" y="240"/>
                      <a:pt x="1" y="443"/>
                      <a:pt x="229" y="580"/>
                    </a:cubicBezTo>
                    <a:cubicBezTo>
                      <a:pt x="345" y="647"/>
                      <a:pt x="495" y="680"/>
                      <a:pt x="645" y="680"/>
                    </a:cubicBezTo>
                    <a:cubicBezTo>
                      <a:pt x="795" y="680"/>
                      <a:pt x="946" y="647"/>
                      <a:pt x="1062" y="580"/>
                    </a:cubicBezTo>
                    <a:cubicBezTo>
                      <a:pt x="1290" y="443"/>
                      <a:pt x="1290" y="240"/>
                      <a:pt x="1062" y="103"/>
                    </a:cubicBezTo>
                    <a:cubicBezTo>
                      <a:pt x="946" y="35"/>
                      <a:pt x="795" y="0"/>
                      <a:pt x="645" y="0"/>
                    </a:cubicBezTo>
                    <a:close/>
                  </a:path>
                </a:pathLst>
              </a:custGeom>
              <a:solidFill>
                <a:srgbClr val="50505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umbers and text">
  <p:cSld name="CUSTOM_8">
    <p:spTree>
      <p:nvGrpSpPr>
        <p:cNvPr id="737" name="Shape 7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8" name="Google Shape;738;p26"/>
          <p:cNvSpPr/>
          <p:nvPr/>
        </p:nvSpPr>
        <p:spPr>
          <a:xfrm>
            <a:off x="3928900" y="4552200"/>
            <a:ext cx="4941600" cy="312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9" name="Google Shape;739;p26"/>
          <p:cNvSpPr/>
          <p:nvPr/>
        </p:nvSpPr>
        <p:spPr>
          <a:xfrm>
            <a:off x="3928900" y="279300"/>
            <a:ext cx="4941600" cy="45849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740" name="Google Shape;740;p26"/>
          <p:cNvSpPr/>
          <p:nvPr/>
        </p:nvSpPr>
        <p:spPr>
          <a:xfrm>
            <a:off x="0" y="0"/>
            <a:ext cx="3649500" cy="5143500"/>
          </a:xfrm>
          <a:prstGeom prst="roundRect">
            <a:avLst>
              <a:gd fmla="val 0" name="adj"/>
            </a:avLst>
          </a:prstGeom>
          <a:solidFill>
            <a:srgbClr val="5BADFB">
              <a:alpha val="6211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1" name="Google Shape;741;p26"/>
          <p:cNvSpPr txBox="1"/>
          <p:nvPr>
            <p:ph hasCustomPrompt="1" type="title"/>
          </p:nvPr>
        </p:nvSpPr>
        <p:spPr>
          <a:xfrm>
            <a:off x="4396075" y="670225"/>
            <a:ext cx="4034700" cy="768900"/>
          </a:xfrm>
          <a:prstGeom prst="rect">
            <a:avLst/>
          </a:prstGeom>
          <a:solidFill>
            <a:srgbClr val="878787">
              <a:alpha val="27950"/>
            </a:srgbClr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4200">
                <a:latin typeface="Lexend ExtraBold"/>
                <a:ea typeface="Lexend ExtraBold"/>
                <a:cs typeface="Lexend ExtraBold"/>
                <a:sym typeface="Lexend ExtraBold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742" name="Google Shape;742;p26"/>
          <p:cNvSpPr txBox="1"/>
          <p:nvPr>
            <p:ph idx="1" type="subTitle"/>
          </p:nvPr>
        </p:nvSpPr>
        <p:spPr>
          <a:xfrm>
            <a:off x="4396075" y="1428225"/>
            <a:ext cx="4034700" cy="37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T Sans"/>
              <a:buNone/>
              <a:defRPr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9pPr>
          </a:lstStyle>
          <a:p/>
        </p:txBody>
      </p:sp>
      <p:sp>
        <p:nvSpPr>
          <p:cNvPr id="743" name="Google Shape;743;p26"/>
          <p:cNvSpPr txBox="1"/>
          <p:nvPr>
            <p:ph hasCustomPrompt="1" idx="2" type="title"/>
          </p:nvPr>
        </p:nvSpPr>
        <p:spPr>
          <a:xfrm>
            <a:off x="4396075" y="1967929"/>
            <a:ext cx="4034700" cy="768900"/>
          </a:xfrm>
          <a:prstGeom prst="rect">
            <a:avLst/>
          </a:prstGeom>
          <a:solidFill>
            <a:srgbClr val="878787">
              <a:alpha val="27950"/>
            </a:srgbClr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4200">
                <a:latin typeface="Lexend ExtraBold"/>
                <a:ea typeface="Lexend ExtraBold"/>
                <a:cs typeface="Lexend ExtraBold"/>
                <a:sym typeface="Lexend ExtraBold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744" name="Google Shape;744;p26"/>
          <p:cNvSpPr txBox="1"/>
          <p:nvPr>
            <p:ph idx="3" type="subTitle"/>
          </p:nvPr>
        </p:nvSpPr>
        <p:spPr>
          <a:xfrm>
            <a:off x="4396075" y="2728500"/>
            <a:ext cx="4034700" cy="37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T Sans"/>
              <a:buNone/>
              <a:defRPr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9pPr>
          </a:lstStyle>
          <a:p/>
        </p:txBody>
      </p:sp>
      <p:sp>
        <p:nvSpPr>
          <p:cNvPr id="745" name="Google Shape;745;p26"/>
          <p:cNvSpPr txBox="1"/>
          <p:nvPr>
            <p:ph hasCustomPrompt="1" idx="4" type="title"/>
          </p:nvPr>
        </p:nvSpPr>
        <p:spPr>
          <a:xfrm>
            <a:off x="4396075" y="3265634"/>
            <a:ext cx="4034700" cy="768900"/>
          </a:xfrm>
          <a:prstGeom prst="rect">
            <a:avLst/>
          </a:prstGeom>
          <a:solidFill>
            <a:srgbClr val="878787">
              <a:alpha val="27950"/>
            </a:srgbClr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4200">
                <a:latin typeface="Lexend ExtraBold"/>
                <a:ea typeface="Lexend ExtraBold"/>
                <a:cs typeface="Lexend ExtraBold"/>
                <a:sym typeface="Lexend ExtraBold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746" name="Google Shape;746;p26"/>
          <p:cNvSpPr txBox="1"/>
          <p:nvPr>
            <p:ph idx="5" type="subTitle"/>
          </p:nvPr>
        </p:nvSpPr>
        <p:spPr>
          <a:xfrm>
            <a:off x="4396075" y="4028776"/>
            <a:ext cx="4034700" cy="37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T Sans"/>
              <a:buNone/>
              <a:defRPr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umbers and text 1">
  <p:cSld name="CUSTOM_8_1">
    <p:spTree>
      <p:nvGrpSpPr>
        <p:cNvPr id="747" name="Shape 7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8" name="Google Shape;748;p27"/>
          <p:cNvSpPr txBox="1"/>
          <p:nvPr>
            <p:ph hasCustomPrompt="1" type="title"/>
          </p:nvPr>
        </p:nvSpPr>
        <p:spPr>
          <a:xfrm>
            <a:off x="1326200" y="1962150"/>
            <a:ext cx="1398900" cy="4068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2700">
                <a:latin typeface="Lexend ExtraBold"/>
                <a:ea typeface="Lexend ExtraBold"/>
                <a:cs typeface="Lexend ExtraBold"/>
                <a:sym typeface="Lexend ExtraBold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749" name="Google Shape;749;p27"/>
          <p:cNvSpPr txBox="1"/>
          <p:nvPr>
            <p:ph idx="1" type="subTitle"/>
          </p:nvPr>
        </p:nvSpPr>
        <p:spPr>
          <a:xfrm>
            <a:off x="938500" y="3418175"/>
            <a:ext cx="2173200" cy="75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Font typeface="PT Sans"/>
              <a:buNone/>
              <a:defRPr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9pPr>
          </a:lstStyle>
          <a:p/>
        </p:txBody>
      </p:sp>
      <p:sp>
        <p:nvSpPr>
          <p:cNvPr id="750" name="Google Shape;750;p27"/>
          <p:cNvSpPr txBox="1"/>
          <p:nvPr>
            <p:ph idx="2" type="subTitle"/>
          </p:nvPr>
        </p:nvSpPr>
        <p:spPr>
          <a:xfrm>
            <a:off x="938500" y="3044700"/>
            <a:ext cx="2173200" cy="440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1700">
                <a:solidFill>
                  <a:schemeClr val="dk1"/>
                </a:solidFill>
                <a:latin typeface="Lexend ExtraBold"/>
                <a:ea typeface="Lexend ExtraBold"/>
                <a:cs typeface="Lexend ExtraBold"/>
                <a:sym typeface="Lexend ExtraBol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751" name="Google Shape;751;p27"/>
          <p:cNvSpPr txBox="1"/>
          <p:nvPr>
            <p:ph hasCustomPrompt="1" idx="3" type="title"/>
          </p:nvPr>
        </p:nvSpPr>
        <p:spPr>
          <a:xfrm>
            <a:off x="3873650" y="1962150"/>
            <a:ext cx="1397700" cy="4068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2700">
                <a:latin typeface="Lexend ExtraBold"/>
                <a:ea typeface="Lexend ExtraBold"/>
                <a:cs typeface="Lexend ExtraBold"/>
                <a:sym typeface="Lexend ExtraBold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752" name="Google Shape;752;p27"/>
          <p:cNvSpPr txBox="1"/>
          <p:nvPr>
            <p:ph idx="4" type="subTitle"/>
          </p:nvPr>
        </p:nvSpPr>
        <p:spPr>
          <a:xfrm>
            <a:off x="3485400" y="3418175"/>
            <a:ext cx="2173200" cy="75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Font typeface="PT Sans"/>
              <a:buNone/>
              <a:defRPr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9pPr>
          </a:lstStyle>
          <a:p/>
        </p:txBody>
      </p:sp>
      <p:sp>
        <p:nvSpPr>
          <p:cNvPr id="753" name="Google Shape;753;p27"/>
          <p:cNvSpPr txBox="1"/>
          <p:nvPr>
            <p:ph idx="5" type="subTitle"/>
          </p:nvPr>
        </p:nvSpPr>
        <p:spPr>
          <a:xfrm>
            <a:off x="3485400" y="3044700"/>
            <a:ext cx="2173200" cy="440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1700">
                <a:solidFill>
                  <a:schemeClr val="dk1"/>
                </a:solidFill>
                <a:latin typeface="Lexend ExtraBold"/>
                <a:ea typeface="Lexend ExtraBold"/>
                <a:cs typeface="Lexend ExtraBold"/>
                <a:sym typeface="Lexend ExtraBol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754" name="Google Shape;754;p27"/>
          <p:cNvSpPr txBox="1"/>
          <p:nvPr>
            <p:ph hasCustomPrompt="1" idx="6" type="title"/>
          </p:nvPr>
        </p:nvSpPr>
        <p:spPr>
          <a:xfrm>
            <a:off x="6417675" y="1962150"/>
            <a:ext cx="1397700" cy="4068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2700">
                <a:latin typeface="Lexend ExtraBold"/>
                <a:ea typeface="Lexend ExtraBold"/>
                <a:cs typeface="Lexend ExtraBold"/>
                <a:sym typeface="Lexend ExtraBold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755" name="Google Shape;755;p27"/>
          <p:cNvSpPr txBox="1"/>
          <p:nvPr>
            <p:ph idx="7" type="subTitle"/>
          </p:nvPr>
        </p:nvSpPr>
        <p:spPr>
          <a:xfrm>
            <a:off x="6032300" y="3418175"/>
            <a:ext cx="2173200" cy="75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Font typeface="PT Sans"/>
              <a:buNone/>
              <a:defRPr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9pPr>
          </a:lstStyle>
          <a:p/>
        </p:txBody>
      </p:sp>
      <p:sp>
        <p:nvSpPr>
          <p:cNvPr id="756" name="Google Shape;756;p27"/>
          <p:cNvSpPr txBox="1"/>
          <p:nvPr>
            <p:ph idx="8" type="subTitle"/>
          </p:nvPr>
        </p:nvSpPr>
        <p:spPr>
          <a:xfrm>
            <a:off x="6032300" y="3044700"/>
            <a:ext cx="2173200" cy="440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1700">
                <a:solidFill>
                  <a:schemeClr val="dk1"/>
                </a:solidFill>
                <a:latin typeface="Lexend ExtraBold"/>
                <a:ea typeface="Lexend ExtraBold"/>
                <a:cs typeface="Lexend ExtraBold"/>
                <a:sym typeface="Lexend ExtraBol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757" name="Google Shape;757;p27"/>
          <p:cNvSpPr txBox="1"/>
          <p:nvPr>
            <p:ph idx="9" type="title"/>
          </p:nvPr>
        </p:nvSpPr>
        <p:spPr>
          <a:xfrm>
            <a:off x="720000" y="5212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700"/>
              <a:buNone/>
              <a:defRPr>
                <a:latin typeface="Lexend ExtraBold"/>
                <a:ea typeface="Lexend ExtraBold"/>
                <a:cs typeface="Lexend ExtraBold"/>
                <a:sym typeface="Lexend Extra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758" name="Google Shape;758;p27"/>
          <p:cNvSpPr/>
          <p:nvPr/>
        </p:nvSpPr>
        <p:spPr>
          <a:xfrm>
            <a:off x="280800" y="279300"/>
            <a:ext cx="8582400" cy="45849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9" name="Google Shape;759;p27"/>
          <p:cNvSpPr/>
          <p:nvPr/>
        </p:nvSpPr>
        <p:spPr>
          <a:xfrm>
            <a:off x="281825" y="4702200"/>
            <a:ext cx="8582400" cy="162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760" name="Google Shape;760;p27"/>
          <p:cNvGrpSpPr/>
          <p:nvPr/>
        </p:nvGrpSpPr>
        <p:grpSpPr>
          <a:xfrm>
            <a:off x="8346068" y="539493"/>
            <a:ext cx="662463" cy="775160"/>
            <a:chOff x="5424136" y="1294946"/>
            <a:chExt cx="1748846" cy="2046356"/>
          </a:xfrm>
        </p:grpSpPr>
        <p:grpSp>
          <p:nvGrpSpPr>
            <p:cNvPr id="761" name="Google Shape;761;p27"/>
            <p:cNvGrpSpPr/>
            <p:nvPr/>
          </p:nvGrpSpPr>
          <p:grpSpPr>
            <a:xfrm>
              <a:off x="5424136" y="2234050"/>
              <a:ext cx="1184145" cy="1107253"/>
              <a:chOff x="5424136" y="2234050"/>
              <a:chExt cx="1184145" cy="1107253"/>
            </a:xfrm>
          </p:grpSpPr>
          <p:sp>
            <p:nvSpPr>
              <p:cNvPr id="762" name="Google Shape;762;p27"/>
              <p:cNvSpPr/>
              <p:nvPr/>
            </p:nvSpPr>
            <p:spPr>
              <a:xfrm>
                <a:off x="5424136" y="2234050"/>
                <a:ext cx="1184145" cy="1107253"/>
              </a:xfrm>
              <a:custGeom>
                <a:rect b="b" l="l" r="r" t="t"/>
                <a:pathLst>
                  <a:path extrusionOk="0" h="6048" w="6468">
                    <a:moveTo>
                      <a:pt x="3300" y="0"/>
                    </a:moveTo>
                    <a:lnTo>
                      <a:pt x="2377" y="532"/>
                    </a:lnTo>
                    <a:lnTo>
                      <a:pt x="1657" y="1717"/>
                    </a:lnTo>
                    <a:lnTo>
                      <a:pt x="1672" y="2280"/>
                    </a:lnTo>
                    <a:lnTo>
                      <a:pt x="705" y="2812"/>
                    </a:lnTo>
                    <a:lnTo>
                      <a:pt x="0" y="4031"/>
                    </a:lnTo>
                    <a:lnTo>
                      <a:pt x="0" y="5156"/>
                    </a:lnTo>
                    <a:lnTo>
                      <a:pt x="1519" y="6048"/>
                    </a:lnTo>
                    <a:lnTo>
                      <a:pt x="5797" y="3577"/>
                    </a:lnTo>
                    <a:lnTo>
                      <a:pt x="6468" y="2392"/>
                    </a:lnTo>
                    <a:lnTo>
                      <a:pt x="6468" y="1282"/>
                    </a:lnTo>
                    <a:lnTo>
                      <a:pt x="4953" y="390"/>
                    </a:lnTo>
                    <a:lnTo>
                      <a:pt x="4470" y="671"/>
                    </a:lnTo>
                    <a:lnTo>
                      <a:pt x="3300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63" name="Google Shape;763;p27"/>
              <p:cNvSpPr/>
              <p:nvPr/>
            </p:nvSpPr>
            <p:spPr>
              <a:xfrm>
                <a:off x="5850342" y="2234050"/>
                <a:ext cx="332469" cy="191682"/>
              </a:xfrm>
              <a:custGeom>
                <a:rect b="b" l="l" r="r" t="t"/>
                <a:pathLst>
                  <a:path extrusionOk="0" h="1047" w="1816">
                    <a:moveTo>
                      <a:pt x="972" y="0"/>
                    </a:moveTo>
                    <a:lnTo>
                      <a:pt x="1" y="562"/>
                    </a:lnTo>
                    <a:lnTo>
                      <a:pt x="844" y="1046"/>
                    </a:lnTo>
                    <a:lnTo>
                      <a:pt x="1815" y="484"/>
                    </a:lnTo>
                    <a:lnTo>
                      <a:pt x="972" y="0"/>
                    </a:lnTo>
                    <a:close/>
                  </a:path>
                </a:pathLst>
              </a:custGeom>
              <a:solidFill>
                <a:srgbClr val="F5F5F5">
                  <a:alpha val="6398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64" name="Google Shape;764;p27"/>
              <p:cNvSpPr/>
              <p:nvPr/>
            </p:nvSpPr>
            <p:spPr>
              <a:xfrm>
                <a:off x="5553206" y="2651281"/>
                <a:ext cx="328990" cy="192414"/>
              </a:xfrm>
              <a:custGeom>
                <a:rect b="b" l="l" r="r" t="t"/>
                <a:pathLst>
                  <a:path extrusionOk="0" h="1051" w="1797">
                    <a:moveTo>
                      <a:pt x="967" y="1"/>
                    </a:moveTo>
                    <a:lnTo>
                      <a:pt x="0" y="533"/>
                    </a:lnTo>
                    <a:lnTo>
                      <a:pt x="829" y="1051"/>
                    </a:lnTo>
                    <a:lnTo>
                      <a:pt x="1796" y="488"/>
                    </a:lnTo>
                    <a:lnTo>
                      <a:pt x="967" y="1"/>
                    </a:lnTo>
                    <a:close/>
                  </a:path>
                </a:pathLst>
              </a:custGeom>
              <a:solidFill>
                <a:srgbClr val="F5F5F5">
                  <a:alpha val="6398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65" name="Google Shape;765;p27"/>
              <p:cNvSpPr/>
              <p:nvPr/>
            </p:nvSpPr>
            <p:spPr>
              <a:xfrm>
                <a:off x="5424136" y="2748861"/>
                <a:ext cx="280841" cy="311781"/>
              </a:xfrm>
              <a:custGeom>
                <a:rect b="b" l="l" r="r" t="t"/>
                <a:pathLst>
                  <a:path extrusionOk="0" h="1703" w="1534">
                    <a:moveTo>
                      <a:pt x="705" y="0"/>
                    </a:moveTo>
                    <a:lnTo>
                      <a:pt x="0" y="1219"/>
                    </a:lnTo>
                    <a:lnTo>
                      <a:pt x="844" y="1702"/>
                    </a:lnTo>
                    <a:lnTo>
                      <a:pt x="1534" y="518"/>
                    </a:lnTo>
                    <a:lnTo>
                      <a:pt x="705" y="0"/>
                    </a:lnTo>
                    <a:close/>
                  </a:path>
                </a:pathLst>
              </a:custGeom>
              <a:solidFill>
                <a:srgbClr val="F5F5F5">
                  <a:alpha val="3416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66" name="Google Shape;766;p27"/>
              <p:cNvSpPr/>
              <p:nvPr/>
            </p:nvSpPr>
            <p:spPr>
              <a:xfrm>
                <a:off x="5727497" y="2548392"/>
                <a:ext cx="154700" cy="192414"/>
              </a:xfrm>
              <a:custGeom>
                <a:rect b="b" l="l" r="r" t="t"/>
                <a:pathLst>
                  <a:path extrusionOk="0" h="1051" w="845">
                    <a:moveTo>
                      <a:pt x="0" y="0"/>
                    </a:moveTo>
                    <a:lnTo>
                      <a:pt x="0" y="563"/>
                    </a:lnTo>
                    <a:lnTo>
                      <a:pt x="844" y="1050"/>
                    </a:lnTo>
                    <a:lnTo>
                      <a:pt x="844" y="48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5F5F5">
                  <a:alpha val="3416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67" name="Google Shape;767;p27"/>
              <p:cNvSpPr/>
              <p:nvPr/>
            </p:nvSpPr>
            <p:spPr>
              <a:xfrm>
                <a:off x="5424136" y="2971848"/>
                <a:ext cx="154517" cy="294755"/>
              </a:xfrm>
              <a:custGeom>
                <a:rect b="b" l="l" r="r" t="t"/>
                <a:pathLst>
                  <a:path extrusionOk="0" h="1610" w="844">
                    <a:moveTo>
                      <a:pt x="0" y="1"/>
                    </a:moveTo>
                    <a:lnTo>
                      <a:pt x="0" y="1126"/>
                    </a:lnTo>
                    <a:lnTo>
                      <a:pt x="844" y="1609"/>
                    </a:lnTo>
                    <a:lnTo>
                      <a:pt x="844" y="484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F5F5F5">
                  <a:alpha val="6398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68" name="Google Shape;768;p27"/>
              <p:cNvSpPr/>
              <p:nvPr/>
            </p:nvSpPr>
            <p:spPr>
              <a:xfrm>
                <a:off x="6242312" y="2305267"/>
                <a:ext cx="243127" cy="191865"/>
              </a:xfrm>
              <a:custGeom>
                <a:rect b="b" l="l" r="r" t="t"/>
                <a:pathLst>
                  <a:path extrusionOk="0" h="1048" w="1328">
                    <a:moveTo>
                      <a:pt x="484" y="1"/>
                    </a:moveTo>
                    <a:lnTo>
                      <a:pt x="1" y="282"/>
                    </a:lnTo>
                    <a:lnTo>
                      <a:pt x="360" y="1047"/>
                    </a:lnTo>
                    <a:lnTo>
                      <a:pt x="1328" y="485"/>
                    </a:lnTo>
                    <a:lnTo>
                      <a:pt x="484" y="1"/>
                    </a:lnTo>
                    <a:close/>
                  </a:path>
                </a:pathLst>
              </a:custGeom>
              <a:solidFill>
                <a:srgbClr val="F5F5F5">
                  <a:alpha val="6398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69" name="Google Shape;769;p27"/>
              <p:cNvSpPr/>
              <p:nvPr/>
            </p:nvSpPr>
            <p:spPr>
              <a:xfrm>
                <a:off x="5727497" y="2328700"/>
                <a:ext cx="280292" cy="309035"/>
              </a:xfrm>
              <a:custGeom>
                <a:rect b="b" l="l" r="r" t="t"/>
                <a:pathLst>
                  <a:path extrusionOk="0" h="1688" w="1531">
                    <a:moveTo>
                      <a:pt x="687" y="0"/>
                    </a:moveTo>
                    <a:lnTo>
                      <a:pt x="0" y="1200"/>
                    </a:lnTo>
                    <a:lnTo>
                      <a:pt x="844" y="1688"/>
                    </a:lnTo>
                    <a:lnTo>
                      <a:pt x="1530" y="499"/>
                    </a:lnTo>
                    <a:lnTo>
                      <a:pt x="687" y="0"/>
                    </a:lnTo>
                    <a:close/>
                  </a:path>
                </a:pathLst>
              </a:custGeom>
              <a:solidFill>
                <a:srgbClr val="F5F5F5">
                  <a:alpha val="3416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770" name="Google Shape;770;p27"/>
            <p:cNvGrpSpPr/>
            <p:nvPr/>
          </p:nvGrpSpPr>
          <p:grpSpPr>
            <a:xfrm>
              <a:off x="6319687" y="1294946"/>
              <a:ext cx="853295" cy="797776"/>
              <a:chOff x="5424136" y="2234050"/>
              <a:chExt cx="1184145" cy="1107253"/>
            </a:xfrm>
          </p:grpSpPr>
          <p:sp>
            <p:nvSpPr>
              <p:cNvPr id="771" name="Google Shape;771;p27"/>
              <p:cNvSpPr/>
              <p:nvPr/>
            </p:nvSpPr>
            <p:spPr>
              <a:xfrm>
                <a:off x="5424136" y="2234050"/>
                <a:ext cx="1184145" cy="1107253"/>
              </a:xfrm>
              <a:custGeom>
                <a:rect b="b" l="l" r="r" t="t"/>
                <a:pathLst>
                  <a:path extrusionOk="0" h="6048" w="6468">
                    <a:moveTo>
                      <a:pt x="3300" y="0"/>
                    </a:moveTo>
                    <a:lnTo>
                      <a:pt x="2377" y="532"/>
                    </a:lnTo>
                    <a:lnTo>
                      <a:pt x="1657" y="1717"/>
                    </a:lnTo>
                    <a:lnTo>
                      <a:pt x="1672" y="2280"/>
                    </a:lnTo>
                    <a:lnTo>
                      <a:pt x="705" y="2812"/>
                    </a:lnTo>
                    <a:lnTo>
                      <a:pt x="0" y="4031"/>
                    </a:lnTo>
                    <a:lnTo>
                      <a:pt x="0" y="5156"/>
                    </a:lnTo>
                    <a:lnTo>
                      <a:pt x="1519" y="6048"/>
                    </a:lnTo>
                    <a:lnTo>
                      <a:pt x="5797" y="3577"/>
                    </a:lnTo>
                    <a:lnTo>
                      <a:pt x="6468" y="2392"/>
                    </a:lnTo>
                    <a:lnTo>
                      <a:pt x="6468" y="1282"/>
                    </a:lnTo>
                    <a:lnTo>
                      <a:pt x="4953" y="390"/>
                    </a:lnTo>
                    <a:lnTo>
                      <a:pt x="4470" y="671"/>
                    </a:lnTo>
                    <a:lnTo>
                      <a:pt x="3300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72" name="Google Shape;772;p27"/>
              <p:cNvSpPr/>
              <p:nvPr/>
            </p:nvSpPr>
            <p:spPr>
              <a:xfrm>
                <a:off x="5850342" y="2234050"/>
                <a:ext cx="332469" cy="191682"/>
              </a:xfrm>
              <a:custGeom>
                <a:rect b="b" l="l" r="r" t="t"/>
                <a:pathLst>
                  <a:path extrusionOk="0" h="1047" w="1816">
                    <a:moveTo>
                      <a:pt x="972" y="0"/>
                    </a:moveTo>
                    <a:lnTo>
                      <a:pt x="1" y="562"/>
                    </a:lnTo>
                    <a:lnTo>
                      <a:pt x="844" y="1046"/>
                    </a:lnTo>
                    <a:lnTo>
                      <a:pt x="1815" y="484"/>
                    </a:lnTo>
                    <a:lnTo>
                      <a:pt x="972" y="0"/>
                    </a:lnTo>
                    <a:close/>
                  </a:path>
                </a:pathLst>
              </a:custGeom>
              <a:solidFill>
                <a:srgbClr val="F5F5F5">
                  <a:alpha val="6398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73" name="Google Shape;773;p27"/>
              <p:cNvSpPr/>
              <p:nvPr/>
            </p:nvSpPr>
            <p:spPr>
              <a:xfrm>
                <a:off x="5553206" y="2651281"/>
                <a:ext cx="328990" cy="192414"/>
              </a:xfrm>
              <a:custGeom>
                <a:rect b="b" l="l" r="r" t="t"/>
                <a:pathLst>
                  <a:path extrusionOk="0" h="1051" w="1797">
                    <a:moveTo>
                      <a:pt x="967" y="1"/>
                    </a:moveTo>
                    <a:lnTo>
                      <a:pt x="0" y="533"/>
                    </a:lnTo>
                    <a:lnTo>
                      <a:pt x="829" y="1051"/>
                    </a:lnTo>
                    <a:lnTo>
                      <a:pt x="1796" y="488"/>
                    </a:lnTo>
                    <a:lnTo>
                      <a:pt x="967" y="1"/>
                    </a:lnTo>
                    <a:close/>
                  </a:path>
                </a:pathLst>
              </a:custGeom>
              <a:solidFill>
                <a:srgbClr val="F5F5F5">
                  <a:alpha val="6398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74" name="Google Shape;774;p27"/>
              <p:cNvSpPr/>
              <p:nvPr/>
            </p:nvSpPr>
            <p:spPr>
              <a:xfrm>
                <a:off x="5424136" y="2748861"/>
                <a:ext cx="280841" cy="311781"/>
              </a:xfrm>
              <a:custGeom>
                <a:rect b="b" l="l" r="r" t="t"/>
                <a:pathLst>
                  <a:path extrusionOk="0" h="1703" w="1534">
                    <a:moveTo>
                      <a:pt x="705" y="0"/>
                    </a:moveTo>
                    <a:lnTo>
                      <a:pt x="0" y="1219"/>
                    </a:lnTo>
                    <a:lnTo>
                      <a:pt x="844" y="1702"/>
                    </a:lnTo>
                    <a:lnTo>
                      <a:pt x="1534" y="518"/>
                    </a:lnTo>
                    <a:lnTo>
                      <a:pt x="705" y="0"/>
                    </a:lnTo>
                    <a:close/>
                  </a:path>
                </a:pathLst>
              </a:custGeom>
              <a:solidFill>
                <a:srgbClr val="F5F5F5">
                  <a:alpha val="3416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75" name="Google Shape;775;p27"/>
              <p:cNvSpPr/>
              <p:nvPr/>
            </p:nvSpPr>
            <p:spPr>
              <a:xfrm>
                <a:off x="5727497" y="2548392"/>
                <a:ext cx="154700" cy="192414"/>
              </a:xfrm>
              <a:custGeom>
                <a:rect b="b" l="l" r="r" t="t"/>
                <a:pathLst>
                  <a:path extrusionOk="0" h="1051" w="845">
                    <a:moveTo>
                      <a:pt x="0" y="0"/>
                    </a:moveTo>
                    <a:lnTo>
                      <a:pt x="0" y="563"/>
                    </a:lnTo>
                    <a:lnTo>
                      <a:pt x="844" y="1050"/>
                    </a:lnTo>
                    <a:lnTo>
                      <a:pt x="844" y="48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5F5F5">
                  <a:alpha val="3416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76" name="Google Shape;776;p27"/>
              <p:cNvSpPr/>
              <p:nvPr/>
            </p:nvSpPr>
            <p:spPr>
              <a:xfrm>
                <a:off x="5424136" y="2971848"/>
                <a:ext cx="154517" cy="294755"/>
              </a:xfrm>
              <a:custGeom>
                <a:rect b="b" l="l" r="r" t="t"/>
                <a:pathLst>
                  <a:path extrusionOk="0" h="1610" w="844">
                    <a:moveTo>
                      <a:pt x="0" y="1"/>
                    </a:moveTo>
                    <a:lnTo>
                      <a:pt x="0" y="1126"/>
                    </a:lnTo>
                    <a:lnTo>
                      <a:pt x="844" y="1609"/>
                    </a:lnTo>
                    <a:lnTo>
                      <a:pt x="844" y="484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F5F5F5">
                  <a:alpha val="6398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77" name="Google Shape;777;p27"/>
              <p:cNvSpPr/>
              <p:nvPr/>
            </p:nvSpPr>
            <p:spPr>
              <a:xfrm>
                <a:off x="6242312" y="2305267"/>
                <a:ext cx="243127" cy="191865"/>
              </a:xfrm>
              <a:custGeom>
                <a:rect b="b" l="l" r="r" t="t"/>
                <a:pathLst>
                  <a:path extrusionOk="0" h="1048" w="1328">
                    <a:moveTo>
                      <a:pt x="484" y="1"/>
                    </a:moveTo>
                    <a:lnTo>
                      <a:pt x="1" y="282"/>
                    </a:lnTo>
                    <a:lnTo>
                      <a:pt x="360" y="1047"/>
                    </a:lnTo>
                    <a:lnTo>
                      <a:pt x="1328" y="485"/>
                    </a:lnTo>
                    <a:lnTo>
                      <a:pt x="484" y="1"/>
                    </a:lnTo>
                    <a:close/>
                  </a:path>
                </a:pathLst>
              </a:custGeom>
              <a:solidFill>
                <a:srgbClr val="F5F5F5">
                  <a:alpha val="6398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78" name="Google Shape;778;p27"/>
              <p:cNvSpPr/>
              <p:nvPr/>
            </p:nvSpPr>
            <p:spPr>
              <a:xfrm>
                <a:off x="5727497" y="2328700"/>
                <a:ext cx="280292" cy="309035"/>
              </a:xfrm>
              <a:custGeom>
                <a:rect b="b" l="l" r="r" t="t"/>
                <a:pathLst>
                  <a:path extrusionOk="0" h="1688" w="1531">
                    <a:moveTo>
                      <a:pt x="687" y="0"/>
                    </a:moveTo>
                    <a:lnTo>
                      <a:pt x="0" y="1200"/>
                    </a:lnTo>
                    <a:lnTo>
                      <a:pt x="844" y="1688"/>
                    </a:lnTo>
                    <a:lnTo>
                      <a:pt x="1530" y="499"/>
                    </a:lnTo>
                    <a:lnTo>
                      <a:pt x="687" y="0"/>
                    </a:lnTo>
                    <a:close/>
                  </a:path>
                </a:pathLst>
              </a:custGeom>
              <a:solidFill>
                <a:srgbClr val="F5F5F5">
                  <a:alpha val="3416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779" name="Google Shape;779;p27"/>
          <p:cNvGrpSpPr/>
          <p:nvPr/>
        </p:nvGrpSpPr>
        <p:grpSpPr>
          <a:xfrm>
            <a:off x="399074" y="3862232"/>
            <a:ext cx="705340" cy="1183135"/>
            <a:chOff x="399074" y="3862232"/>
            <a:chExt cx="705340" cy="1183135"/>
          </a:xfrm>
        </p:grpSpPr>
        <p:grpSp>
          <p:nvGrpSpPr>
            <p:cNvPr id="780" name="Google Shape;780;p27"/>
            <p:cNvGrpSpPr/>
            <p:nvPr/>
          </p:nvGrpSpPr>
          <p:grpSpPr>
            <a:xfrm>
              <a:off x="399074" y="3862232"/>
              <a:ext cx="314144" cy="1183135"/>
              <a:chOff x="8297005" y="513279"/>
              <a:chExt cx="159084" cy="599177"/>
            </a:xfrm>
          </p:grpSpPr>
          <p:sp>
            <p:nvSpPr>
              <p:cNvPr id="781" name="Google Shape;781;p27"/>
              <p:cNvSpPr/>
              <p:nvPr/>
            </p:nvSpPr>
            <p:spPr>
              <a:xfrm>
                <a:off x="8388526" y="1082678"/>
                <a:ext cx="42392" cy="29778"/>
              </a:xfrm>
              <a:custGeom>
                <a:rect b="b" l="l" r="r" t="t"/>
                <a:pathLst>
                  <a:path extrusionOk="0" h="517" w="736">
                    <a:moveTo>
                      <a:pt x="735" y="1"/>
                    </a:moveTo>
                    <a:lnTo>
                      <a:pt x="1" y="216"/>
                    </a:lnTo>
                    <a:lnTo>
                      <a:pt x="194" y="517"/>
                    </a:lnTo>
                    <a:lnTo>
                      <a:pt x="735" y="190"/>
                    </a:lnTo>
                    <a:lnTo>
                      <a:pt x="735" y="1"/>
                    </a:lnTo>
                    <a:close/>
                  </a:path>
                </a:pathLst>
              </a:custGeom>
              <a:solidFill>
                <a:srgbClr val="87878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82" name="Google Shape;782;p27"/>
              <p:cNvSpPr/>
              <p:nvPr/>
            </p:nvSpPr>
            <p:spPr>
              <a:xfrm>
                <a:off x="8322751" y="1038732"/>
                <a:ext cx="108168" cy="62090"/>
              </a:xfrm>
              <a:custGeom>
                <a:rect b="b" l="l" r="r" t="t"/>
                <a:pathLst>
                  <a:path extrusionOk="0" h="1078" w="1878">
                    <a:moveTo>
                      <a:pt x="546" y="0"/>
                    </a:moveTo>
                    <a:lnTo>
                      <a:pt x="1" y="314"/>
                    </a:lnTo>
                    <a:lnTo>
                      <a:pt x="1" y="764"/>
                    </a:lnTo>
                    <a:lnTo>
                      <a:pt x="546" y="1077"/>
                    </a:lnTo>
                    <a:lnTo>
                      <a:pt x="1336" y="1077"/>
                    </a:lnTo>
                    <a:lnTo>
                      <a:pt x="1877" y="764"/>
                    </a:lnTo>
                    <a:lnTo>
                      <a:pt x="1877" y="314"/>
                    </a:lnTo>
                    <a:lnTo>
                      <a:pt x="1336" y="0"/>
                    </a:lnTo>
                    <a:close/>
                  </a:path>
                </a:pathLst>
              </a:custGeom>
              <a:solidFill>
                <a:srgbClr val="F5F5F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83" name="Google Shape;783;p27"/>
              <p:cNvSpPr/>
              <p:nvPr/>
            </p:nvSpPr>
            <p:spPr>
              <a:xfrm>
                <a:off x="8339281" y="1047372"/>
                <a:ext cx="75280" cy="21311"/>
              </a:xfrm>
              <a:custGeom>
                <a:rect b="b" l="l" r="r" t="t"/>
                <a:pathLst>
                  <a:path extrusionOk="0" h="370" w="1307">
                    <a:moveTo>
                      <a:pt x="379" y="0"/>
                    </a:moveTo>
                    <a:lnTo>
                      <a:pt x="1" y="219"/>
                    </a:lnTo>
                    <a:lnTo>
                      <a:pt x="1" y="369"/>
                    </a:lnTo>
                    <a:lnTo>
                      <a:pt x="1306" y="369"/>
                    </a:lnTo>
                    <a:lnTo>
                      <a:pt x="1306" y="219"/>
                    </a:lnTo>
                    <a:lnTo>
                      <a:pt x="924" y="0"/>
                    </a:lnTo>
                    <a:close/>
                  </a:path>
                </a:pathLst>
              </a:custGeom>
              <a:solidFill>
                <a:srgbClr val="A39C9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84" name="Google Shape;784;p27"/>
              <p:cNvSpPr/>
              <p:nvPr/>
            </p:nvSpPr>
            <p:spPr>
              <a:xfrm>
                <a:off x="8339281" y="1056011"/>
                <a:ext cx="75280" cy="34443"/>
              </a:xfrm>
              <a:custGeom>
                <a:rect b="b" l="l" r="r" t="t"/>
                <a:pathLst>
                  <a:path extrusionOk="0" h="598" w="1307">
                    <a:moveTo>
                      <a:pt x="379" y="0"/>
                    </a:moveTo>
                    <a:lnTo>
                      <a:pt x="1" y="219"/>
                    </a:lnTo>
                    <a:lnTo>
                      <a:pt x="1" y="382"/>
                    </a:lnTo>
                    <a:lnTo>
                      <a:pt x="379" y="598"/>
                    </a:lnTo>
                    <a:lnTo>
                      <a:pt x="924" y="598"/>
                    </a:lnTo>
                    <a:lnTo>
                      <a:pt x="1306" y="382"/>
                    </a:lnTo>
                    <a:lnTo>
                      <a:pt x="1306" y="219"/>
                    </a:lnTo>
                    <a:lnTo>
                      <a:pt x="924" y="0"/>
                    </a:lnTo>
                    <a:close/>
                  </a:path>
                </a:pathLst>
              </a:custGeom>
              <a:solidFill>
                <a:srgbClr val="5E4439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85" name="Google Shape;785;p27"/>
              <p:cNvSpPr/>
              <p:nvPr/>
            </p:nvSpPr>
            <p:spPr>
              <a:xfrm>
                <a:off x="8350224" y="1100764"/>
                <a:ext cx="49476" cy="11692"/>
              </a:xfrm>
              <a:custGeom>
                <a:rect b="b" l="l" r="r" t="t"/>
                <a:pathLst>
                  <a:path extrusionOk="0" h="203" w="859">
                    <a:moveTo>
                      <a:pt x="69" y="0"/>
                    </a:moveTo>
                    <a:lnTo>
                      <a:pt x="0" y="26"/>
                    </a:lnTo>
                    <a:lnTo>
                      <a:pt x="69" y="203"/>
                    </a:lnTo>
                    <a:lnTo>
                      <a:pt x="859" y="203"/>
                    </a:lnTo>
                    <a:lnTo>
                      <a:pt x="859" y="0"/>
                    </a:lnTo>
                    <a:close/>
                  </a:path>
                </a:pathLst>
              </a:custGeom>
              <a:solidFill>
                <a:srgbClr val="87878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86" name="Google Shape;786;p27"/>
              <p:cNvSpPr/>
              <p:nvPr/>
            </p:nvSpPr>
            <p:spPr>
              <a:xfrm>
                <a:off x="8322751" y="1082678"/>
                <a:ext cx="31448" cy="29778"/>
              </a:xfrm>
              <a:custGeom>
                <a:rect b="b" l="l" r="r" t="t"/>
                <a:pathLst>
                  <a:path extrusionOk="0" h="517" w="546">
                    <a:moveTo>
                      <a:pt x="1" y="1"/>
                    </a:moveTo>
                    <a:lnTo>
                      <a:pt x="1" y="190"/>
                    </a:lnTo>
                    <a:lnTo>
                      <a:pt x="546" y="517"/>
                    </a:lnTo>
                    <a:lnTo>
                      <a:pt x="546" y="314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rgbClr val="87878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87" name="Google Shape;787;p27"/>
              <p:cNvSpPr/>
              <p:nvPr/>
            </p:nvSpPr>
            <p:spPr>
              <a:xfrm>
                <a:off x="8331390" y="1043397"/>
                <a:ext cx="90889" cy="51780"/>
              </a:xfrm>
              <a:custGeom>
                <a:rect b="b" l="l" r="r" t="t"/>
                <a:pathLst>
                  <a:path extrusionOk="0" h="899" w="1578">
                    <a:moveTo>
                      <a:pt x="464" y="1"/>
                    </a:moveTo>
                    <a:lnTo>
                      <a:pt x="1" y="262"/>
                    </a:lnTo>
                    <a:lnTo>
                      <a:pt x="1" y="641"/>
                    </a:lnTo>
                    <a:lnTo>
                      <a:pt x="464" y="898"/>
                    </a:lnTo>
                    <a:lnTo>
                      <a:pt x="1117" y="898"/>
                    </a:lnTo>
                    <a:lnTo>
                      <a:pt x="1577" y="641"/>
                    </a:lnTo>
                    <a:lnTo>
                      <a:pt x="1577" y="262"/>
                    </a:lnTo>
                    <a:lnTo>
                      <a:pt x="1117" y="1"/>
                    </a:lnTo>
                    <a:close/>
                  </a:path>
                </a:pathLst>
              </a:custGeom>
              <a:solidFill>
                <a:srgbClr val="2D2C3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88" name="Google Shape;788;p27"/>
              <p:cNvSpPr/>
              <p:nvPr/>
            </p:nvSpPr>
            <p:spPr>
              <a:xfrm>
                <a:off x="8372169" y="968234"/>
                <a:ext cx="9504" cy="120724"/>
              </a:xfrm>
              <a:custGeom>
                <a:rect b="b" l="l" r="r" t="t"/>
                <a:pathLst>
                  <a:path extrusionOk="0" h="2096" w="165">
                    <a:moveTo>
                      <a:pt x="1" y="0"/>
                    </a:moveTo>
                    <a:lnTo>
                      <a:pt x="1" y="2096"/>
                    </a:lnTo>
                    <a:lnTo>
                      <a:pt x="164" y="2096"/>
                    </a:lnTo>
                    <a:lnTo>
                      <a:pt x="164" y="0"/>
                    </a:lnTo>
                    <a:close/>
                  </a:path>
                </a:pathLst>
              </a:custGeom>
              <a:solidFill>
                <a:srgbClr val="50505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89" name="Google Shape;789;p27"/>
              <p:cNvSpPr/>
              <p:nvPr/>
            </p:nvSpPr>
            <p:spPr>
              <a:xfrm>
                <a:off x="8381614" y="964433"/>
                <a:ext cx="6969" cy="124526"/>
              </a:xfrm>
              <a:custGeom>
                <a:rect b="b" l="l" r="r" t="t"/>
                <a:pathLst>
                  <a:path extrusionOk="0" h="2162" w="121">
                    <a:moveTo>
                      <a:pt x="121" y="1"/>
                    </a:moveTo>
                    <a:lnTo>
                      <a:pt x="0" y="66"/>
                    </a:lnTo>
                    <a:lnTo>
                      <a:pt x="0" y="2162"/>
                    </a:lnTo>
                    <a:lnTo>
                      <a:pt x="121" y="2093"/>
                    </a:lnTo>
                    <a:lnTo>
                      <a:pt x="121" y="1"/>
                    </a:lnTo>
                    <a:close/>
                  </a:path>
                </a:pathLst>
              </a:custGeom>
              <a:solidFill>
                <a:srgbClr val="50505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90" name="Google Shape;790;p27"/>
              <p:cNvSpPr/>
              <p:nvPr/>
            </p:nvSpPr>
            <p:spPr>
              <a:xfrm>
                <a:off x="8365027" y="964433"/>
                <a:ext cx="7200" cy="124526"/>
              </a:xfrm>
              <a:custGeom>
                <a:rect b="b" l="l" r="r" t="t"/>
                <a:pathLst>
                  <a:path extrusionOk="0" h="2162" w="125">
                    <a:moveTo>
                      <a:pt x="1" y="1"/>
                    </a:moveTo>
                    <a:lnTo>
                      <a:pt x="1" y="2093"/>
                    </a:lnTo>
                    <a:lnTo>
                      <a:pt x="125" y="2162"/>
                    </a:lnTo>
                    <a:lnTo>
                      <a:pt x="125" y="66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rgbClr val="50505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91" name="Google Shape;791;p27"/>
              <p:cNvSpPr/>
              <p:nvPr/>
            </p:nvSpPr>
            <p:spPr>
              <a:xfrm>
                <a:off x="8365027" y="955044"/>
                <a:ext cx="23557" cy="13247"/>
              </a:xfrm>
              <a:custGeom>
                <a:rect b="b" l="l" r="r" t="t"/>
                <a:pathLst>
                  <a:path extrusionOk="0" h="230" w="409">
                    <a:moveTo>
                      <a:pt x="125" y="1"/>
                    </a:moveTo>
                    <a:lnTo>
                      <a:pt x="1" y="66"/>
                    </a:lnTo>
                    <a:lnTo>
                      <a:pt x="1" y="164"/>
                    </a:lnTo>
                    <a:lnTo>
                      <a:pt x="125" y="229"/>
                    </a:lnTo>
                    <a:lnTo>
                      <a:pt x="288" y="229"/>
                    </a:lnTo>
                    <a:lnTo>
                      <a:pt x="409" y="164"/>
                    </a:lnTo>
                    <a:lnTo>
                      <a:pt x="409" y="66"/>
                    </a:lnTo>
                    <a:lnTo>
                      <a:pt x="288" y="1"/>
                    </a:lnTo>
                    <a:close/>
                  </a:path>
                </a:pathLst>
              </a:custGeom>
              <a:solidFill>
                <a:srgbClr val="50505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92" name="Google Shape;792;p27"/>
              <p:cNvSpPr/>
              <p:nvPr/>
            </p:nvSpPr>
            <p:spPr>
              <a:xfrm>
                <a:off x="8297005" y="513279"/>
                <a:ext cx="159084" cy="470053"/>
              </a:xfrm>
              <a:custGeom>
                <a:rect b="b" l="l" r="r" t="t"/>
                <a:pathLst>
                  <a:path extrusionOk="0" h="8161" w="2762">
                    <a:moveTo>
                      <a:pt x="1388" y="0"/>
                    </a:moveTo>
                    <a:lnTo>
                      <a:pt x="0" y="7031"/>
                    </a:lnTo>
                    <a:lnTo>
                      <a:pt x="0" y="7684"/>
                    </a:lnTo>
                    <a:lnTo>
                      <a:pt x="816" y="8160"/>
                    </a:lnTo>
                    <a:lnTo>
                      <a:pt x="1959" y="8160"/>
                    </a:lnTo>
                    <a:lnTo>
                      <a:pt x="2762" y="7684"/>
                    </a:lnTo>
                    <a:lnTo>
                      <a:pt x="2762" y="7031"/>
                    </a:lnTo>
                    <a:lnTo>
                      <a:pt x="1388" y="0"/>
                    </a:lnTo>
                    <a:close/>
                  </a:path>
                </a:pathLst>
              </a:custGeom>
              <a:solidFill>
                <a:srgbClr val="7FA31D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93" name="Google Shape;793;p27"/>
              <p:cNvSpPr/>
              <p:nvPr/>
            </p:nvSpPr>
            <p:spPr>
              <a:xfrm>
                <a:off x="8344004" y="513279"/>
                <a:ext cx="112085" cy="470053"/>
              </a:xfrm>
              <a:custGeom>
                <a:rect b="b" l="l" r="r" t="t"/>
                <a:pathLst>
                  <a:path extrusionOk="0" h="8161" w="1946">
                    <a:moveTo>
                      <a:pt x="572" y="0"/>
                    </a:moveTo>
                    <a:lnTo>
                      <a:pt x="0" y="8160"/>
                    </a:lnTo>
                    <a:lnTo>
                      <a:pt x="1143" y="8160"/>
                    </a:lnTo>
                    <a:lnTo>
                      <a:pt x="1946" y="7684"/>
                    </a:lnTo>
                    <a:lnTo>
                      <a:pt x="1946" y="7031"/>
                    </a:lnTo>
                    <a:lnTo>
                      <a:pt x="572" y="0"/>
                    </a:lnTo>
                    <a:close/>
                  </a:path>
                </a:pathLst>
              </a:custGeom>
              <a:solidFill>
                <a:srgbClr val="2D2C37">
                  <a:alpha val="3354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794" name="Google Shape;794;p27"/>
            <p:cNvGrpSpPr/>
            <p:nvPr/>
          </p:nvGrpSpPr>
          <p:grpSpPr>
            <a:xfrm>
              <a:off x="820462" y="4432106"/>
              <a:ext cx="283952" cy="404337"/>
              <a:chOff x="6191950" y="4314625"/>
              <a:chExt cx="330100" cy="470050"/>
            </a:xfrm>
          </p:grpSpPr>
          <p:sp>
            <p:nvSpPr>
              <p:cNvPr id="795" name="Google Shape;795;p27"/>
              <p:cNvSpPr/>
              <p:nvPr/>
            </p:nvSpPr>
            <p:spPr>
              <a:xfrm>
                <a:off x="6191950" y="4601275"/>
                <a:ext cx="330100" cy="183400"/>
              </a:xfrm>
              <a:custGeom>
                <a:rect b="b" l="l" r="r" t="t"/>
                <a:pathLst>
                  <a:path extrusionOk="0" h="7336" w="13204">
                    <a:moveTo>
                      <a:pt x="6664" y="1"/>
                    </a:moveTo>
                    <a:cubicBezTo>
                      <a:pt x="6066" y="1"/>
                      <a:pt x="5439" y="145"/>
                      <a:pt x="4949" y="427"/>
                    </a:cubicBezTo>
                    <a:lnTo>
                      <a:pt x="993" y="2711"/>
                    </a:lnTo>
                    <a:cubicBezTo>
                      <a:pt x="95" y="3230"/>
                      <a:pt x="1" y="4017"/>
                      <a:pt x="774" y="4467"/>
                    </a:cubicBezTo>
                    <a:lnTo>
                      <a:pt x="5207" y="7036"/>
                    </a:lnTo>
                    <a:cubicBezTo>
                      <a:pt x="5555" y="7238"/>
                      <a:pt x="6023" y="7336"/>
                      <a:pt x="6514" y="7336"/>
                    </a:cubicBezTo>
                    <a:cubicBezTo>
                      <a:pt x="7119" y="7336"/>
                      <a:pt x="7760" y="7187"/>
                      <a:pt x="8256" y="6902"/>
                    </a:cubicBezTo>
                    <a:lnTo>
                      <a:pt x="12212" y="4618"/>
                    </a:lnTo>
                    <a:cubicBezTo>
                      <a:pt x="13109" y="4099"/>
                      <a:pt x="13204" y="3312"/>
                      <a:pt x="12430" y="2862"/>
                    </a:cubicBezTo>
                    <a:lnTo>
                      <a:pt x="7998" y="306"/>
                    </a:lnTo>
                    <a:cubicBezTo>
                      <a:pt x="7639" y="101"/>
                      <a:pt x="7162" y="1"/>
                      <a:pt x="6664" y="1"/>
                    </a:cubicBezTo>
                    <a:close/>
                  </a:path>
                </a:pathLst>
              </a:custGeom>
              <a:solidFill>
                <a:srgbClr val="87878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96" name="Google Shape;796;p27"/>
              <p:cNvSpPr/>
              <p:nvPr/>
            </p:nvSpPr>
            <p:spPr>
              <a:xfrm>
                <a:off x="6191950" y="4593500"/>
                <a:ext cx="330100" cy="183500"/>
              </a:xfrm>
              <a:custGeom>
                <a:rect b="b" l="l" r="r" t="t"/>
                <a:pathLst>
                  <a:path extrusionOk="0" h="7340" w="13204">
                    <a:moveTo>
                      <a:pt x="6664" y="0"/>
                    </a:moveTo>
                    <a:cubicBezTo>
                      <a:pt x="6066" y="0"/>
                      <a:pt x="5439" y="144"/>
                      <a:pt x="4949" y="428"/>
                    </a:cubicBezTo>
                    <a:lnTo>
                      <a:pt x="2462" y="1867"/>
                    </a:lnTo>
                    <a:lnTo>
                      <a:pt x="993" y="2725"/>
                    </a:lnTo>
                    <a:cubicBezTo>
                      <a:pt x="95" y="3241"/>
                      <a:pt x="1" y="4031"/>
                      <a:pt x="774" y="4478"/>
                    </a:cubicBezTo>
                    <a:lnTo>
                      <a:pt x="2759" y="5621"/>
                    </a:lnTo>
                    <a:lnTo>
                      <a:pt x="5207" y="7037"/>
                    </a:lnTo>
                    <a:cubicBezTo>
                      <a:pt x="5559" y="7240"/>
                      <a:pt x="6034" y="7339"/>
                      <a:pt x="6532" y="7339"/>
                    </a:cubicBezTo>
                    <a:cubicBezTo>
                      <a:pt x="7132" y="7339"/>
                      <a:pt x="7765" y="7195"/>
                      <a:pt x="8256" y="6913"/>
                    </a:cubicBezTo>
                    <a:lnTo>
                      <a:pt x="12212" y="4628"/>
                    </a:lnTo>
                    <a:cubicBezTo>
                      <a:pt x="13109" y="4113"/>
                      <a:pt x="13204" y="3323"/>
                      <a:pt x="12430" y="2876"/>
                    </a:cubicBezTo>
                    <a:lnTo>
                      <a:pt x="7998" y="303"/>
                    </a:lnTo>
                    <a:cubicBezTo>
                      <a:pt x="7639" y="100"/>
                      <a:pt x="7162" y="0"/>
                      <a:pt x="6664" y="0"/>
                    </a:cubicBezTo>
                    <a:close/>
                  </a:path>
                </a:pathLst>
              </a:custGeom>
              <a:solidFill>
                <a:srgbClr val="2D2C3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97" name="Google Shape;797;p27"/>
              <p:cNvSpPr/>
              <p:nvPr/>
            </p:nvSpPr>
            <p:spPr>
              <a:xfrm>
                <a:off x="6248675" y="4639175"/>
                <a:ext cx="218300" cy="105225"/>
              </a:xfrm>
              <a:custGeom>
                <a:rect b="b" l="l" r="r" t="t"/>
                <a:pathLst>
                  <a:path extrusionOk="0" h="4209" w="8732">
                    <a:moveTo>
                      <a:pt x="914" y="1"/>
                    </a:moveTo>
                    <a:lnTo>
                      <a:pt x="111" y="1130"/>
                    </a:lnTo>
                    <a:cubicBezTo>
                      <a:pt x="43" y="1319"/>
                      <a:pt x="0" y="1509"/>
                      <a:pt x="0" y="1701"/>
                    </a:cubicBezTo>
                    <a:cubicBezTo>
                      <a:pt x="0" y="2204"/>
                      <a:pt x="275" y="2720"/>
                      <a:pt x="803" y="3154"/>
                    </a:cubicBezTo>
                    <a:cubicBezTo>
                      <a:pt x="846" y="3183"/>
                      <a:pt x="885" y="3209"/>
                      <a:pt x="927" y="3235"/>
                    </a:cubicBezTo>
                    <a:cubicBezTo>
                      <a:pt x="1035" y="3317"/>
                      <a:pt x="1159" y="3399"/>
                      <a:pt x="1280" y="3467"/>
                    </a:cubicBezTo>
                    <a:cubicBezTo>
                      <a:pt x="2136" y="3960"/>
                      <a:pt x="3253" y="4208"/>
                      <a:pt x="4367" y="4208"/>
                    </a:cubicBezTo>
                    <a:cubicBezTo>
                      <a:pt x="5466" y="4208"/>
                      <a:pt x="6562" y="3967"/>
                      <a:pt x="7400" y="3480"/>
                    </a:cubicBezTo>
                    <a:cubicBezTo>
                      <a:pt x="8311" y="2951"/>
                      <a:pt x="8732" y="2243"/>
                      <a:pt x="8650" y="1564"/>
                    </a:cubicBezTo>
                    <a:lnTo>
                      <a:pt x="8666" y="1551"/>
                    </a:lnTo>
                    <a:lnTo>
                      <a:pt x="8650" y="1509"/>
                    </a:lnTo>
                    <a:cubicBezTo>
                      <a:pt x="8611" y="1319"/>
                      <a:pt x="8542" y="1130"/>
                      <a:pt x="8448" y="938"/>
                    </a:cubicBezTo>
                    <a:lnTo>
                      <a:pt x="7752" y="40"/>
                    </a:lnTo>
                    <a:lnTo>
                      <a:pt x="1714" y="1"/>
                    </a:lnTo>
                    <a:close/>
                  </a:path>
                </a:pathLst>
              </a:custGeom>
              <a:solidFill>
                <a:srgbClr val="E7363C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98" name="Google Shape;798;p27"/>
              <p:cNvSpPr/>
              <p:nvPr/>
            </p:nvSpPr>
            <p:spPr>
              <a:xfrm>
                <a:off x="6248675" y="4678925"/>
                <a:ext cx="217650" cy="65475"/>
              </a:xfrm>
              <a:custGeom>
                <a:rect b="b" l="l" r="r" t="t"/>
                <a:pathLst>
                  <a:path extrusionOk="0" h="2619" w="8706">
                    <a:moveTo>
                      <a:pt x="17" y="0"/>
                    </a:moveTo>
                    <a:cubicBezTo>
                      <a:pt x="17" y="43"/>
                      <a:pt x="0" y="69"/>
                      <a:pt x="0" y="111"/>
                    </a:cubicBezTo>
                    <a:cubicBezTo>
                      <a:pt x="0" y="614"/>
                      <a:pt x="275" y="1130"/>
                      <a:pt x="803" y="1564"/>
                    </a:cubicBezTo>
                    <a:cubicBezTo>
                      <a:pt x="846" y="1593"/>
                      <a:pt x="885" y="1619"/>
                      <a:pt x="927" y="1645"/>
                    </a:cubicBezTo>
                    <a:cubicBezTo>
                      <a:pt x="1035" y="1727"/>
                      <a:pt x="1159" y="1809"/>
                      <a:pt x="1280" y="1877"/>
                    </a:cubicBezTo>
                    <a:cubicBezTo>
                      <a:pt x="2136" y="2370"/>
                      <a:pt x="3253" y="2618"/>
                      <a:pt x="4367" y="2618"/>
                    </a:cubicBezTo>
                    <a:cubicBezTo>
                      <a:pt x="5466" y="2618"/>
                      <a:pt x="6562" y="2377"/>
                      <a:pt x="7400" y="1890"/>
                    </a:cubicBezTo>
                    <a:cubicBezTo>
                      <a:pt x="8298" y="1375"/>
                      <a:pt x="8706" y="696"/>
                      <a:pt x="8650" y="13"/>
                    </a:cubicBezTo>
                    <a:lnTo>
                      <a:pt x="8650" y="13"/>
                    </a:lnTo>
                    <a:cubicBezTo>
                      <a:pt x="8598" y="614"/>
                      <a:pt x="8190" y="1198"/>
                      <a:pt x="7400" y="1645"/>
                    </a:cubicBezTo>
                    <a:cubicBezTo>
                      <a:pt x="6556" y="2135"/>
                      <a:pt x="5451" y="2380"/>
                      <a:pt x="4345" y="2380"/>
                    </a:cubicBezTo>
                    <a:cubicBezTo>
                      <a:pt x="3238" y="2380"/>
                      <a:pt x="2130" y="2135"/>
                      <a:pt x="1280" y="1645"/>
                    </a:cubicBezTo>
                    <a:cubicBezTo>
                      <a:pt x="1159" y="1564"/>
                      <a:pt x="1035" y="1499"/>
                      <a:pt x="927" y="1417"/>
                    </a:cubicBezTo>
                    <a:cubicBezTo>
                      <a:pt x="885" y="1388"/>
                      <a:pt x="846" y="1348"/>
                      <a:pt x="803" y="1319"/>
                    </a:cubicBezTo>
                    <a:cubicBezTo>
                      <a:pt x="327" y="927"/>
                      <a:pt x="56" y="464"/>
                      <a:pt x="17" y="0"/>
                    </a:cubicBezTo>
                    <a:close/>
                  </a:path>
                </a:pathLst>
              </a:custGeom>
              <a:solidFill>
                <a:srgbClr val="CE181E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99" name="Google Shape;799;p27"/>
              <p:cNvSpPr/>
              <p:nvPr/>
            </p:nvSpPr>
            <p:spPr>
              <a:xfrm>
                <a:off x="6465325" y="4677950"/>
                <a:ext cx="25" cy="25"/>
              </a:xfrm>
              <a:custGeom>
                <a:rect b="b" l="l" r="r" t="t"/>
                <a:pathLst>
                  <a:path extrusionOk="0" h="1" w="1">
                    <a:moveTo>
                      <a:pt x="0" y="0"/>
                    </a:move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CE181E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00" name="Google Shape;800;p27"/>
              <p:cNvSpPr/>
              <p:nvPr/>
            </p:nvSpPr>
            <p:spPr>
              <a:xfrm>
                <a:off x="6268750" y="4327375"/>
                <a:ext cx="176200" cy="366125"/>
              </a:xfrm>
              <a:custGeom>
                <a:rect b="b" l="l" r="r" t="t"/>
                <a:pathLst>
                  <a:path extrusionOk="0" h="14645" w="7048">
                    <a:moveTo>
                      <a:pt x="2654" y="1"/>
                    </a:moveTo>
                    <a:lnTo>
                      <a:pt x="150" y="12323"/>
                    </a:lnTo>
                    <a:cubicBezTo>
                      <a:pt x="0" y="12812"/>
                      <a:pt x="177" y="13328"/>
                      <a:pt x="682" y="13749"/>
                    </a:cubicBezTo>
                    <a:cubicBezTo>
                      <a:pt x="803" y="13860"/>
                      <a:pt x="953" y="13968"/>
                      <a:pt x="1117" y="14062"/>
                    </a:cubicBezTo>
                    <a:cubicBezTo>
                      <a:pt x="1782" y="14451"/>
                      <a:pt x="2660" y="14645"/>
                      <a:pt x="3537" y="14645"/>
                    </a:cubicBezTo>
                    <a:cubicBezTo>
                      <a:pt x="4414" y="14645"/>
                      <a:pt x="5291" y="14451"/>
                      <a:pt x="5957" y="14062"/>
                    </a:cubicBezTo>
                    <a:cubicBezTo>
                      <a:pt x="6721" y="13628"/>
                      <a:pt x="7047" y="13031"/>
                      <a:pt x="6936" y="12460"/>
                    </a:cubicBezTo>
                    <a:lnTo>
                      <a:pt x="6936" y="12443"/>
                    </a:lnTo>
                    <a:cubicBezTo>
                      <a:pt x="6936" y="12430"/>
                      <a:pt x="6936" y="12417"/>
                      <a:pt x="6923" y="12404"/>
                    </a:cubicBezTo>
                    <a:lnTo>
                      <a:pt x="4407" y="1"/>
                    </a:lnTo>
                    <a:close/>
                  </a:path>
                </a:pathLst>
              </a:custGeom>
              <a:solidFill>
                <a:srgbClr val="E7363C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01" name="Google Shape;801;p27"/>
              <p:cNvSpPr/>
              <p:nvPr/>
            </p:nvSpPr>
            <p:spPr>
              <a:xfrm>
                <a:off x="6285800" y="4480725"/>
                <a:ext cx="142425" cy="127925"/>
              </a:xfrm>
              <a:custGeom>
                <a:rect b="b" l="l" r="r" t="t"/>
                <a:pathLst>
                  <a:path extrusionOk="0" h="5117" w="5697">
                    <a:moveTo>
                      <a:pt x="719" y="0"/>
                    </a:moveTo>
                    <a:lnTo>
                      <a:pt x="0" y="3564"/>
                    </a:lnTo>
                    <a:cubicBezTo>
                      <a:pt x="40" y="3943"/>
                      <a:pt x="311" y="4325"/>
                      <a:pt x="830" y="4625"/>
                    </a:cubicBezTo>
                    <a:cubicBezTo>
                      <a:pt x="1397" y="4953"/>
                      <a:pt x="2136" y="5116"/>
                      <a:pt x="2870" y="5116"/>
                    </a:cubicBezTo>
                    <a:cubicBezTo>
                      <a:pt x="3597" y="5116"/>
                      <a:pt x="4320" y="4956"/>
                      <a:pt x="4867" y="4638"/>
                    </a:cubicBezTo>
                    <a:cubicBezTo>
                      <a:pt x="5386" y="4338"/>
                      <a:pt x="5657" y="3959"/>
                      <a:pt x="5696" y="3564"/>
                    </a:cubicBezTo>
                    <a:lnTo>
                      <a:pt x="4978" y="26"/>
                    </a:lnTo>
                    <a:cubicBezTo>
                      <a:pt x="4949" y="326"/>
                      <a:pt x="4717" y="614"/>
                      <a:pt x="4338" y="829"/>
                    </a:cubicBezTo>
                    <a:cubicBezTo>
                      <a:pt x="3930" y="1067"/>
                      <a:pt x="3393" y="1187"/>
                      <a:pt x="2853" y="1187"/>
                    </a:cubicBezTo>
                    <a:cubicBezTo>
                      <a:pt x="2314" y="1187"/>
                      <a:pt x="1773" y="1067"/>
                      <a:pt x="1358" y="829"/>
                    </a:cubicBezTo>
                    <a:cubicBezTo>
                      <a:pt x="980" y="597"/>
                      <a:pt x="748" y="287"/>
                      <a:pt x="719" y="0"/>
                    </a:cubicBezTo>
                    <a:close/>
                  </a:path>
                </a:pathLst>
              </a:custGeom>
              <a:solidFill>
                <a:srgbClr val="F5F5F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02" name="Google Shape;802;p27"/>
              <p:cNvSpPr/>
              <p:nvPr/>
            </p:nvSpPr>
            <p:spPr>
              <a:xfrm>
                <a:off x="6332725" y="4314625"/>
                <a:ext cx="48250" cy="25325"/>
              </a:xfrm>
              <a:custGeom>
                <a:rect b="b" l="l" r="r" t="t"/>
                <a:pathLst>
                  <a:path extrusionOk="0" h="1013" w="1930">
                    <a:moveTo>
                      <a:pt x="971" y="0"/>
                    </a:moveTo>
                    <a:cubicBezTo>
                      <a:pt x="747" y="0"/>
                      <a:pt x="523" y="47"/>
                      <a:pt x="353" y="142"/>
                    </a:cubicBezTo>
                    <a:cubicBezTo>
                      <a:pt x="0" y="348"/>
                      <a:pt x="13" y="661"/>
                      <a:pt x="353" y="863"/>
                    </a:cubicBezTo>
                    <a:cubicBezTo>
                      <a:pt x="525" y="961"/>
                      <a:pt x="754" y="1013"/>
                      <a:pt x="982" y="1013"/>
                    </a:cubicBezTo>
                    <a:cubicBezTo>
                      <a:pt x="1203" y="1013"/>
                      <a:pt x="1423" y="965"/>
                      <a:pt x="1590" y="863"/>
                    </a:cubicBezTo>
                    <a:cubicBezTo>
                      <a:pt x="1929" y="661"/>
                      <a:pt x="1929" y="348"/>
                      <a:pt x="1590" y="142"/>
                    </a:cubicBezTo>
                    <a:cubicBezTo>
                      <a:pt x="1420" y="47"/>
                      <a:pt x="1196" y="0"/>
                      <a:pt x="971" y="0"/>
                    </a:cubicBezTo>
                    <a:close/>
                  </a:path>
                </a:pathLst>
              </a:custGeom>
              <a:solidFill>
                <a:srgbClr val="B1282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03" name="Google Shape;803;p27"/>
              <p:cNvSpPr/>
              <p:nvPr/>
            </p:nvSpPr>
            <p:spPr>
              <a:xfrm>
                <a:off x="6340875" y="4318700"/>
                <a:ext cx="32250" cy="17025"/>
              </a:xfrm>
              <a:custGeom>
                <a:rect b="b" l="l" r="r" t="t"/>
                <a:pathLst>
                  <a:path extrusionOk="0" h="681" w="1290">
                    <a:moveTo>
                      <a:pt x="645" y="0"/>
                    </a:moveTo>
                    <a:cubicBezTo>
                      <a:pt x="495" y="0"/>
                      <a:pt x="345" y="35"/>
                      <a:pt x="229" y="103"/>
                    </a:cubicBezTo>
                    <a:cubicBezTo>
                      <a:pt x="1" y="240"/>
                      <a:pt x="1" y="443"/>
                      <a:pt x="229" y="580"/>
                    </a:cubicBezTo>
                    <a:cubicBezTo>
                      <a:pt x="345" y="647"/>
                      <a:pt x="495" y="680"/>
                      <a:pt x="645" y="680"/>
                    </a:cubicBezTo>
                    <a:cubicBezTo>
                      <a:pt x="795" y="680"/>
                      <a:pt x="946" y="647"/>
                      <a:pt x="1062" y="580"/>
                    </a:cubicBezTo>
                    <a:cubicBezTo>
                      <a:pt x="1290" y="443"/>
                      <a:pt x="1290" y="240"/>
                      <a:pt x="1062" y="103"/>
                    </a:cubicBezTo>
                    <a:cubicBezTo>
                      <a:pt x="946" y="35"/>
                      <a:pt x="795" y="0"/>
                      <a:pt x="645" y="0"/>
                    </a:cubicBezTo>
                    <a:close/>
                  </a:path>
                </a:pathLst>
              </a:custGeom>
              <a:solidFill>
                <a:srgbClr val="50505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1">
  <p:cSld name="CUSTOM_10">
    <p:spTree>
      <p:nvGrpSpPr>
        <p:cNvPr id="804" name="Shape 8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5" name="Google Shape;805;p28"/>
          <p:cNvSpPr txBox="1"/>
          <p:nvPr>
            <p:ph type="title"/>
          </p:nvPr>
        </p:nvSpPr>
        <p:spPr>
          <a:xfrm>
            <a:off x="720000" y="5212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700"/>
              <a:buNone/>
              <a:defRPr sz="2700">
                <a:latin typeface="Lexend ExtraBold"/>
                <a:ea typeface="Lexend ExtraBold"/>
                <a:cs typeface="Lexend ExtraBold"/>
                <a:sym typeface="Lexend Extra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806" name="Google Shape;806;p28"/>
          <p:cNvSpPr/>
          <p:nvPr/>
        </p:nvSpPr>
        <p:spPr>
          <a:xfrm>
            <a:off x="280800" y="279300"/>
            <a:ext cx="8582400" cy="45849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7" name="Google Shape;807;p28"/>
          <p:cNvSpPr/>
          <p:nvPr/>
        </p:nvSpPr>
        <p:spPr>
          <a:xfrm>
            <a:off x="281825" y="4702200"/>
            <a:ext cx="8582400" cy="162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808" name="Google Shape;808;p28"/>
          <p:cNvGrpSpPr/>
          <p:nvPr/>
        </p:nvGrpSpPr>
        <p:grpSpPr>
          <a:xfrm>
            <a:off x="90018" y="539493"/>
            <a:ext cx="662463" cy="775160"/>
            <a:chOff x="5424136" y="1294946"/>
            <a:chExt cx="1748846" cy="2046356"/>
          </a:xfrm>
        </p:grpSpPr>
        <p:grpSp>
          <p:nvGrpSpPr>
            <p:cNvPr id="809" name="Google Shape;809;p28"/>
            <p:cNvGrpSpPr/>
            <p:nvPr/>
          </p:nvGrpSpPr>
          <p:grpSpPr>
            <a:xfrm>
              <a:off x="5424136" y="2234050"/>
              <a:ext cx="1184145" cy="1107253"/>
              <a:chOff x="5424136" y="2234050"/>
              <a:chExt cx="1184145" cy="1107253"/>
            </a:xfrm>
          </p:grpSpPr>
          <p:sp>
            <p:nvSpPr>
              <p:cNvPr id="810" name="Google Shape;810;p28"/>
              <p:cNvSpPr/>
              <p:nvPr/>
            </p:nvSpPr>
            <p:spPr>
              <a:xfrm>
                <a:off x="5424136" y="2234050"/>
                <a:ext cx="1184145" cy="1107253"/>
              </a:xfrm>
              <a:custGeom>
                <a:rect b="b" l="l" r="r" t="t"/>
                <a:pathLst>
                  <a:path extrusionOk="0" h="6048" w="6468">
                    <a:moveTo>
                      <a:pt x="3300" y="0"/>
                    </a:moveTo>
                    <a:lnTo>
                      <a:pt x="2377" y="532"/>
                    </a:lnTo>
                    <a:lnTo>
                      <a:pt x="1657" y="1717"/>
                    </a:lnTo>
                    <a:lnTo>
                      <a:pt x="1672" y="2280"/>
                    </a:lnTo>
                    <a:lnTo>
                      <a:pt x="705" y="2812"/>
                    </a:lnTo>
                    <a:lnTo>
                      <a:pt x="0" y="4031"/>
                    </a:lnTo>
                    <a:lnTo>
                      <a:pt x="0" y="5156"/>
                    </a:lnTo>
                    <a:lnTo>
                      <a:pt x="1519" y="6048"/>
                    </a:lnTo>
                    <a:lnTo>
                      <a:pt x="5797" y="3577"/>
                    </a:lnTo>
                    <a:lnTo>
                      <a:pt x="6468" y="2392"/>
                    </a:lnTo>
                    <a:lnTo>
                      <a:pt x="6468" y="1282"/>
                    </a:lnTo>
                    <a:lnTo>
                      <a:pt x="4953" y="390"/>
                    </a:lnTo>
                    <a:lnTo>
                      <a:pt x="4470" y="671"/>
                    </a:lnTo>
                    <a:lnTo>
                      <a:pt x="3300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11" name="Google Shape;811;p28"/>
              <p:cNvSpPr/>
              <p:nvPr/>
            </p:nvSpPr>
            <p:spPr>
              <a:xfrm>
                <a:off x="5850342" y="2234050"/>
                <a:ext cx="332469" cy="191682"/>
              </a:xfrm>
              <a:custGeom>
                <a:rect b="b" l="l" r="r" t="t"/>
                <a:pathLst>
                  <a:path extrusionOk="0" h="1047" w="1816">
                    <a:moveTo>
                      <a:pt x="972" y="0"/>
                    </a:moveTo>
                    <a:lnTo>
                      <a:pt x="1" y="562"/>
                    </a:lnTo>
                    <a:lnTo>
                      <a:pt x="844" y="1046"/>
                    </a:lnTo>
                    <a:lnTo>
                      <a:pt x="1815" y="484"/>
                    </a:lnTo>
                    <a:lnTo>
                      <a:pt x="972" y="0"/>
                    </a:lnTo>
                    <a:close/>
                  </a:path>
                </a:pathLst>
              </a:custGeom>
              <a:solidFill>
                <a:srgbClr val="F5F5F5">
                  <a:alpha val="6398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12" name="Google Shape;812;p28"/>
              <p:cNvSpPr/>
              <p:nvPr/>
            </p:nvSpPr>
            <p:spPr>
              <a:xfrm>
                <a:off x="5553206" y="2651281"/>
                <a:ext cx="328990" cy="192414"/>
              </a:xfrm>
              <a:custGeom>
                <a:rect b="b" l="l" r="r" t="t"/>
                <a:pathLst>
                  <a:path extrusionOk="0" h="1051" w="1797">
                    <a:moveTo>
                      <a:pt x="967" y="1"/>
                    </a:moveTo>
                    <a:lnTo>
                      <a:pt x="0" y="533"/>
                    </a:lnTo>
                    <a:lnTo>
                      <a:pt x="829" y="1051"/>
                    </a:lnTo>
                    <a:lnTo>
                      <a:pt x="1796" y="488"/>
                    </a:lnTo>
                    <a:lnTo>
                      <a:pt x="967" y="1"/>
                    </a:lnTo>
                    <a:close/>
                  </a:path>
                </a:pathLst>
              </a:custGeom>
              <a:solidFill>
                <a:srgbClr val="F5F5F5">
                  <a:alpha val="6398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13" name="Google Shape;813;p28"/>
              <p:cNvSpPr/>
              <p:nvPr/>
            </p:nvSpPr>
            <p:spPr>
              <a:xfrm>
                <a:off x="5424136" y="2748861"/>
                <a:ext cx="280841" cy="311781"/>
              </a:xfrm>
              <a:custGeom>
                <a:rect b="b" l="l" r="r" t="t"/>
                <a:pathLst>
                  <a:path extrusionOk="0" h="1703" w="1534">
                    <a:moveTo>
                      <a:pt x="705" y="0"/>
                    </a:moveTo>
                    <a:lnTo>
                      <a:pt x="0" y="1219"/>
                    </a:lnTo>
                    <a:lnTo>
                      <a:pt x="844" y="1702"/>
                    </a:lnTo>
                    <a:lnTo>
                      <a:pt x="1534" y="518"/>
                    </a:lnTo>
                    <a:lnTo>
                      <a:pt x="705" y="0"/>
                    </a:lnTo>
                    <a:close/>
                  </a:path>
                </a:pathLst>
              </a:custGeom>
              <a:solidFill>
                <a:srgbClr val="F5F5F5">
                  <a:alpha val="3416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14" name="Google Shape;814;p28"/>
              <p:cNvSpPr/>
              <p:nvPr/>
            </p:nvSpPr>
            <p:spPr>
              <a:xfrm>
                <a:off x="5727497" y="2548392"/>
                <a:ext cx="154700" cy="192414"/>
              </a:xfrm>
              <a:custGeom>
                <a:rect b="b" l="l" r="r" t="t"/>
                <a:pathLst>
                  <a:path extrusionOk="0" h="1051" w="845">
                    <a:moveTo>
                      <a:pt x="0" y="0"/>
                    </a:moveTo>
                    <a:lnTo>
                      <a:pt x="0" y="563"/>
                    </a:lnTo>
                    <a:lnTo>
                      <a:pt x="844" y="1050"/>
                    </a:lnTo>
                    <a:lnTo>
                      <a:pt x="844" y="48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5F5F5">
                  <a:alpha val="3416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15" name="Google Shape;815;p28"/>
              <p:cNvSpPr/>
              <p:nvPr/>
            </p:nvSpPr>
            <p:spPr>
              <a:xfrm>
                <a:off x="5424136" y="2971848"/>
                <a:ext cx="154517" cy="294755"/>
              </a:xfrm>
              <a:custGeom>
                <a:rect b="b" l="l" r="r" t="t"/>
                <a:pathLst>
                  <a:path extrusionOk="0" h="1610" w="844">
                    <a:moveTo>
                      <a:pt x="0" y="1"/>
                    </a:moveTo>
                    <a:lnTo>
                      <a:pt x="0" y="1126"/>
                    </a:lnTo>
                    <a:lnTo>
                      <a:pt x="844" y="1609"/>
                    </a:lnTo>
                    <a:lnTo>
                      <a:pt x="844" y="484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F5F5F5">
                  <a:alpha val="6398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16" name="Google Shape;816;p28"/>
              <p:cNvSpPr/>
              <p:nvPr/>
            </p:nvSpPr>
            <p:spPr>
              <a:xfrm>
                <a:off x="6242312" y="2305267"/>
                <a:ext cx="243127" cy="191865"/>
              </a:xfrm>
              <a:custGeom>
                <a:rect b="b" l="l" r="r" t="t"/>
                <a:pathLst>
                  <a:path extrusionOk="0" h="1048" w="1328">
                    <a:moveTo>
                      <a:pt x="484" y="1"/>
                    </a:moveTo>
                    <a:lnTo>
                      <a:pt x="1" y="282"/>
                    </a:lnTo>
                    <a:lnTo>
                      <a:pt x="360" y="1047"/>
                    </a:lnTo>
                    <a:lnTo>
                      <a:pt x="1328" y="485"/>
                    </a:lnTo>
                    <a:lnTo>
                      <a:pt x="484" y="1"/>
                    </a:lnTo>
                    <a:close/>
                  </a:path>
                </a:pathLst>
              </a:custGeom>
              <a:solidFill>
                <a:srgbClr val="F5F5F5">
                  <a:alpha val="6398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17" name="Google Shape;817;p28"/>
              <p:cNvSpPr/>
              <p:nvPr/>
            </p:nvSpPr>
            <p:spPr>
              <a:xfrm>
                <a:off x="5727497" y="2328700"/>
                <a:ext cx="280292" cy="309035"/>
              </a:xfrm>
              <a:custGeom>
                <a:rect b="b" l="l" r="r" t="t"/>
                <a:pathLst>
                  <a:path extrusionOk="0" h="1688" w="1531">
                    <a:moveTo>
                      <a:pt x="687" y="0"/>
                    </a:moveTo>
                    <a:lnTo>
                      <a:pt x="0" y="1200"/>
                    </a:lnTo>
                    <a:lnTo>
                      <a:pt x="844" y="1688"/>
                    </a:lnTo>
                    <a:lnTo>
                      <a:pt x="1530" y="499"/>
                    </a:lnTo>
                    <a:lnTo>
                      <a:pt x="687" y="0"/>
                    </a:lnTo>
                    <a:close/>
                  </a:path>
                </a:pathLst>
              </a:custGeom>
              <a:solidFill>
                <a:srgbClr val="F5F5F5">
                  <a:alpha val="3416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818" name="Google Shape;818;p28"/>
            <p:cNvGrpSpPr/>
            <p:nvPr/>
          </p:nvGrpSpPr>
          <p:grpSpPr>
            <a:xfrm>
              <a:off x="6319687" y="1294946"/>
              <a:ext cx="853295" cy="797776"/>
              <a:chOff x="5424136" y="2234050"/>
              <a:chExt cx="1184145" cy="1107253"/>
            </a:xfrm>
          </p:grpSpPr>
          <p:sp>
            <p:nvSpPr>
              <p:cNvPr id="819" name="Google Shape;819;p28"/>
              <p:cNvSpPr/>
              <p:nvPr/>
            </p:nvSpPr>
            <p:spPr>
              <a:xfrm>
                <a:off x="5424136" y="2234050"/>
                <a:ext cx="1184145" cy="1107253"/>
              </a:xfrm>
              <a:custGeom>
                <a:rect b="b" l="l" r="r" t="t"/>
                <a:pathLst>
                  <a:path extrusionOk="0" h="6048" w="6468">
                    <a:moveTo>
                      <a:pt x="3300" y="0"/>
                    </a:moveTo>
                    <a:lnTo>
                      <a:pt x="2377" y="532"/>
                    </a:lnTo>
                    <a:lnTo>
                      <a:pt x="1657" y="1717"/>
                    </a:lnTo>
                    <a:lnTo>
                      <a:pt x="1672" y="2280"/>
                    </a:lnTo>
                    <a:lnTo>
                      <a:pt x="705" y="2812"/>
                    </a:lnTo>
                    <a:lnTo>
                      <a:pt x="0" y="4031"/>
                    </a:lnTo>
                    <a:lnTo>
                      <a:pt x="0" y="5156"/>
                    </a:lnTo>
                    <a:lnTo>
                      <a:pt x="1519" y="6048"/>
                    </a:lnTo>
                    <a:lnTo>
                      <a:pt x="5797" y="3577"/>
                    </a:lnTo>
                    <a:lnTo>
                      <a:pt x="6468" y="2392"/>
                    </a:lnTo>
                    <a:lnTo>
                      <a:pt x="6468" y="1282"/>
                    </a:lnTo>
                    <a:lnTo>
                      <a:pt x="4953" y="390"/>
                    </a:lnTo>
                    <a:lnTo>
                      <a:pt x="4470" y="671"/>
                    </a:lnTo>
                    <a:lnTo>
                      <a:pt x="3300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20" name="Google Shape;820;p28"/>
              <p:cNvSpPr/>
              <p:nvPr/>
            </p:nvSpPr>
            <p:spPr>
              <a:xfrm>
                <a:off x="5850342" y="2234050"/>
                <a:ext cx="332469" cy="191682"/>
              </a:xfrm>
              <a:custGeom>
                <a:rect b="b" l="l" r="r" t="t"/>
                <a:pathLst>
                  <a:path extrusionOk="0" h="1047" w="1816">
                    <a:moveTo>
                      <a:pt x="972" y="0"/>
                    </a:moveTo>
                    <a:lnTo>
                      <a:pt x="1" y="562"/>
                    </a:lnTo>
                    <a:lnTo>
                      <a:pt x="844" y="1046"/>
                    </a:lnTo>
                    <a:lnTo>
                      <a:pt x="1815" y="484"/>
                    </a:lnTo>
                    <a:lnTo>
                      <a:pt x="972" y="0"/>
                    </a:lnTo>
                    <a:close/>
                  </a:path>
                </a:pathLst>
              </a:custGeom>
              <a:solidFill>
                <a:srgbClr val="F5F5F5">
                  <a:alpha val="6398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21" name="Google Shape;821;p28"/>
              <p:cNvSpPr/>
              <p:nvPr/>
            </p:nvSpPr>
            <p:spPr>
              <a:xfrm>
                <a:off x="5553206" y="2651281"/>
                <a:ext cx="328990" cy="192414"/>
              </a:xfrm>
              <a:custGeom>
                <a:rect b="b" l="l" r="r" t="t"/>
                <a:pathLst>
                  <a:path extrusionOk="0" h="1051" w="1797">
                    <a:moveTo>
                      <a:pt x="967" y="1"/>
                    </a:moveTo>
                    <a:lnTo>
                      <a:pt x="0" y="533"/>
                    </a:lnTo>
                    <a:lnTo>
                      <a:pt x="829" y="1051"/>
                    </a:lnTo>
                    <a:lnTo>
                      <a:pt x="1796" y="488"/>
                    </a:lnTo>
                    <a:lnTo>
                      <a:pt x="967" y="1"/>
                    </a:lnTo>
                    <a:close/>
                  </a:path>
                </a:pathLst>
              </a:custGeom>
              <a:solidFill>
                <a:srgbClr val="F5F5F5">
                  <a:alpha val="6398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22" name="Google Shape;822;p28"/>
              <p:cNvSpPr/>
              <p:nvPr/>
            </p:nvSpPr>
            <p:spPr>
              <a:xfrm>
                <a:off x="5424136" y="2748861"/>
                <a:ext cx="280841" cy="311781"/>
              </a:xfrm>
              <a:custGeom>
                <a:rect b="b" l="l" r="r" t="t"/>
                <a:pathLst>
                  <a:path extrusionOk="0" h="1703" w="1534">
                    <a:moveTo>
                      <a:pt x="705" y="0"/>
                    </a:moveTo>
                    <a:lnTo>
                      <a:pt x="0" y="1219"/>
                    </a:lnTo>
                    <a:lnTo>
                      <a:pt x="844" y="1702"/>
                    </a:lnTo>
                    <a:lnTo>
                      <a:pt x="1534" y="518"/>
                    </a:lnTo>
                    <a:lnTo>
                      <a:pt x="705" y="0"/>
                    </a:lnTo>
                    <a:close/>
                  </a:path>
                </a:pathLst>
              </a:custGeom>
              <a:solidFill>
                <a:srgbClr val="F5F5F5">
                  <a:alpha val="3416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23" name="Google Shape;823;p28"/>
              <p:cNvSpPr/>
              <p:nvPr/>
            </p:nvSpPr>
            <p:spPr>
              <a:xfrm>
                <a:off x="5727497" y="2548392"/>
                <a:ext cx="154700" cy="192414"/>
              </a:xfrm>
              <a:custGeom>
                <a:rect b="b" l="l" r="r" t="t"/>
                <a:pathLst>
                  <a:path extrusionOk="0" h="1051" w="845">
                    <a:moveTo>
                      <a:pt x="0" y="0"/>
                    </a:moveTo>
                    <a:lnTo>
                      <a:pt x="0" y="563"/>
                    </a:lnTo>
                    <a:lnTo>
                      <a:pt x="844" y="1050"/>
                    </a:lnTo>
                    <a:lnTo>
                      <a:pt x="844" y="48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5F5F5">
                  <a:alpha val="3416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24" name="Google Shape;824;p28"/>
              <p:cNvSpPr/>
              <p:nvPr/>
            </p:nvSpPr>
            <p:spPr>
              <a:xfrm>
                <a:off x="5424136" y="2971848"/>
                <a:ext cx="154517" cy="294755"/>
              </a:xfrm>
              <a:custGeom>
                <a:rect b="b" l="l" r="r" t="t"/>
                <a:pathLst>
                  <a:path extrusionOk="0" h="1610" w="844">
                    <a:moveTo>
                      <a:pt x="0" y="1"/>
                    </a:moveTo>
                    <a:lnTo>
                      <a:pt x="0" y="1126"/>
                    </a:lnTo>
                    <a:lnTo>
                      <a:pt x="844" y="1609"/>
                    </a:lnTo>
                    <a:lnTo>
                      <a:pt x="844" y="484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F5F5F5">
                  <a:alpha val="6398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25" name="Google Shape;825;p28"/>
              <p:cNvSpPr/>
              <p:nvPr/>
            </p:nvSpPr>
            <p:spPr>
              <a:xfrm>
                <a:off x="6242312" y="2305267"/>
                <a:ext cx="243127" cy="191865"/>
              </a:xfrm>
              <a:custGeom>
                <a:rect b="b" l="l" r="r" t="t"/>
                <a:pathLst>
                  <a:path extrusionOk="0" h="1048" w="1328">
                    <a:moveTo>
                      <a:pt x="484" y="1"/>
                    </a:moveTo>
                    <a:lnTo>
                      <a:pt x="1" y="282"/>
                    </a:lnTo>
                    <a:lnTo>
                      <a:pt x="360" y="1047"/>
                    </a:lnTo>
                    <a:lnTo>
                      <a:pt x="1328" y="485"/>
                    </a:lnTo>
                    <a:lnTo>
                      <a:pt x="484" y="1"/>
                    </a:lnTo>
                    <a:close/>
                  </a:path>
                </a:pathLst>
              </a:custGeom>
              <a:solidFill>
                <a:srgbClr val="F5F5F5">
                  <a:alpha val="6398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26" name="Google Shape;826;p28"/>
              <p:cNvSpPr/>
              <p:nvPr/>
            </p:nvSpPr>
            <p:spPr>
              <a:xfrm>
                <a:off x="5727497" y="2328700"/>
                <a:ext cx="280292" cy="309035"/>
              </a:xfrm>
              <a:custGeom>
                <a:rect b="b" l="l" r="r" t="t"/>
                <a:pathLst>
                  <a:path extrusionOk="0" h="1688" w="1531">
                    <a:moveTo>
                      <a:pt x="687" y="0"/>
                    </a:moveTo>
                    <a:lnTo>
                      <a:pt x="0" y="1200"/>
                    </a:lnTo>
                    <a:lnTo>
                      <a:pt x="844" y="1688"/>
                    </a:lnTo>
                    <a:lnTo>
                      <a:pt x="1530" y="499"/>
                    </a:lnTo>
                    <a:lnTo>
                      <a:pt x="687" y="0"/>
                    </a:lnTo>
                    <a:close/>
                  </a:path>
                </a:pathLst>
              </a:custGeom>
              <a:solidFill>
                <a:srgbClr val="F5F5F5">
                  <a:alpha val="3416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827" name="Google Shape;827;p28"/>
          <p:cNvGrpSpPr/>
          <p:nvPr/>
        </p:nvGrpSpPr>
        <p:grpSpPr>
          <a:xfrm>
            <a:off x="8396724" y="3862232"/>
            <a:ext cx="314144" cy="1183135"/>
            <a:chOff x="8297005" y="513279"/>
            <a:chExt cx="159084" cy="599177"/>
          </a:xfrm>
        </p:grpSpPr>
        <p:sp>
          <p:nvSpPr>
            <p:cNvPr id="828" name="Google Shape;828;p28"/>
            <p:cNvSpPr/>
            <p:nvPr/>
          </p:nvSpPr>
          <p:spPr>
            <a:xfrm>
              <a:off x="8388526" y="1082678"/>
              <a:ext cx="42392" cy="29778"/>
            </a:xfrm>
            <a:custGeom>
              <a:rect b="b" l="l" r="r" t="t"/>
              <a:pathLst>
                <a:path extrusionOk="0" h="517" w="736">
                  <a:moveTo>
                    <a:pt x="735" y="1"/>
                  </a:moveTo>
                  <a:lnTo>
                    <a:pt x="1" y="216"/>
                  </a:lnTo>
                  <a:lnTo>
                    <a:pt x="194" y="517"/>
                  </a:lnTo>
                  <a:lnTo>
                    <a:pt x="735" y="190"/>
                  </a:lnTo>
                  <a:lnTo>
                    <a:pt x="735" y="1"/>
                  </a:lnTo>
                  <a:close/>
                </a:path>
              </a:pathLst>
            </a:custGeom>
            <a:solidFill>
              <a:srgbClr val="87878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9" name="Google Shape;829;p28"/>
            <p:cNvSpPr/>
            <p:nvPr/>
          </p:nvSpPr>
          <p:spPr>
            <a:xfrm>
              <a:off x="8322751" y="1038732"/>
              <a:ext cx="108168" cy="62090"/>
            </a:xfrm>
            <a:custGeom>
              <a:rect b="b" l="l" r="r" t="t"/>
              <a:pathLst>
                <a:path extrusionOk="0" h="1078" w="1878">
                  <a:moveTo>
                    <a:pt x="546" y="0"/>
                  </a:moveTo>
                  <a:lnTo>
                    <a:pt x="1" y="314"/>
                  </a:lnTo>
                  <a:lnTo>
                    <a:pt x="1" y="764"/>
                  </a:lnTo>
                  <a:lnTo>
                    <a:pt x="546" y="1077"/>
                  </a:lnTo>
                  <a:lnTo>
                    <a:pt x="1336" y="1077"/>
                  </a:lnTo>
                  <a:lnTo>
                    <a:pt x="1877" y="764"/>
                  </a:lnTo>
                  <a:lnTo>
                    <a:pt x="1877" y="314"/>
                  </a:lnTo>
                  <a:lnTo>
                    <a:pt x="1336" y="0"/>
                  </a:lnTo>
                  <a:close/>
                </a:path>
              </a:pathLst>
            </a:custGeom>
            <a:solidFill>
              <a:srgbClr val="F5F5F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0" name="Google Shape;830;p28"/>
            <p:cNvSpPr/>
            <p:nvPr/>
          </p:nvSpPr>
          <p:spPr>
            <a:xfrm>
              <a:off x="8339281" y="1047372"/>
              <a:ext cx="75280" cy="21311"/>
            </a:xfrm>
            <a:custGeom>
              <a:rect b="b" l="l" r="r" t="t"/>
              <a:pathLst>
                <a:path extrusionOk="0" h="370" w="1307">
                  <a:moveTo>
                    <a:pt x="379" y="0"/>
                  </a:moveTo>
                  <a:lnTo>
                    <a:pt x="1" y="219"/>
                  </a:lnTo>
                  <a:lnTo>
                    <a:pt x="1" y="369"/>
                  </a:lnTo>
                  <a:lnTo>
                    <a:pt x="1306" y="369"/>
                  </a:lnTo>
                  <a:lnTo>
                    <a:pt x="1306" y="219"/>
                  </a:lnTo>
                  <a:lnTo>
                    <a:pt x="924" y="0"/>
                  </a:lnTo>
                  <a:close/>
                </a:path>
              </a:pathLst>
            </a:custGeom>
            <a:solidFill>
              <a:srgbClr val="A39C9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1" name="Google Shape;831;p28"/>
            <p:cNvSpPr/>
            <p:nvPr/>
          </p:nvSpPr>
          <p:spPr>
            <a:xfrm>
              <a:off x="8339281" y="1056011"/>
              <a:ext cx="75280" cy="34443"/>
            </a:xfrm>
            <a:custGeom>
              <a:rect b="b" l="l" r="r" t="t"/>
              <a:pathLst>
                <a:path extrusionOk="0" h="598" w="1307">
                  <a:moveTo>
                    <a:pt x="379" y="0"/>
                  </a:moveTo>
                  <a:lnTo>
                    <a:pt x="1" y="219"/>
                  </a:lnTo>
                  <a:lnTo>
                    <a:pt x="1" y="382"/>
                  </a:lnTo>
                  <a:lnTo>
                    <a:pt x="379" y="598"/>
                  </a:lnTo>
                  <a:lnTo>
                    <a:pt x="924" y="598"/>
                  </a:lnTo>
                  <a:lnTo>
                    <a:pt x="1306" y="382"/>
                  </a:lnTo>
                  <a:lnTo>
                    <a:pt x="1306" y="219"/>
                  </a:lnTo>
                  <a:lnTo>
                    <a:pt x="924" y="0"/>
                  </a:lnTo>
                  <a:close/>
                </a:path>
              </a:pathLst>
            </a:custGeom>
            <a:solidFill>
              <a:srgbClr val="5E443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2" name="Google Shape;832;p28"/>
            <p:cNvSpPr/>
            <p:nvPr/>
          </p:nvSpPr>
          <p:spPr>
            <a:xfrm>
              <a:off x="8350224" y="1100764"/>
              <a:ext cx="49476" cy="11692"/>
            </a:xfrm>
            <a:custGeom>
              <a:rect b="b" l="l" r="r" t="t"/>
              <a:pathLst>
                <a:path extrusionOk="0" h="203" w="859">
                  <a:moveTo>
                    <a:pt x="69" y="0"/>
                  </a:moveTo>
                  <a:lnTo>
                    <a:pt x="0" y="26"/>
                  </a:lnTo>
                  <a:lnTo>
                    <a:pt x="69" y="203"/>
                  </a:lnTo>
                  <a:lnTo>
                    <a:pt x="859" y="203"/>
                  </a:lnTo>
                  <a:lnTo>
                    <a:pt x="859" y="0"/>
                  </a:lnTo>
                  <a:close/>
                </a:path>
              </a:pathLst>
            </a:custGeom>
            <a:solidFill>
              <a:srgbClr val="87878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3" name="Google Shape;833;p28"/>
            <p:cNvSpPr/>
            <p:nvPr/>
          </p:nvSpPr>
          <p:spPr>
            <a:xfrm>
              <a:off x="8322751" y="1082678"/>
              <a:ext cx="31448" cy="29778"/>
            </a:xfrm>
            <a:custGeom>
              <a:rect b="b" l="l" r="r" t="t"/>
              <a:pathLst>
                <a:path extrusionOk="0" h="517" w="546">
                  <a:moveTo>
                    <a:pt x="1" y="1"/>
                  </a:moveTo>
                  <a:lnTo>
                    <a:pt x="1" y="190"/>
                  </a:lnTo>
                  <a:lnTo>
                    <a:pt x="546" y="517"/>
                  </a:lnTo>
                  <a:lnTo>
                    <a:pt x="546" y="314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87878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4" name="Google Shape;834;p28"/>
            <p:cNvSpPr/>
            <p:nvPr/>
          </p:nvSpPr>
          <p:spPr>
            <a:xfrm>
              <a:off x="8331390" y="1043397"/>
              <a:ext cx="90889" cy="51780"/>
            </a:xfrm>
            <a:custGeom>
              <a:rect b="b" l="l" r="r" t="t"/>
              <a:pathLst>
                <a:path extrusionOk="0" h="899" w="1578">
                  <a:moveTo>
                    <a:pt x="464" y="1"/>
                  </a:moveTo>
                  <a:lnTo>
                    <a:pt x="1" y="262"/>
                  </a:lnTo>
                  <a:lnTo>
                    <a:pt x="1" y="641"/>
                  </a:lnTo>
                  <a:lnTo>
                    <a:pt x="464" y="898"/>
                  </a:lnTo>
                  <a:lnTo>
                    <a:pt x="1117" y="898"/>
                  </a:lnTo>
                  <a:lnTo>
                    <a:pt x="1577" y="641"/>
                  </a:lnTo>
                  <a:lnTo>
                    <a:pt x="1577" y="262"/>
                  </a:lnTo>
                  <a:lnTo>
                    <a:pt x="1117" y="1"/>
                  </a:lnTo>
                  <a:close/>
                </a:path>
              </a:pathLst>
            </a:custGeom>
            <a:solidFill>
              <a:srgbClr val="2D2C3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5" name="Google Shape;835;p28"/>
            <p:cNvSpPr/>
            <p:nvPr/>
          </p:nvSpPr>
          <p:spPr>
            <a:xfrm>
              <a:off x="8372169" y="968234"/>
              <a:ext cx="9504" cy="120724"/>
            </a:xfrm>
            <a:custGeom>
              <a:rect b="b" l="l" r="r" t="t"/>
              <a:pathLst>
                <a:path extrusionOk="0" h="2096" w="165">
                  <a:moveTo>
                    <a:pt x="1" y="0"/>
                  </a:moveTo>
                  <a:lnTo>
                    <a:pt x="1" y="2096"/>
                  </a:lnTo>
                  <a:lnTo>
                    <a:pt x="164" y="2096"/>
                  </a:lnTo>
                  <a:lnTo>
                    <a:pt x="164" y="0"/>
                  </a:lnTo>
                  <a:close/>
                </a:path>
              </a:pathLst>
            </a:custGeom>
            <a:solidFill>
              <a:srgbClr val="50505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6" name="Google Shape;836;p28"/>
            <p:cNvSpPr/>
            <p:nvPr/>
          </p:nvSpPr>
          <p:spPr>
            <a:xfrm>
              <a:off x="8381614" y="964433"/>
              <a:ext cx="6969" cy="124526"/>
            </a:xfrm>
            <a:custGeom>
              <a:rect b="b" l="l" r="r" t="t"/>
              <a:pathLst>
                <a:path extrusionOk="0" h="2162" w="121">
                  <a:moveTo>
                    <a:pt x="121" y="1"/>
                  </a:moveTo>
                  <a:lnTo>
                    <a:pt x="0" y="66"/>
                  </a:lnTo>
                  <a:lnTo>
                    <a:pt x="0" y="2162"/>
                  </a:lnTo>
                  <a:lnTo>
                    <a:pt x="121" y="2093"/>
                  </a:lnTo>
                  <a:lnTo>
                    <a:pt x="121" y="1"/>
                  </a:lnTo>
                  <a:close/>
                </a:path>
              </a:pathLst>
            </a:custGeom>
            <a:solidFill>
              <a:srgbClr val="50505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7" name="Google Shape;837;p28"/>
            <p:cNvSpPr/>
            <p:nvPr/>
          </p:nvSpPr>
          <p:spPr>
            <a:xfrm>
              <a:off x="8365027" y="964433"/>
              <a:ext cx="7200" cy="124526"/>
            </a:xfrm>
            <a:custGeom>
              <a:rect b="b" l="l" r="r" t="t"/>
              <a:pathLst>
                <a:path extrusionOk="0" h="2162" w="125">
                  <a:moveTo>
                    <a:pt x="1" y="1"/>
                  </a:moveTo>
                  <a:lnTo>
                    <a:pt x="1" y="2093"/>
                  </a:lnTo>
                  <a:lnTo>
                    <a:pt x="125" y="2162"/>
                  </a:lnTo>
                  <a:lnTo>
                    <a:pt x="125" y="66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50505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8" name="Google Shape;838;p28"/>
            <p:cNvSpPr/>
            <p:nvPr/>
          </p:nvSpPr>
          <p:spPr>
            <a:xfrm>
              <a:off x="8365027" y="955044"/>
              <a:ext cx="23557" cy="13247"/>
            </a:xfrm>
            <a:custGeom>
              <a:rect b="b" l="l" r="r" t="t"/>
              <a:pathLst>
                <a:path extrusionOk="0" h="230" w="409">
                  <a:moveTo>
                    <a:pt x="125" y="1"/>
                  </a:moveTo>
                  <a:lnTo>
                    <a:pt x="1" y="66"/>
                  </a:lnTo>
                  <a:lnTo>
                    <a:pt x="1" y="164"/>
                  </a:lnTo>
                  <a:lnTo>
                    <a:pt x="125" y="229"/>
                  </a:lnTo>
                  <a:lnTo>
                    <a:pt x="288" y="229"/>
                  </a:lnTo>
                  <a:lnTo>
                    <a:pt x="409" y="164"/>
                  </a:lnTo>
                  <a:lnTo>
                    <a:pt x="409" y="66"/>
                  </a:lnTo>
                  <a:lnTo>
                    <a:pt x="288" y="1"/>
                  </a:lnTo>
                  <a:close/>
                </a:path>
              </a:pathLst>
            </a:custGeom>
            <a:solidFill>
              <a:srgbClr val="50505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9" name="Google Shape;839;p28"/>
            <p:cNvSpPr/>
            <p:nvPr/>
          </p:nvSpPr>
          <p:spPr>
            <a:xfrm>
              <a:off x="8297005" y="513279"/>
              <a:ext cx="159084" cy="470053"/>
            </a:xfrm>
            <a:custGeom>
              <a:rect b="b" l="l" r="r" t="t"/>
              <a:pathLst>
                <a:path extrusionOk="0" h="8161" w="2762">
                  <a:moveTo>
                    <a:pt x="1388" y="0"/>
                  </a:moveTo>
                  <a:lnTo>
                    <a:pt x="0" y="7031"/>
                  </a:lnTo>
                  <a:lnTo>
                    <a:pt x="0" y="7684"/>
                  </a:lnTo>
                  <a:lnTo>
                    <a:pt x="816" y="8160"/>
                  </a:lnTo>
                  <a:lnTo>
                    <a:pt x="1959" y="8160"/>
                  </a:lnTo>
                  <a:lnTo>
                    <a:pt x="2762" y="7684"/>
                  </a:lnTo>
                  <a:lnTo>
                    <a:pt x="2762" y="7031"/>
                  </a:lnTo>
                  <a:lnTo>
                    <a:pt x="1388" y="0"/>
                  </a:lnTo>
                  <a:close/>
                </a:path>
              </a:pathLst>
            </a:custGeom>
            <a:solidFill>
              <a:srgbClr val="7FA31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0" name="Google Shape;840;p28"/>
            <p:cNvSpPr/>
            <p:nvPr/>
          </p:nvSpPr>
          <p:spPr>
            <a:xfrm>
              <a:off x="8344004" y="513279"/>
              <a:ext cx="112085" cy="470053"/>
            </a:xfrm>
            <a:custGeom>
              <a:rect b="b" l="l" r="r" t="t"/>
              <a:pathLst>
                <a:path extrusionOk="0" h="8161" w="1946">
                  <a:moveTo>
                    <a:pt x="572" y="0"/>
                  </a:moveTo>
                  <a:lnTo>
                    <a:pt x="0" y="8160"/>
                  </a:lnTo>
                  <a:lnTo>
                    <a:pt x="1143" y="8160"/>
                  </a:lnTo>
                  <a:lnTo>
                    <a:pt x="1946" y="7684"/>
                  </a:lnTo>
                  <a:lnTo>
                    <a:pt x="1946" y="7031"/>
                  </a:lnTo>
                  <a:lnTo>
                    <a:pt x="572" y="0"/>
                  </a:lnTo>
                  <a:close/>
                </a:path>
              </a:pathLst>
            </a:custGeom>
            <a:solidFill>
              <a:srgbClr val="2D2C37">
                <a:alpha val="3354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841" name="Google Shape;841;p28"/>
          <p:cNvGrpSpPr/>
          <p:nvPr/>
        </p:nvGrpSpPr>
        <p:grpSpPr>
          <a:xfrm flipH="1">
            <a:off x="7899410" y="4583681"/>
            <a:ext cx="390638" cy="461685"/>
            <a:chOff x="6819875" y="4319550"/>
            <a:chExt cx="399875" cy="472650"/>
          </a:xfrm>
        </p:grpSpPr>
        <p:sp>
          <p:nvSpPr>
            <p:cNvPr id="842" name="Google Shape;842;p28"/>
            <p:cNvSpPr/>
            <p:nvPr/>
          </p:nvSpPr>
          <p:spPr>
            <a:xfrm>
              <a:off x="6819875" y="4422200"/>
              <a:ext cx="208525" cy="291425"/>
            </a:xfrm>
            <a:custGeom>
              <a:rect b="b" l="l" r="r" t="t"/>
              <a:pathLst>
                <a:path extrusionOk="0" h="11657" w="8341">
                  <a:moveTo>
                    <a:pt x="7890" y="1"/>
                  </a:moveTo>
                  <a:lnTo>
                    <a:pt x="1" y="11412"/>
                  </a:lnTo>
                  <a:lnTo>
                    <a:pt x="409" y="11657"/>
                  </a:lnTo>
                  <a:lnTo>
                    <a:pt x="8340" y="6855"/>
                  </a:lnTo>
                  <a:lnTo>
                    <a:pt x="7753" y="6219"/>
                  </a:lnTo>
                  <a:lnTo>
                    <a:pt x="2530" y="9195"/>
                  </a:lnTo>
                  <a:lnTo>
                    <a:pt x="2530" y="9195"/>
                  </a:lnTo>
                  <a:lnTo>
                    <a:pt x="7782" y="1812"/>
                  </a:lnTo>
                  <a:lnTo>
                    <a:pt x="7890" y="1"/>
                  </a:lnTo>
                  <a:close/>
                </a:path>
              </a:pathLst>
            </a:custGeom>
            <a:solidFill>
              <a:srgbClr val="87878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3" name="Google Shape;843;p28"/>
            <p:cNvSpPr/>
            <p:nvPr/>
          </p:nvSpPr>
          <p:spPr>
            <a:xfrm>
              <a:off x="6830075" y="4428325"/>
              <a:ext cx="208525" cy="285300"/>
            </a:xfrm>
            <a:custGeom>
              <a:rect b="b" l="l" r="r" t="t"/>
              <a:pathLst>
                <a:path extrusionOk="0" h="11412" w="8341">
                  <a:moveTo>
                    <a:pt x="7890" y="1"/>
                  </a:moveTo>
                  <a:lnTo>
                    <a:pt x="1" y="11412"/>
                  </a:lnTo>
                  <a:lnTo>
                    <a:pt x="8340" y="6871"/>
                  </a:lnTo>
                  <a:lnTo>
                    <a:pt x="7753" y="6218"/>
                  </a:lnTo>
                  <a:lnTo>
                    <a:pt x="2530" y="9208"/>
                  </a:lnTo>
                  <a:lnTo>
                    <a:pt x="7782" y="1825"/>
                  </a:lnTo>
                  <a:lnTo>
                    <a:pt x="7890" y="1"/>
                  </a:lnTo>
                  <a:close/>
                </a:path>
              </a:pathLst>
            </a:custGeom>
            <a:solidFill>
              <a:srgbClr val="2D2C3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4" name="Google Shape;844;p28"/>
            <p:cNvSpPr/>
            <p:nvPr/>
          </p:nvSpPr>
          <p:spPr>
            <a:xfrm>
              <a:off x="6878375" y="4319550"/>
              <a:ext cx="116975" cy="472650"/>
            </a:xfrm>
            <a:custGeom>
              <a:rect b="b" l="l" r="r" t="t"/>
              <a:pathLst>
                <a:path extrusionOk="0" h="18906" w="4679">
                  <a:moveTo>
                    <a:pt x="4678" y="1"/>
                  </a:moveTo>
                  <a:lnTo>
                    <a:pt x="4042" y="190"/>
                  </a:lnTo>
                  <a:lnTo>
                    <a:pt x="1" y="18648"/>
                  </a:lnTo>
                  <a:lnTo>
                    <a:pt x="533" y="18906"/>
                  </a:lnTo>
                  <a:lnTo>
                    <a:pt x="4678" y="1"/>
                  </a:lnTo>
                  <a:close/>
                </a:path>
              </a:pathLst>
            </a:custGeom>
            <a:solidFill>
              <a:srgbClr val="B1282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5" name="Google Shape;845;p28"/>
            <p:cNvSpPr/>
            <p:nvPr/>
          </p:nvSpPr>
          <p:spPr>
            <a:xfrm>
              <a:off x="6891675" y="4319550"/>
              <a:ext cx="328075" cy="472650"/>
            </a:xfrm>
            <a:custGeom>
              <a:rect b="b" l="l" r="r" t="t"/>
              <a:pathLst>
                <a:path extrusionOk="0" h="18906" w="13123">
                  <a:moveTo>
                    <a:pt x="4146" y="1"/>
                  </a:moveTo>
                  <a:lnTo>
                    <a:pt x="1" y="18906"/>
                  </a:lnTo>
                  <a:lnTo>
                    <a:pt x="13122" y="11343"/>
                  </a:lnTo>
                  <a:lnTo>
                    <a:pt x="4146" y="1"/>
                  </a:lnTo>
                  <a:close/>
                </a:path>
              </a:pathLst>
            </a:custGeom>
            <a:solidFill>
              <a:srgbClr val="F5F5F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6" name="Google Shape;846;p28"/>
            <p:cNvSpPr/>
            <p:nvPr/>
          </p:nvSpPr>
          <p:spPr>
            <a:xfrm>
              <a:off x="6908650" y="4339625"/>
              <a:ext cx="298850" cy="432825"/>
            </a:xfrm>
            <a:custGeom>
              <a:rect b="b" l="l" r="r" t="t"/>
              <a:pathLst>
                <a:path extrusionOk="0" h="17313" w="11954">
                  <a:moveTo>
                    <a:pt x="3536" y="1"/>
                  </a:moveTo>
                  <a:lnTo>
                    <a:pt x="1" y="17313"/>
                  </a:lnTo>
                  <a:lnTo>
                    <a:pt x="1" y="17313"/>
                  </a:lnTo>
                  <a:lnTo>
                    <a:pt x="11954" y="10419"/>
                  </a:lnTo>
                  <a:lnTo>
                    <a:pt x="3536" y="1"/>
                  </a:lnTo>
                  <a:close/>
                </a:path>
              </a:pathLst>
            </a:custGeom>
            <a:solidFill>
              <a:srgbClr val="E7363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7" name="Google Shape;847;p28"/>
            <p:cNvSpPr/>
            <p:nvPr/>
          </p:nvSpPr>
          <p:spPr>
            <a:xfrm>
              <a:off x="6951175" y="4386875"/>
              <a:ext cx="220025" cy="330825"/>
            </a:xfrm>
            <a:custGeom>
              <a:rect b="b" l="l" r="r" t="t"/>
              <a:pathLst>
                <a:path extrusionOk="0" h="13233" w="8801">
                  <a:moveTo>
                    <a:pt x="2272" y="0"/>
                  </a:moveTo>
                  <a:lnTo>
                    <a:pt x="0" y="13233"/>
                  </a:lnTo>
                  <a:lnTo>
                    <a:pt x="8800" y="8160"/>
                  </a:lnTo>
                  <a:lnTo>
                    <a:pt x="2272" y="0"/>
                  </a:lnTo>
                  <a:close/>
                </a:path>
              </a:pathLst>
            </a:custGeom>
            <a:solidFill>
              <a:srgbClr val="F5F5F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8" name="Google Shape;848;p28"/>
            <p:cNvSpPr/>
            <p:nvPr/>
          </p:nvSpPr>
          <p:spPr>
            <a:xfrm>
              <a:off x="7014425" y="4465450"/>
              <a:ext cx="55425" cy="174075"/>
            </a:xfrm>
            <a:custGeom>
              <a:rect b="b" l="l" r="r" t="t"/>
              <a:pathLst>
                <a:path extrusionOk="0" h="6963" w="2217">
                  <a:moveTo>
                    <a:pt x="1129" y="1"/>
                  </a:moveTo>
                  <a:lnTo>
                    <a:pt x="0" y="653"/>
                  </a:lnTo>
                  <a:lnTo>
                    <a:pt x="313" y="2351"/>
                  </a:lnTo>
                  <a:lnTo>
                    <a:pt x="966" y="4636"/>
                  </a:lnTo>
                  <a:lnTo>
                    <a:pt x="1671" y="4228"/>
                  </a:lnTo>
                  <a:lnTo>
                    <a:pt x="1440" y="1714"/>
                  </a:lnTo>
                  <a:lnTo>
                    <a:pt x="1129" y="1"/>
                  </a:lnTo>
                  <a:close/>
                  <a:moveTo>
                    <a:pt x="1586" y="4950"/>
                  </a:moveTo>
                  <a:cubicBezTo>
                    <a:pt x="1522" y="4950"/>
                    <a:pt x="1456" y="4967"/>
                    <a:pt x="1387" y="5004"/>
                  </a:cubicBezTo>
                  <a:cubicBezTo>
                    <a:pt x="1074" y="5194"/>
                    <a:pt x="924" y="5713"/>
                    <a:pt x="1031" y="6268"/>
                  </a:cubicBezTo>
                  <a:cubicBezTo>
                    <a:pt x="1109" y="6709"/>
                    <a:pt x="1311" y="6962"/>
                    <a:pt x="1546" y="6962"/>
                  </a:cubicBezTo>
                  <a:cubicBezTo>
                    <a:pt x="1609" y="6962"/>
                    <a:pt x="1674" y="6944"/>
                    <a:pt x="1740" y="6907"/>
                  </a:cubicBezTo>
                  <a:cubicBezTo>
                    <a:pt x="2066" y="6718"/>
                    <a:pt x="2216" y="6215"/>
                    <a:pt x="2109" y="5644"/>
                  </a:cubicBezTo>
                  <a:cubicBezTo>
                    <a:pt x="2021" y="5203"/>
                    <a:pt x="1825" y="4950"/>
                    <a:pt x="1586" y="4950"/>
                  </a:cubicBezTo>
                  <a:close/>
                </a:path>
              </a:pathLst>
            </a:custGeom>
            <a:solidFill>
              <a:srgbClr val="2D2C3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2">
  <p:cSld name="CUSTOM_10_1">
    <p:spTree>
      <p:nvGrpSpPr>
        <p:cNvPr id="849" name="Shape 8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0" name="Google Shape;850;p29"/>
          <p:cNvSpPr txBox="1"/>
          <p:nvPr>
            <p:ph type="title"/>
          </p:nvPr>
        </p:nvSpPr>
        <p:spPr>
          <a:xfrm>
            <a:off x="720000" y="5212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700"/>
              <a:buNone/>
              <a:defRPr sz="2700">
                <a:latin typeface="Lexend ExtraBold"/>
                <a:ea typeface="Lexend ExtraBold"/>
                <a:cs typeface="Lexend ExtraBold"/>
                <a:sym typeface="Lexend Extra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851" name="Google Shape;851;p29"/>
          <p:cNvSpPr/>
          <p:nvPr/>
        </p:nvSpPr>
        <p:spPr>
          <a:xfrm>
            <a:off x="280800" y="279300"/>
            <a:ext cx="8582400" cy="45849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2" name="Google Shape;852;p29"/>
          <p:cNvSpPr/>
          <p:nvPr/>
        </p:nvSpPr>
        <p:spPr>
          <a:xfrm>
            <a:off x="281825" y="279300"/>
            <a:ext cx="8582400" cy="162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853" name="Google Shape;853;p29"/>
          <p:cNvGrpSpPr/>
          <p:nvPr/>
        </p:nvGrpSpPr>
        <p:grpSpPr>
          <a:xfrm>
            <a:off x="8392389" y="539436"/>
            <a:ext cx="672771" cy="775216"/>
            <a:chOff x="8392389" y="539436"/>
            <a:chExt cx="672771" cy="775216"/>
          </a:xfrm>
        </p:grpSpPr>
        <p:grpSp>
          <p:nvGrpSpPr>
            <p:cNvPr id="854" name="Google Shape;854;p29"/>
            <p:cNvGrpSpPr/>
            <p:nvPr/>
          </p:nvGrpSpPr>
          <p:grpSpPr>
            <a:xfrm>
              <a:off x="8616606" y="895226"/>
              <a:ext cx="448554" cy="419427"/>
              <a:chOff x="5424136" y="2234050"/>
              <a:chExt cx="1184145" cy="1107253"/>
            </a:xfrm>
          </p:grpSpPr>
          <p:sp>
            <p:nvSpPr>
              <p:cNvPr id="855" name="Google Shape;855;p29"/>
              <p:cNvSpPr/>
              <p:nvPr/>
            </p:nvSpPr>
            <p:spPr>
              <a:xfrm>
                <a:off x="5424136" y="2234050"/>
                <a:ext cx="1184145" cy="1107253"/>
              </a:xfrm>
              <a:custGeom>
                <a:rect b="b" l="l" r="r" t="t"/>
                <a:pathLst>
                  <a:path extrusionOk="0" h="6048" w="6468">
                    <a:moveTo>
                      <a:pt x="3300" y="0"/>
                    </a:moveTo>
                    <a:lnTo>
                      <a:pt x="2377" y="532"/>
                    </a:lnTo>
                    <a:lnTo>
                      <a:pt x="1657" y="1717"/>
                    </a:lnTo>
                    <a:lnTo>
                      <a:pt x="1672" y="2280"/>
                    </a:lnTo>
                    <a:lnTo>
                      <a:pt x="705" y="2812"/>
                    </a:lnTo>
                    <a:lnTo>
                      <a:pt x="0" y="4031"/>
                    </a:lnTo>
                    <a:lnTo>
                      <a:pt x="0" y="5156"/>
                    </a:lnTo>
                    <a:lnTo>
                      <a:pt x="1519" y="6048"/>
                    </a:lnTo>
                    <a:lnTo>
                      <a:pt x="5797" y="3577"/>
                    </a:lnTo>
                    <a:lnTo>
                      <a:pt x="6468" y="2392"/>
                    </a:lnTo>
                    <a:lnTo>
                      <a:pt x="6468" y="1282"/>
                    </a:lnTo>
                    <a:lnTo>
                      <a:pt x="4953" y="390"/>
                    </a:lnTo>
                    <a:lnTo>
                      <a:pt x="4470" y="671"/>
                    </a:lnTo>
                    <a:lnTo>
                      <a:pt x="3300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56" name="Google Shape;856;p29"/>
              <p:cNvSpPr/>
              <p:nvPr/>
            </p:nvSpPr>
            <p:spPr>
              <a:xfrm>
                <a:off x="5850342" y="2234050"/>
                <a:ext cx="332469" cy="191682"/>
              </a:xfrm>
              <a:custGeom>
                <a:rect b="b" l="l" r="r" t="t"/>
                <a:pathLst>
                  <a:path extrusionOk="0" h="1047" w="1816">
                    <a:moveTo>
                      <a:pt x="972" y="0"/>
                    </a:moveTo>
                    <a:lnTo>
                      <a:pt x="1" y="562"/>
                    </a:lnTo>
                    <a:lnTo>
                      <a:pt x="844" y="1046"/>
                    </a:lnTo>
                    <a:lnTo>
                      <a:pt x="1815" y="484"/>
                    </a:lnTo>
                    <a:lnTo>
                      <a:pt x="972" y="0"/>
                    </a:lnTo>
                    <a:close/>
                  </a:path>
                </a:pathLst>
              </a:custGeom>
              <a:solidFill>
                <a:srgbClr val="F5F5F5">
                  <a:alpha val="6398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57" name="Google Shape;857;p29"/>
              <p:cNvSpPr/>
              <p:nvPr/>
            </p:nvSpPr>
            <p:spPr>
              <a:xfrm>
                <a:off x="5553206" y="2651281"/>
                <a:ext cx="328990" cy="192414"/>
              </a:xfrm>
              <a:custGeom>
                <a:rect b="b" l="l" r="r" t="t"/>
                <a:pathLst>
                  <a:path extrusionOk="0" h="1051" w="1797">
                    <a:moveTo>
                      <a:pt x="967" y="1"/>
                    </a:moveTo>
                    <a:lnTo>
                      <a:pt x="0" y="533"/>
                    </a:lnTo>
                    <a:lnTo>
                      <a:pt x="829" y="1051"/>
                    </a:lnTo>
                    <a:lnTo>
                      <a:pt x="1796" y="488"/>
                    </a:lnTo>
                    <a:lnTo>
                      <a:pt x="967" y="1"/>
                    </a:lnTo>
                    <a:close/>
                  </a:path>
                </a:pathLst>
              </a:custGeom>
              <a:solidFill>
                <a:srgbClr val="F5F5F5">
                  <a:alpha val="6398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58" name="Google Shape;858;p29"/>
              <p:cNvSpPr/>
              <p:nvPr/>
            </p:nvSpPr>
            <p:spPr>
              <a:xfrm>
                <a:off x="5424136" y="2748861"/>
                <a:ext cx="280841" cy="311781"/>
              </a:xfrm>
              <a:custGeom>
                <a:rect b="b" l="l" r="r" t="t"/>
                <a:pathLst>
                  <a:path extrusionOk="0" h="1703" w="1534">
                    <a:moveTo>
                      <a:pt x="705" y="0"/>
                    </a:moveTo>
                    <a:lnTo>
                      <a:pt x="0" y="1219"/>
                    </a:lnTo>
                    <a:lnTo>
                      <a:pt x="844" y="1702"/>
                    </a:lnTo>
                    <a:lnTo>
                      <a:pt x="1534" y="518"/>
                    </a:lnTo>
                    <a:lnTo>
                      <a:pt x="705" y="0"/>
                    </a:lnTo>
                    <a:close/>
                  </a:path>
                </a:pathLst>
              </a:custGeom>
              <a:solidFill>
                <a:srgbClr val="F5F5F5">
                  <a:alpha val="3416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59" name="Google Shape;859;p29"/>
              <p:cNvSpPr/>
              <p:nvPr/>
            </p:nvSpPr>
            <p:spPr>
              <a:xfrm>
                <a:off x="5727497" y="2548392"/>
                <a:ext cx="154700" cy="192414"/>
              </a:xfrm>
              <a:custGeom>
                <a:rect b="b" l="l" r="r" t="t"/>
                <a:pathLst>
                  <a:path extrusionOk="0" h="1051" w="845">
                    <a:moveTo>
                      <a:pt x="0" y="0"/>
                    </a:moveTo>
                    <a:lnTo>
                      <a:pt x="0" y="563"/>
                    </a:lnTo>
                    <a:lnTo>
                      <a:pt x="844" y="1050"/>
                    </a:lnTo>
                    <a:lnTo>
                      <a:pt x="844" y="48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5F5F5">
                  <a:alpha val="3416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60" name="Google Shape;860;p29"/>
              <p:cNvSpPr/>
              <p:nvPr/>
            </p:nvSpPr>
            <p:spPr>
              <a:xfrm>
                <a:off x="5424136" y="2971848"/>
                <a:ext cx="154517" cy="294755"/>
              </a:xfrm>
              <a:custGeom>
                <a:rect b="b" l="l" r="r" t="t"/>
                <a:pathLst>
                  <a:path extrusionOk="0" h="1610" w="844">
                    <a:moveTo>
                      <a:pt x="0" y="1"/>
                    </a:moveTo>
                    <a:lnTo>
                      <a:pt x="0" y="1126"/>
                    </a:lnTo>
                    <a:lnTo>
                      <a:pt x="844" y="1609"/>
                    </a:lnTo>
                    <a:lnTo>
                      <a:pt x="844" y="484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F5F5F5">
                  <a:alpha val="6398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61" name="Google Shape;861;p29"/>
              <p:cNvSpPr/>
              <p:nvPr/>
            </p:nvSpPr>
            <p:spPr>
              <a:xfrm>
                <a:off x="6242312" y="2305267"/>
                <a:ext cx="243127" cy="191865"/>
              </a:xfrm>
              <a:custGeom>
                <a:rect b="b" l="l" r="r" t="t"/>
                <a:pathLst>
                  <a:path extrusionOk="0" h="1048" w="1328">
                    <a:moveTo>
                      <a:pt x="484" y="1"/>
                    </a:moveTo>
                    <a:lnTo>
                      <a:pt x="1" y="282"/>
                    </a:lnTo>
                    <a:lnTo>
                      <a:pt x="360" y="1047"/>
                    </a:lnTo>
                    <a:lnTo>
                      <a:pt x="1328" y="485"/>
                    </a:lnTo>
                    <a:lnTo>
                      <a:pt x="484" y="1"/>
                    </a:lnTo>
                    <a:close/>
                  </a:path>
                </a:pathLst>
              </a:custGeom>
              <a:solidFill>
                <a:srgbClr val="F5F5F5">
                  <a:alpha val="6398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62" name="Google Shape;862;p29"/>
              <p:cNvSpPr/>
              <p:nvPr/>
            </p:nvSpPr>
            <p:spPr>
              <a:xfrm>
                <a:off x="5727497" y="2328700"/>
                <a:ext cx="280292" cy="309035"/>
              </a:xfrm>
              <a:custGeom>
                <a:rect b="b" l="l" r="r" t="t"/>
                <a:pathLst>
                  <a:path extrusionOk="0" h="1688" w="1531">
                    <a:moveTo>
                      <a:pt x="687" y="0"/>
                    </a:moveTo>
                    <a:lnTo>
                      <a:pt x="0" y="1200"/>
                    </a:lnTo>
                    <a:lnTo>
                      <a:pt x="844" y="1688"/>
                    </a:lnTo>
                    <a:lnTo>
                      <a:pt x="1530" y="499"/>
                    </a:lnTo>
                    <a:lnTo>
                      <a:pt x="687" y="0"/>
                    </a:lnTo>
                    <a:close/>
                  </a:path>
                </a:pathLst>
              </a:custGeom>
              <a:solidFill>
                <a:srgbClr val="F5F5F5">
                  <a:alpha val="3416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863" name="Google Shape;863;p29"/>
            <p:cNvGrpSpPr/>
            <p:nvPr/>
          </p:nvGrpSpPr>
          <p:grpSpPr>
            <a:xfrm>
              <a:off x="8392389" y="539436"/>
              <a:ext cx="323272" cy="302169"/>
              <a:chOff x="5424136" y="2234050"/>
              <a:chExt cx="1184145" cy="1107253"/>
            </a:xfrm>
          </p:grpSpPr>
          <p:sp>
            <p:nvSpPr>
              <p:cNvPr id="864" name="Google Shape;864;p29"/>
              <p:cNvSpPr/>
              <p:nvPr/>
            </p:nvSpPr>
            <p:spPr>
              <a:xfrm>
                <a:off x="5424136" y="2234050"/>
                <a:ext cx="1184145" cy="1107253"/>
              </a:xfrm>
              <a:custGeom>
                <a:rect b="b" l="l" r="r" t="t"/>
                <a:pathLst>
                  <a:path extrusionOk="0" h="6048" w="6468">
                    <a:moveTo>
                      <a:pt x="3300" y="0"/>
                    </a:moveTo>
                    <a:lnTo>
                      <a:pt x="2377" y="532"/>
                    </a:lnTo>
                    <a:lnTo>
                      <a:pt x="1657" y="1717"/>
                    </a:lnTo>
                    <a:lnTo>
                      <a:pt x="1672" y="2280"/>
                    </a:lnTo>
                    <a:lnTo>
                      <a:pt x="705" y="2812"/>
                    </a:lnTo>
                    <a:lnTo>
                      <a:pt x="0" y="4031"/>
                    </a:lnTo>
                    <a:lnTo>
                      <a:pt x="0" y="5156"/>
                    </a:lnTo>
                    <a:lnTo>
                      <a:pt x="1519" y="6048"/>
                    </a:lnTo>
                    <a:lnTo>
                      <a:pt x="5797" y="3577"/>
                    </a:lnTo>
                    <a:lnTo>
                      <a:pt x="6468" y="2392"/>
                    </a:lnTo>
                    <a:lnTo>
                      <a:pt x="6468" y="1282"/>
                    </a:lnTo>
                    <a:lnTo>
                      <a:pt x="4953" y="390"/>
                    </a:lnTo>
                    <a:lnTo>
                      <a:pt x="4470" y="671"/>
                    </a:lnTo>
                    <a:lnTo>
                      <a:pt x="3300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65" name="Google Shape;865;p29"/>
              <p:cNvSpPr/>
              <p:nvPr/>
            </p:nvSpPr>
            <p:spPr>
              <a:xfrm>
                <a:off x="5850342" y="2234050"/>
                <a:ext cx="332469" cy="191682"/>
              </a:xfrm>
              <a:custGeom>
                <a:rect b="b" l="l" r="r" t="t"/>
                <a:pathLst>
                  <a:path extrusionOk="0" h="1047" w="1816">
                    <a:moveTo>
                      <a:pt x="972" y="0"/>
                    </a:moveTo>
                    <a:lnTo>
                      <a:pt x="1" y="562"/>
                    </a:lnTo>
                    <a:lnTo>
                      <a:pt x="844" y="1046"/>
                    </a:lnTo>
                    <a:lnTo>
                      <a:pt x="1815" y="484"/>
                    </a:lnTo>
                    <a:lnTo>
                      <a:pt x="972" y="0"/>
                    </a:lnTo>
                    <a:close/>
                  </a:path>
                </a:pathLst>
              </a:custGeom>
              <a:solidFill>
                <a:srgbClr val="F5F5F5">
                  <a:alpha val="6398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66" name="Google Shape;866;p29"/>
              <p:cNvSpPr/>
              <p:nvPr/>
            </p:nvSpPr>
            <p:spPr>
              <a:xfrm>
                <a:off x="5553206" y="2651281"/>
                <a:ext cx="328990" cy="192414"/>
              </a:xfrm>
              <a:custGeom>
                <a:rect b="b" l="l" r="r" t="t"/>
                <a:pathLst>
                  <a:path extrusionOk="0" h="1051" w="1797">
                    <a:moveTo>
                      <a:pt x="967" y="1"/>
                    </a:moveTo>
                    <a:lnTo>
                      <a:pt x="0" y="533"/>
                    </a:lnTo>
                    <a:lnTo>
                      <a:pt x="829" y="1051"/>
                    </a:lnTo>
                    <a:lnTo>
                      <a:pt x="1796" y="488"/>
                    </a:lnTo>
                    <a:lnTo>
                      <a:pt x="967" y="1"/>
                    </a:lnTo>
                    <a:close/>
                  </a:path>
                </a:pathLst>
              </a:custGeom>
              <a:solidFill>
                <a:srgbClr val="F5F5F5">
                  <a:alpha val="6398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67" name="Google Shape;867;p29"/>
              <p:cNvSpPr/>
              <p:nvPr/>
            </p:nvSpPr>
            <p:spPr>
              <a:xfrm>
                <a:off x="5424136" y="2748861"/>
                <a:ext cx="280841" cy="311781"/>
              </a:xfrm>
              <a:custGeom>
                <a:rect b="b" l="l" r="r" t="t"/>
                <a:pathLst>
                  <a:path extrusionOk="0" h="1703" w="1534">
                    <a:moveTo>
                      <a:pt x="705" y="0"/>
                    </a:moveTo>
                    <a:lnTo>
                      <a:pt x="0" y="1219"/>
                    </a:lnTo>
                    <a:lnTo>
                      <a:pt x="844" y="1702"/>
                    </a:lnTo>
                    <a:lnTo>
                      <a:pt x="1534" y="518"/>
                    </a:lnTo>
                    <a:lnTo>
                      <a:pt x="705" y="0"/>
                    </a:lnTo>
                    <a:close/>
                  </a:path>
                </a:pathLst>
              </a:custGeom>
              <a:solidFill>
                <a:srgbClr val="F5F5F5">
                  <a:alpha val="3416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68" name="Google Shape;868;p29"/>
              <p:cNvSpPr/>
              <p:nvPr/>
            </p:nvSpPr>
            <p:spPr>
              <a:xfrm>
                <a:off x="5727497" y="2548392"/>
                <a:ext cx="154700" cy="192414"/>
              </a:xfrm>
              <a:custGeom>
                <a:rect b="b" l="l" r="r" t="t"/>
                <a:pathLst>
                  <a:path extrusionOk="0" h="1051" w="845">
                    <a:moveTo>
                      <a:pt x="0" y="0"/>
                    </a:moveTo>
                    <a:lnTo>
                      <a:pt x="0" y="563"/>
                    </a:lnTo>
                    <a:lnTo>
                      <a:pt x="844" y="1050"/>
                    </a:lnTo>
                    <a:lnTo>
                      <a:pt x="844" y="48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5F5F5">
                  <a:alpha val="3416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69" name="Google Shape;869;p29"/>
              <p:cNvSpPr/>
              <p:nvPr/>
            </p:nvSpPr>
            <p:spPr>
              <a:xfrm>
                <a:off x="5424136" y="2971848"/>
                <a:ext cx="154517" cy="294755"/>
              </a:xfrm>
              <a:custGeom>
                <a:rect b="b" l="l" r="r" t="t"/>
                <a:pathLst>
                  <a:path extrusionOk="0" h="1610" w="844">
                    <a:moveTo>
                      <a:pt x="0" y="1"/>
                    </a:moveTo>
                    <a:lnTo>
                      <a:pt x="0" y="1126"/>
                    </a:lnTo>
                    <a:lnTo>
                      <a:pt x="844" y="1609"/>
                    </a:lnTo>
                    <a:lnTo>
                      <a:pt x="844" y="484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F5F5F5">
                  <a:alpha val="6398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70" name="Google Shape;870;p29"/>
              <p:cNvSpPr/>
              <p:nvPr/>
            </p:nvSpPr>
            <p:spPr>
              <a:xfrm>
                <a:off x="6242312" y="2305267"/>
                <a:ext cx="243127" cy="191865"/>
              </a:xfrm>
              <a:custGeom>
                <a:rect b="b" l="l" r="r" t="t"/>
                <a:pathLst>
                  <a:path extrusionOk="0" h="1048" w="1328">
                    <a:moveTo>
                      <a:pt x="484" y="1"/>
                    </a:moveTo>
                    <a:lnTo>
                      <a:pt x="1" y="282"/>
                    </a:lnTo>
                    <a:lnTo>
                      <a:pt x="360" y="1047"/>
                    </a:lnTo>
                    <a:lnTo>
                      <a:pt x="1328" y="485"/>
                    </a:lnTo>
                    <a:lnTo>
                      <a:pt x="484" y="1"/>
                    </a:lnTo>
                    <a:close/>
                  </a:path>
                </a:pathLst>
              </a:custGeom>
              <a:solidFill>
                <a:srgbClr val="F5F5F5">
                  <a:alpha val="6398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71" name="Google Shape;871;p29"/>
              <p:cNvSpPr/>
              <p:nvPr/>
            </p:nvSpPr>
            <p:spPr>
              <a:xfrm>
                <a:off x="5727497" y="2328700"/>
                <a:ext cx="280292" cy="309035"/>
              </a:xfrm>
              <a:custGeom>
                <a:rect b="b" l="l" r="r" t="t"/>
                <a:pathLst>
                  <a:path extrusionOk="0" h="1688" w="1531">
                    <a:moveTo>
                      <a:pt x="687" y="0"/>
                    </a:moveTo>
                    <a:lnTo>
                      <a:pt x="0" y="1200"/>
                    </a:lnTo>
                    <a:lnTo>
                      <a:pt x="844" y="1688"/>
                    </a:lnTo>
                    <a:lnTo>
                      <a:pt x="1530" y="499"/>
                    </a:lnTo>
                    <a:lnTo>
                      <a:pt x="687" y="0"/>
                    </a:lnTo>
                    <a:close/>
                  </a:path>
                </a:pathLst>
              </a:custGeom>
              <a:solidFill>
                <a:srgbClr val="F5F5F5">
                  <a:alpha val="3416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872" name="Google Shape;872;p29"/>
          <p:cNvGrpSpPr/>
          <p:nvPr/>
        </p:nvGrpSpPr>
        <p:grpSpPr>
          <a:xfrm>
            <a:off x="405849" y="3862232"/>
            <a:ext cx="314144" cy="1183135"/>
            <a:chOff x="8297005" y="513279"/>
            <a:chExt cx="159084" cy="599177"/>
          </a:xfrm>
        </p:grpSpPr>
        <p:sp>
          <p:nvSpPr>
            <p:cNvPr id="873" name="Google Shape;873;p29"/>
            <p:cNvSpPr/>
            <p:nvPr/>
          </p:nvSpPr>
          <p:spPr>
            <a:xfrm>
              <a:off x="8388526" y="1082678"/>
              <a:ext cx="42392" cy="29778"/>
            </a:xfrm>
            <a:custGeom>
              <a:rect b="b" l="l" r="r" t="t"/>
              <a:pathLst>
                <a:path extrusionOk="0" h="517" w="736">
                  <a:moveTo>
                    <a:pt x="735" y="1"/>
                  </a:moveTo>
                  <a:lnTo>
                    <a:pt x="1" y="216"/>
                  </a:lnTo>
                  <a:lnTo>
                    <a:pt x="194" y="517"/>
                  </a:lnTo>
                  <a:lnTo>
                    <a:pt x="735" y="190"/>
                  </a:lnTo>
                  <a:lnTo>
                    <a:pt x="735" y="1"/>
                  </a:lnTo>
                  <a:close/>
                </a:path>
              </a:pathLst>
            </a:custGeom>
            <a:solidFill>
              <a:srgbClr val="87878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4" name="Google Shape;874;p29"/>
            <p:cNvSpPr/>
            <p:nvPr/>
          </p:nvSpPr>
          <p:spPr>
            <a:xfrm>
              <a:off x="8322751" y="1038732"/>
              <a:ext cx="108168" cy="62090"/>
            </a:xfrm>
            <a:custGeom>
              <a:rect b="b" l="l" r="r" t="t"/>
              <a:pathLst>
                <a:path extrusionOk="0" h="1078" w="1878">
                  <a:moveTo>
                    <a:pt x="546" y="0"/>
                  </a:moveTo>
                  <a:lnTo>
                    <a:pt x="1" y="314"/>
                  </a:lnTo>
                  <a:lnTo>
                    <a:pt x="1" y="764"/>
                  </a:lnTo>
                  <a:lnTo>
                    <a:pt x="546" y="1077"/>
                  </a:lnTo>
                  <a:lnTo>
                    <a:pt x="1336" y="1077"/>
                  </a:lnTo>
                  <a:lnTo>
                    <a:pt x="1877" y="764"/>
                  </a:lnTo>
                  <a:lnTo>
                    <a:pt x="1877" y="314"/>
                  </a:lnTo>
                  <a:lnTo>
                    <a:pt x="1336" y="0"/>
                  </a:lnTo>
                  <a:close/>
                </a:path>
              </a:pathLst>
            </a:custGeom>
            <a:solidFill>
              <a:srgbClr val="F5F5F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5" name="Google Shape;875;p29"/>
            <p:cNvSpPr/>
            <p:nvPr/>
          </p:nvSpPr>
          <p:spPr>
            <a:xfrm>
              <a:off x="8339281" y="1047372"/>
              <a:ext cx="75280" cy="21311"/>
            </a:xfrm>
            <a:custGeom>
              <a:rect b="b" l="l" r="r" t="t"/>
              <a:pathLst>
                <a:path extrusionOk="0" h="370" w="1307">
                  <a:moveTo>
                    <a:pt x="379" y="0"/>
                  </a:moveTo>
                  <a:lnTo>
                    <a:pt x="1" y="219"/>
                  </a:lnTo>
                  <a:lnTo>
                    <a:pt x="1" y="369"/>
                  </a:lnTo>
                  <a:lnTo>
                    <a:pt x="1306" y="369"/>
                  </a:lnTo>
                  <a:lnTo>
                    <a:pt x="1306" y="219"/>
                  </a:lnTo>
                  <a:lnTo>
                    <a:pt x="924" y="0"/>
                  </a:lnTo>
                  <a:close/>
                </a:path>
              </a:pathLst>
            </a:custGeom>
            <a:solidFill>
              <a:srgbClr val="A39C9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6" name="Google Shape;876;p29"/>
            <p:cNvSpPr/>
            <p:nvPr/>
          </p:nvSpPr>
          <p:spPr>
            <a:xfrm>
              <a:off x="8339281" y="1056011"/>
              <a:ext cx="75280" cy="34443"/>
            </a:xfrm>
            <a:custGeom>
              <a:rect b="b" l="l" r="r" t="t"/>
              <a:pathLst>
                <a:path extrusionOk="0" h="598" w="1307">
                  <a:moveTo>
                    <a:pt x="379" y="0"/>
                  </a:moveTo>
                  <a:lnTo>
                    <a:pt x="1" y="219"/>
                  </a:lnTo>
                  <a:lnTo>
                    <a:pt x="1" y="382"/>
                  </a:lnTo>
                  <a:lnTo>
                    <a:pt x="379" y="598"/>
                  </a:lnTo>
                  <a:lnTo>
                    <a:pt x="924" y="598"/>
                  </a:lnTo>
                  <a:lnTo>
                    <a:pt x="1306" y="382"/>
                  </a:lnTo>
                  <a:lnTo>
                    <a:pt x="1306" y="219"/>
                  </a:lnTo>
                  <a:lnTo>
                    <a:pt x="924" y="0"/>
                  </a:lnTo>
                  <a:close/>
                </a:path>
              </a:pathLst>
            </a:custGeom>
            <a:solidFill>
              <a:srgbClr val="5E443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7" name="Google Shape;877;p29"/>
            <p:cNvSpPr/>
            <p:nvPr/>
          </p:nvSpPr>
          <p:spPr>
            <a:xfrm>
              <a:off x="8350224" y="1100764"/>
              <a:ext cx="49476" cy="11692"/>
            </a:xfrm>
            <a:custGeom>
              <a:rect b="b" l="l" r="r" t="t"/>
              <a:pathLst>
                <a:path extrusionOk="0" h="203" w="859">
                  <a:moveTo>
                    <a:pt x="69" y="0"/>
                  </a:moveTo>
                  <a:lnTo>
                    <a:pt x="0" y="26"/>
                  </a:lnTo>
                  <a:lnTo>
                    <a:pt x="69" y="203"/>
                  </a:lnTo>
                  <a:lnTo>
                    <a:pt x="859" y="203"/>
                  </a:lnTo>
                  <a:lnTo>
                    <a:pt x="859" y="0"/>
                  </a:lnTo>
                  <a:close/>
                </a:path>
              </a:pathLst>
            </a:custGeom>
            <a:solidFill>
              <a:srgbClr val="87878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8" name="Google Shape;878;p29"/>
            <p:cNvSpPr/>
            <p:nvPr/>
          </p:nvSpPr>
          <p:spPr>
            <a:xfrm>
              <a:off x="8322751" y="1082678"/>
              <a:ext cx="31448" cy="29778"/>
            </a:xfrm>
            <a:custGeom>
              <a:rect b="b" l="l" r="r" t="t"/>
              <a:pathLst>
                <a:path extrusionOk="0" h="517" w="546">
                  <a:moveTo>
                    <a:pt x="1" y="1"/>
                  </a:moveTo>
                  <a:lnTo>
                    <a:pt x="1" y="190"/>
                  </a:lnTo>
                  <a:lnTo>
                    <a:pt x="546" y="517"/>
                  </a:lnTo>
                  <a:lnTo>
                    <a:pt x="546" y="314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87878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9" name="Google Shape;879;p29"/>
            <p:cNvSpPr/>
            <p:nvPr/>
          </p:nvSpPr>
          <p:spPr>
            <a:xfrm>
              <a:off x="8331390" y="1043397"/>
              <a:ext cx="90889" cy="51780"/>
            </a:xfrm>
            <a:custGeom>
              <a:rect b="b" l="l" r="r" t="t"/>
              <a:pathLst>
                <a:path extrusionOk="0" h="899" w="1578">
                  <a:moveTo>
                    <a:pt x="464" y="1"/>
                  </a:moveTo>
                  <a:lnTo>
                    <a:pt x="1" y="262"/>
                  </a:lnTo>
                  <a:lnTo>
                    <a:pt x="1" y="641"/>
                  </a:lnTo>
                  <a:lnTo>
                    <a:pt x="464" y="898"/>
                  </a:lnTo>
                  <a:lnTo>
                    <a:pt x="1117" y="898"/>
                  </a:lnTo>
                  <a:lnTo>
                    <a:pt x="1577" y="641"/>
                  </a:lnTo>
                  <a:lnTo>
                    <a:pt x="1577" y="262"/>
                  </a:lnTo>
                  <a:lnTo>
                    <a:pt x="1117" y="1"/>
                  </a:lnTo>
                  <a:close/>
                </a:path>
              </a:pathLst>
            </a:custGeom>
            <a:solidFill>
              <a:srgbClr val="2D2C3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0" name="Google Shape;880;p29"/>
            <p:cNvSpPr/>
            <p:nvPr/>
          </p:nvSpPr>
          <p:spPr>
            <a:xfrm>
              <a:off x="8372169" y="968234"/>
              <a:ext cx="9504" cy="120724"/>
            </a:xfrm>
            <a:custGeom>
              <a:rect b="b" l="l" r="r" t="t"/>
              <a:pathLst>
                <a:path extrusionOk="0" h="2096" w="165">
                  <a:moveTo>
                    <a:pt x="1" y="0"/>
                  </a:moveTo>
                  <a:lnTo>
                    <a:pt x="1" y="2096"/>
                  </a:lnTo>
                  <a:lnTo>
                    <a:pt x="164" y="2096"/>
                  </a:lnTo>
                  <a:lnTo>
                    <a:pt x="164" y="0"/>
                  </a:lnTo>
                  <a:close/>
                </a:path>
              </a:pathLst>
            </a:custGeom>
            <a:solidFill>
              <a:srgbClr val="50505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1" name="Google Shape;881;p29"/>
            <p:cNvSpPr/>
            <p:nvPr/>
          </p:nvSpPr>
          <p:spPr>
            <a:xfrm>
              <a:off x="8381614" y="964433"/>
              <a:ext cx="6969" cy="124526"/>
            </a:xfrm>
            <a:custGeom>
              <a:rect b="b" l="l" r="r" t="t"/>
              <a:pathLst>
                <a:path extrusionOk="0" h="2162" w="121">
                  <a:moveTo>
                    <a:pt x="121" y="1"/>
                  </a:moveTo>
                  <a:lnTo>
                    <a:pt x="0" y="66"/>
                  </a:lnTo>
                  <a:lnTo>
                    <a:pt x="0" y="2162"/>
                  </a:lnTo>
                  <a:lnTo>
                    <a:pt x="121" y="2093"/>
                  </a:lnTo>
                  <a:lnTo>
                    <a:pt x="121" y="1"/>
                  </a:lnTo>
                  <a:close/>
                </a:path>
              </a:pathLst>
            </a:custGeom>
            <a:solidFill>
              <a:srgbClr val="50505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2" name="Google Shape;882;p29"/>
            <p:cNvSpPr/>
            <p:nvPr/>
          </p:nvSpPr>
          <p:spPr>
            <a:xfrm>
              <a:off x="8365027" y="964433"/>
              <a:ext cx="7200" cy="124526"/>
            </a:xfrm>
            <a:custGeom>
              <a:rect b="b" l="l" r="r" t="t"/>
              <a:pathLst>
                <a:path extrusionOk="0" h="2162" w="125">
                  <a:moveTo>
                    <a:pt x="1" y="1"/>
                  </a:moveTo>
                  <a:lnTo>
                    <a:pt x="1" y="2093"/>
                  </a:lnTo>
                  <a:lnTo>
                    <a:pt x="125" y="2162"/>
                  </a:lnTo>
                  <a:lnTo>
                    <a:pt x="125" y="66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50505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3" name="Google Shape;883;p29"/>
            <p:cNvSpPr/>
            <p:nvPr/>
          </p:nvSpPr>
          <p:spPr>
            <a:xfrm>
              <a:off x="8365027" y="955044"/>
              <a:ext cx="23557" cy="13247"/>
            </a:xfrm>
            <a:custGeom>
              <a:rect b="b" l="l" r="r" t="t"/>
              <a:pathLst>
                <a:path extrusionOk="0" h="230" w="409">
                  <a:moveTo>
                    <a:pt x="125" y="1"/>
                  </a:moveTo>
                  <a:lnTo>
                    <a:pt x="1" y="66"/>
                  </a:lnTo>
                  <a:lnTo>
                    <a:pt x="1" y="164"/>
                  </a:lnTo>
                  <a:lnTo>
                    <a:pt x="125" y="229"/>
                  </a:lnTo>
                  <a:lnTo>
                    <a:pt x="288" y="229"/>
                  </a:lnTo>
                  <a:lnTo>
                    <a:pt x="409" y="164"/>
                  </a:lnTo>
                  <a:lnTo>
                    <a:pt x="409" y="66"/>
                  </a:lnTo>
                  <a:lnTo>
                    <a:pt x="288" y="1"/>
                  </a:lnTo>
                  <a:close/>
                </a:path>
              </a:pathLst>
            </a:custGeom>
            <a:solidFill>
              <a:srgbClr val="50505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4" name="Google Shape;884;p29"/>
            <p:cNvSpPr/>
            <p:nvPr/>
          </p:nvSpPr>
          <p:spPr>
            <a:xfrm>
              <a:off x="8297005" y="513279"/>
              <a:ext cx="159084" cy="470053"/>
            </a:xfrm>
            <a:custGeom>
              <a:rect b="b" l="l" r="r" t="t"/>
              <a:pathLst>
                <a:path extrusionOk="0" h="8161" w="2762">
                  <a:moveTo>
                    <a:pt x="1388" y="0"/>
                  </a:moveTo>
                  <a:lnTo>
                    <a:pt x="0" y="7031"/>
                  </a:lnTo>
                  <a:lnTo>
                    <a:pt x="0" y="7684"/>
                  </a:lnTo>
                  <a:lnTo>
                    <a:pt x="816" y="8160"/>
                  </a:lnTo>
                  <a:lnTo>
                    <a:pt x="1959" y="8160"/>
                  </a:lnTo>
                  <a:lnTo>
                    <a:pt x="2762" y="7684"/>
                  </a:lnTo>
                  <a:lnTo>
                    <a:pt x="2762" y="7031"/>
                  </a:lnTo>
                  <a:lnTo>
                    <a:pt x="1388" y="0"/>
                  </a:lnTo>
                  <a:close/>
                </a:path>
              </a:pathLst>
            </a:custGeom>
            <a:solidFill>
              <a:srgbClr val="7FA31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5" name="Google Shape;885;p29"/>
            <p:cNvSpPr/>
            <p:nvPr/>
          </p:nvSpPr>
          <p:spPr>
            <a:xfrm>
              <a:off x="8344004" y="513279"/>
              <a:ext cx="112085" cy="470053"/>
            </a:xfrm>
            <a:custGeom>
              <a:rect b="b" l="l" r="r" t="t"/>
              <a:pathLst>
                <a:path extrusionOk="0" h="8161" w="1946">
                  <a:moveTo>
                    <a:pt x="572" y="0"/>
                  </a:moveTo>
                  <a:lnTo>
                    <a:pt x="0" y="8160"/>
                  </a:lnTo>
                  <a:lnTo>
                    <a:pt x="1143" y="8160"/>
                  </a:lnTo>
                  <a:lnTo>
                    <a:pt x="1946" y="7684"/>
                  </a:lnTo>
                  <a:lnTo>
                    <a:pt x="1946" y="7031"/>
                  </a:lnTo>
                  <a:lnTo>
                    <a:pt x="572" y="0"/>
                  </a:lnTo>
                  <a:close/>
                </a:path>
              </a:pathLst>
            </a:custGeom>
            <a:solidFill>
              <a:srgbClr val="2D2C37">
                <a:alpha val="3354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886" name="Google Shape;886;p29"/>
          <p:cNvGrpSpPr/>
          <p:nvPr/>
        </p:nvGrpSpPr>
        <p:grpSpPr>
          <a:xfrm>
            <a:off x="773010" y="4637781"/>
            <a:ext cx="390638" cy="461685"/>
            <a:chOff x="6819875" y="4319550"/>
            <a:chExt cx="399875" cy="472650"/>
          </a:xfrm>
        </p:grpSpPr>
        <p:sp>
          <p:nvSpPr>
            <p:cNvPr id="887" name="Google Shape;887;p29"/>
            <p:cNvSpPr/>
            <p:nvPr/>
          </p:nvSpPr>
          <p:spPr>
            <a:xfrm>
              <a:off x="6819875" y="4422200"/>
              <a:ext cx="208525" cy="291425"/>
            </a:xfrm>
            <a:custGeom>
              <a:rect b="b" l="l" r="r" t="t"/>
              <a:pathLst>
                <a:path extrusionOk="0" h="11657" w="8341">
                  <a:moveTo>
                    <a:pt x="7890" y="1"/>
                  </a:moveTo>
                  <a:lnTo>
                    <a:pt x="1" y="11412"/>
                  </a:lnTo>
                  <a:lnTo>
                    <a:pt x="409" y="11657"/>
                  </a:lnTo>
                  <a:lnTo>
                    <a:pt x="8340" y="6855"/>
                  </a:lnTo>
                  <a:lnTo>
                    <a:pt x="7753" y="6219"/>
                  </a:lnTo>
                  <a:lnTo>
                    <a:pt x="2530" y="9195"/>
                  </a:lnTo>
                  <a:lnTo>
                    <a:pt x="2530" y="9195"/>
                  </a:lnTo>
                  <a:lnTo>
                    <a:pt x="7782" y="1812"/>
                  </a:lnTo>
                  <a:lnTo>
                    <a:pt x="7890" y="1"/>
                  </a:lnTo>
                  <a:close/>
                </a:path>
              </a:pathLst>
            </a:custGeom>
            <a:solidFill>
              <a:srgbClr val="87878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8" name="Google Shape;888;p29"/>
            <p:cNvSpPr/>
            <p:nvPr/>
          </p:nvSpPr>
          <p:spPr>
            <a:xfrm>
              <a:off x="6830075" y="4428325"/>
              <a:ext cx="208525" cy="285300"/>
            </a:xfrm>
            <a:custGeom>
              <a:rect b="b" l="l" r="r" t="t"/>
              <a:pathLst>
                <a:path extrusionOk="0" h="11412" w="8341">
                  <a:moveTo>
                    <a:pt x="7890" y="1"/>
                  </a:moveTo>
                  <a:lnTo>
                    <a:pt x="1" y="11412"/>
                  </a:lnTo>
                  <a:lnTo>
                    <a:pt x="8340" y="6871"/>
                  </a:lnTo>
                  <a:lnTo>
                    <a:pt x="7753" y="6218"/>
                  </a:lnTo>
                  <a:lnTo>
                    <a:pt x="2530" y="9208"/>
                  </a:lnTo>
                  <a:lnTo>
                    <a:pt x="7782" y="1825"/>
                  </a:lnTo>
                  <a:lnTo>
                    <a:pt x="7890" y="1"/>
                  </a:lnTo>
                  <a:close/>
                </a:path>
              </a:pathLst>
            </a:custGeom>
            <a:solidFill>
              <a:srgbClr val="2D2C3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9" name="Google Shape;889;p29"/>
            <p:cNvSpPr/>
            <p:nvPr/>
          </p:nvSpPr>
          <p:spPr>
            <a:xfrm>
              <a:off x="6878375" y="4319550"/>
              <a:ext cx="116975" cy="472650"/>
            </a:xfrm>
            <a:custGeom>
              <a:rect b="b" l="l" r="r" t="t"/>
              <a:pathLst>
                <a:path extrusionOk="0" h="18906" w="4679">
                  <a:moveTo>
                    <a:pt x="4678" y="1"/>
                  </a:moveTo>
                  <a:lnTo>
                    <a:pt x="4042" y="190"/>
                  </a:lnTo>
                  <a:lnTo>
                    <a:pt x="1" y="18648"/>
                  </a:lnTo>
                  <a:lnTo>
                    <a:pt x="533" y="18906"/>
                  </a:lnTo>
                  <a:lnTo>
                    <a:pt x="4678" y="1"/>
                  </a:lnTo>
                  <a:close/>
                </a:path>
              </a:pathLst>
            </a:custGeom>
            <a:solidFill>
              <a:srgbClr val="B1282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0" name="Google Shape;890;p29"/>
            <p:cNvSpPr/>
            <p:nvPr/>
          </p:nvSpPr>
          <p:spPr>
            <a:xfrm>
              <a:off x="6891675" y="4319550"/>
              <a:ext cx="328075" cy="472650"/>
            </a:xfrm>
            <a:custGeom>
              <a:rect b="b" l="l" r="r" t="t"/>
              <a:pathLst>
                <a:path extrusionOk="0" h="18906" w="13123">
                  <a:moveTo>
                    <a:pt x="4146" y="1"/>
                  </a:moveTo>
                  <a:lnTo>
                    <a:pt x="1" y="18906"/>
                  </a:lnTo>
                  <a:lnTo>
                    <a:pt x="13122" y="11343"/>
                  </a:lnTo>
                  <a:lnTo>
                    <a:pt x="4146" y="1"/>
                  </a:lnTo>
                  <a:close/>
                </a:path>
              </a:pathLst>
            </a:custGeom>
            <a:solidFill>
              <a:srgbClr val="F5F5F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1" name="Google Shape;891;p29"/>
            <p:cNvSpPr/>
            <p:nvPr/>
          </p:nvSpPr>
          <p:spPr>
            <a:xfrm>
              <a:off x="6908650" y="4339625"/>
              <a:ext cx="298850" cy="432825"/>
            </a:xfrm>
            <a:custGeom>
              <a:rect b="b" l="l" r="r" t="t"/>
              <a:pathLst>
                <a:path extrusionOk="0" h="17313" w="11954">
                  <a:moveTo>
                    <a:pt x="3536" y="1"/>
                  </a:moveTo>
                  <a:lnTo>
                    <a:pt x="1" y="17313"/>
                  </a:lnTo>
                  <a:lnTo>
                    <a:pt x="1" y="17313"/>
                  </a:lnTo>
                  <a:lnTo>
                    <a:pt x="11954" y="10419"/>
                  </a:lnTo>
                  <a:lnTo>
                    <a:pt x="3536" y="1"/>
                  </a:lnTo>
                  <a:close/>
                </a:path>
              </a:pathLst>
            </a:custGeom>
            <a:solidFill>
              <a:srgbClr val="E7363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2" name="Google Shape;892;p29"/>
            <p:cNvSpPr/>
            <p:nvPr/>
          </p:nvSpPr>
          <p:spPr>
            <a:xfrm>
              <a:off x="6951175" y="4386875"/>
              <a:ext cx="220025" cy="330825"/>
            </a:xfrm>
            <a:custGeom>
              <a:rect b="b" l="l" r="r" t="t"/>
              <a:pathLst>
                <a:path extrusionOk="0" h="13233" w="8801">
                  <a:moveTo>
                    <a:pt x="2272" y="0"/>
                  </a:moveTo>
                  <a:lnTo>
                    <a:pt x="0" y="13233"/>
                  </a:lnTo>
                  <a:lnTo>
                    <a:pt x="8800" y="8160"/>
                  </a:lnTo>
                  <a:lnTo>
                    <a:pt x="2272" y="0"/>
                  </a:lnTo>
                  <a:close/>
                </a:path>
              </a:pathLst>
            </a:custGeom>
            <a:solidFill>
              <a:srgbClr val="F5F5F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3" name="Google Shape;893;p29"/>
            <p:cNvSpPr/>
            <p:nvPr/>
          </p:nvSpPr>
          <p:spPr>
            <a:xfrm>
              <a:off x="7014425" y="4465450"/>
              <a:ext cx="55425" cy="174075"/>
            </a:xfrm>
            <a:custGeom>
              <a:rect b="b" l="l" r="r" t="t"/>
              <a:pathLst>
                <a:path extrusionOk="0" h="6963" w="2217">
                  <a:moveTo>
                    <a:pt x="1129" y="1"/>
                  </a:moveTo>
                  <a:lnTo>
                    <a:pt x="0" y="653"/>
                  </a:lnTo>
                  <a:lnTo>
                    <a:pt x="313" y="2351"/>
                  </a:lnTo>
                  <a:lnTo>
                    <a:pt x="966" y="4636"/>
                  </a:lnTo>
                  <a:lnTo>
                    <a:pt x="1671" y="4228"/>
                  </a:lnTo>
                  <a:lnTo>
                    <a:pt x="1440" y="1714"/>
                  </a:lnTo>
                  <a:lnTo>
                    <a:pt x="1129" y="1"/>
                  </a:lnTo>
                  <a:close/>
                  <a:moveTo>
                    <a:pt x="1586" y="4950"/>
                  </a:moveTo>
                  <a:cubicBezTo>
                    <a:pt x="1522" y="4950"/>
                    <a:pt x="1456" y="4967"/>
                    <a:pt x="1387" y="5004"/>
                  </a:cubicBezTo>
                  <a:cubicBezTo>
                    <a:pt x="1074" y="5194"/>
                    <a:pt x="924" y="5713"/>
                    <a:pt x="1031" y="6268"/>
                  </a:cubicBezTo>
                  <a:cubicBezTo>
                    <a:pt x="1109" y="6709"/>
                    <a:pt x="1311" y="6962"/>
                    <a:pt x="1546" y="6962"/>
                  </a:cubicBezTo>
                  <a:cubicBezTo>
                    <a:pt x="1609" y="6962"/>
                    <a:pt x="1674" y="6944"/>
                    <a:pt x="1740" y="6907"/>
                  </a:cubicBezTo>
                  <a:cubicBezTo>
                    <a:pt x="2066" y="6718"/>
                    <a:pt x="2216" y="6215"/>
                    <a:pt x="2109" y="5644"/>
                  </a:cubicBezTo>
                  <a:cubicBezTo>
                    <a:pt x="2021" y="5203"/>
                    <a:pt x="1825" y="4950"/>
                    <a:pt x="1586" y="4950"/>
                  </a:cubicBezTo>
                  <a:close/>
                </a:path>
              </a:pathLst>
            </a:custGeom>
            <a:solidFill>
              <a:srgbClr val="2D2C3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3">
  <p:cSld name="CUSTOM_10_1_1">
    <p:spTree>
      <p:nvGrpSpPr>
        <p:cNvPr id="894" name="Shape 8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5" name="Google Shape;895;p30"/>
          <p:cNvSpPr txBox="1"/>
          <p:nvPr>
            <p:ph type="title"/>
          </p:nvPr>
        </p:nvSpPr>
        <p:spPr>
          <a:xfrm>
            <a:off x="720000" y="5212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700"/>
              <a:buNone/>
              <a:defRPr sz="2700">
                <a:latin typeface="Lexend ExtraBold"/>
                <a:ea typeface="Lexend ExtraBold"/>
                <a:cs typeface="Lexend ExtraBold"/>
                <a:sym typeface="Lexend Extra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896" name="Google Shape;896;p30"/>
          <p:cNvSpPr/>
          <p:nvPr/>
        </p:nvSpPr>
        <p:spPr>
          <a:xfrm>
            <a:off x="280800" y="279300"/>
            <a:ext cx="8582400" cy="45849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7" name="Google Shape;897;p30"/>
          <p:cNvSpPr/>
          <p:nvPr/>
        </p:nvSpPr>
        <p:spPr>
          <a:xfrm>
            <a:off x="281825" y="279300"/>
            <a:ext cx="8582400" cy="162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898" name="Google Shape;898;p30"/>
          <p:cNvGrpSpPr/>
          <p:nvPr/>
        </p:nvGrpSpPr>
        <p:grpSpPr>
          <a:xfrm>
            <a:off x="115231" y="539436"/>
            <a:ext cx="604780" cy="775216"/>
            <a:chOff x="170131" y="539436"/>
            <a:chExt cx="604780" cy="775216"/>
          </a:xfrm>
        </p:grpSpPr>
        <p:grpSp>
          <p:nvGrpSpPr>
            <p:cNvPr id="899" name="Google Shape;899;p30"/>
            <p:cNvGrpSpPr/>
            <p:nvPr/>
          </p:nvGrpSpPr>
          <p:grpSpPr>
            <a:xfrm>
              <a:off x="170131" y="895226"/>
              <a:ext cx="448554" cy="419427"/>
              <a:chOff x="5424136" y="2234050"/>
              <a:chExt cx="1184145" cy="1107253"/>
            </a:xfrm>
          </p:grpSpPr>
          <p:sp>
            <p:nvSpPr>
              <p:cNvPr id="900" name="Google Shape;900;p30"/>
              <p:cNvSpPr/>
              <p:nvPr/>
            </p:nvSpPr>
            <p:spPr>
              <a:xfrm>
                <a:off x="5424136" y="2234050"/>
                <a:ext cx="1184145" cy="1107253"/>
              </a:xfrm>
              <a:custGeom>
                <a:rect b="b" l="l" r="r" t="t"/>
                <a:pathLst>
                  <a:path extrusionOk="0" h="6048" w="6468">
                    <a:moveTo>
                      <a:pt x="3300" y="0"/>
                    </a:moveTo>
                    <a:lnTo>
                      <a:pt x="2377" y="532"/>
                    </a:lnTo>
                    <a:lnTo>
                      <a:pt x="1657" y="1717"/>
                    </a:lnTo>
                    <a:lnTo>
                      <a:pt x="1672" y="2280"/>
                    </a:lnTo>
                    <a:lnTo>
                      <a:pt x="705" y="2812"/>
                    </a:lnTo>
                    <a:lnTo>
                      <a:pt x="0" y="4031"/>
                    </a:lnTo>
                    <a:lnTo>
                      <a:pt x="0" y="5156"/>
                    </a:lnTo>
                    <a:lnTo>
                      <a:pt x="1519" y="6048"/>
                    </a:lnTo>
                    <a:lnTo>
                      <a:pt x="5797" y="3577"/>
                    </a:lnTo>
                    <a:lnTo>
                      <a:pt x="6468" y="2392"/>
                    </a:lnTo>
                    <a:lnTo>
                      <a:pt x="6468" y="1282"/>
                    </a:lnTo>
                    <a:lnTo>
                      <a:pt x="4953" y="390"/>
                    </a:lnTo>
                    <a:lnTo>
                      <a:pt x="4470" y="671"/>
                    </a:lnTo>
                    <a:lnTo>
                      <a:pt x="3300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01" name="Google Shape;901;p30"/>
              <p:cNvSpPr/>
              <p:nvPr/>
            </p:nvSpPr>
            <p:spPr>
              <a:xfrm>
                <a:off x="5850342" y="2234050"/>
                <a:ext cx="332469" cy="191682"/>
              </a:xfrm>
              <a:custGeom>
                <a:rect b="b" l="l" r="r" t="t"/>
                <a:pathLst>
                  <a:path extrusionOk="0" h="1047" w="1816">
                    <a:moveTo>
                      <a:pt x="972" y="0"/>
                    </a:moveTo>
                    <a:lnTo>
                      <a:pt x="1" y="562"/>
                    </a:lnTo>
                    <a:lnTo>
                      <a:pt x="844" y="1046"/>
                    </a:lnTo>
                    <a:lnTo>
                      <a:pt x="1815" y="484"/>
                    </a:lnTo>
                    <a:lnTo>
                      <a:pt x="972" y="0"/>
                    </a:lnTo>
                    <a:close/>
                  </a:path>
                </a:pathLst>
              </a:custGeom>
              <a:solidFill>
                <a:srgbClr val="F5F5F5">
                  <a:alpha val="6398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02" name="Google Shape;902;p30"/>
              <p:cNvSpPr/>
              <p:nvPr/>
            </p:nvSpPr>
            <p:spPr>
              <a:xfrm>
                <a:off x="5553206" y="2651281"/>
                <a:ext cx="328990" cy="192414"/>
              </a:xfrm>
              <a:custGeom>
                <a:rect b="b" l="l" r="r" t="t"/>
                <a:pathLst>
                  <a:path extrusionOk="0" h="1051" w="1797">
                    <a:moveTo>
                      <a:pt x="967" y="1"/>
                    </a:moveTo>
                    <a:lnTo>
                      <a:pt x="0" y="533"/>
                    </a:lnTo>
                    <a:lnTo>
                      <a:pt x="829" y="1051"/>
                    </a:lnTo>
                    <a:lnTo>
                      <a:pt x="1796" y="488"/>
                    </a:lnTo>
                    <a:lnTo>
                      <a:pt x="967" y="1"/>
                    </a:lnTo>
                    <a:close/>
                  </a:path>
                </a:pathLst>
              </a:custGeom>
              <a:solidFill>
                <a:srgbClr val="F5F5F5">
                  <a:alpha val="6398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03" name="Google Shape;903;p30"/>
              <p:cNvSpPr/>
              <p:nvPr/>
            </p:nvSpPr>
            <p:spPr>
              <a:xfrm>
                <a:off x="5424136" y="2748861"/>
                <a:ext cx="280841" cy="311781"/>
              </a:xfrm>
              <a:custGeom>
                <a:rect b="b" l="l" r="r" t="t"/>
                <a:pathLst>
                  <a:path extrusionOk="0" h="1703" w="1534">
                    <a:moveTo>
                      <a:pt x="705" y="0"/>
                    </a:moveTo>
                    <a:lnTo>
                      <a:pt x="0" y="1219"/>
                    </a:lnTo>
                    <a:lnTo>
                      <a:pt x="844" y="1702"/>
                    </a:lnTo>
                    <a:lnTo>
                      <a:pt x="1534" y="518"/>
                    </a:lnTo>
                    <a:lnTo>
                      <a:pt x="705" y="0"/>
                    </a:lnTo>
                    <a:close/>
                  </a:path>
                </a:pathLst>
              </a:custGeom>
              <a:solidFill>
                <a:srgbClr val="F5F5F5">
                  <a:alpha val="3416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04" name="Google Shape;904;p30"/>
              <p:cNvSpPr/>
              <p:nvPr/>
            </p:nvSpPr>
            <p:spPr>
              <a:xfrm>
                <a:off x="5727497" y="2548392"/>
                <a:ext cx="154700" cy="192414"/>
              </a:xfrm>
              <a:custGeom>
                <a:rect b="b" l="l" r="r" t="t"/>
                <a:pathLst>
                  <a:path extrusionOk="0" h="1051" w="845">
                    <a:moveTo>
                      <a:pt x="0" y="0"/>
                    </a:moveTo>
                    <a:lnTo>
                      <a:pt x="0" y="563"/>
                    </a:lnTo>
                    <a:lnTo>
                      <a:pt x="844" y="1050"/>
                    </a:lnTo>
                    <a:lnTo>
                      <a:pt x="844" y="48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5F5F5">
                  <a:alpha val="3416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05" name="Google Shape;905;p30"/>
              <p:cNvSpPr/>
              <p:nvPr/>
            </p:nvSpPr>
            <p:spPr>
              <a:xfrm>
                <a:off x="5424136" y="2971848"/>
                <a:ext cx="154517" cy="294755"/>
              </a:xfrm>
              <a:custGeom>
                <a:rect b="b" l="l" r="r" t="t"/>
                <a:pathLst>
                  <a:path extrusionOk="0" h="1610" w="844">
                    <a:moveTo>
                      <a:pt x="0" y="1"/>
                    </a:moveTo>
                    <a:lnTo>
                      <a:pt x="0" y="1126"/>
                    </a:lnTo>
                    <a:lnTo>
                      <a:pt x="844" y="1609"/>
                    </a:lnTo>
                    <a:lnTo>
                      <a:pt x="844" y="484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F5F5F5">
                  <a:alpha val="6398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06" name="Google Shape;906;p30"/>
              <p:cNvSpPr/>
              <p:nvPr/>
            </p:nvSpPr>
            <p:spPr>
              <a:xfrm>
                <a:off x="6242312" y="2305267"/>
                <a:ext cx="243127" cy="191865"/>
              </a:xfrm>
              <a:custGeom>
                <a:rect b="b" l="l" r="r" t="t"/>
                <a:pathLst>
                  <a:path extrusionOk="0" h="1048" w="1328">
                    <a:moveTo>
                      <a:pt x="484" y="1"/>
                    </a:moveTo>
                    <a:lnTo>
                      <a:pt x="1" y="282"/>
                    </a:lnTo>
                    <a:lnTo>
                      <a:pt x="360" y="1047"/>
                    </a:lnTo>
                    <a:lnTo>
                      <a:pt x="1328" y="485"/>
                    </a:lnTo>
                    <a:lnTo>
                      <a:pt x="484" y="1"/>
                    </a:lnTo>
                    <a:close/>
                  </a:path>
                </a:pathLst>
              </a:custGeom>
              <a:solidFill>
                <a:srgbClr val="F5F5F5">
                  <a:alpha val="6398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07" name="Google Shape;907;p30"/>
              <p:cNvSpPr/>
              <p:nvPr/>
            </p:nvSpPr>
            <p:spPr>
              <a:xfrm>
                <a:off x="5727497" y="2328700"/>
                <a:ext cx="280292" cy="309035"/>
              </a:xfrm>
              <a:custGeom>
                <a:rect b="b" l="l" r="r" t="t"/>
                <a:pathLst>
                  <a:path extrusionOk="0" h="1688" w="1531">
                    <a:moveTo>
                      <a:pt x="687" y="0"/>
                    </a:moveTo>
                    <a:lnTo>
                      <a:pt x="0" y="1200"/>
                    </a:lnTo>
                    <a:lnTo>
                      <a:pt x="844" y="1688"/>
                    </a:lnTo>
                    <a:lnTo>
                      <a:pt x="1530" y="499"/>
                    </a:lnTo>
                    <a:lnTo>
                      <a:pt x="687" y="0"/>
                    </a:lnTo>
                    <a:close/>
                  </a:path>
                </a:pathLst>
              </a:custGeom>
              <a:solidFill>
                <a:srgbClr val="F5F5F5">
                  <a:alpha val="3416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908" name="Google Shape;908;p30"/>
            <p:cNvGrpSpPr/>
            <p:nvPr/>
          </p:nvGrpSpPr>
          <p:grpSpPr>
            <a:xfrm>
              <a:off x="451639" y="539436"/>
              <a:ext cx="323272" cy="302169"/>
              <a:chOff x="5424136" y="2234050"/>
              <a:chExt cx="1184145" cy="1107253"/>
            </a:xfrm>
          </p:grpSpPr>
          <p:sp>
            <p:nvSpPr>
              <p:cNvPr id="909" name="Google Shape;909;p30"/>
              <p:cNvSpPr/>
              <p:nvPr/>
            </p:nvSpPr>
            <p:spPr>
              <a:xfrm>
                <a:off x="5424136" y="2234050"/>
                <a:ext cx="1184145" cy="1107253"/>
              </a:xfrm>
              <a:custGeom>
                <a:rect b="b" l="l" r="r" t="t"/>
                <a:pathLst>
                  <a:path extrusionOk="0" h="6048" w="6468">
                    <a:moveTo>
                      <a:pt x="3300" y="0"/>
                    </a:moveTo>
                    <a:lnTo>
                      <a:pt x="2377" y="532"/>
                    </a:lnTo>
                    <a:lnTo>
                      <a:pt x="1657" y="1717"/>
                    </a:lnTo>
                    <a:lnTo>
                      <a:pt x="1672" y="2280"/>
                    </a:lnTo>
                    <a:lnTo>
                      <a:pt x="705" y="2812"/>
                    </a:lnTo>
                    <a:lnTo>
                      <a:pt x="0" y="4031"/>
                    </a:lnTo>
                    <a:lnTo>
                      <a:pt x="0" y="5156"/>
                    </a:lnTo>
                    <a:lnTo>
                      <a:pt x="1519" y="6048"/>
                    </a:lnTo>
                    <a:lnTo>
                      <a:pt x="5797" y="3577"/>
                    </a:lnTo>
                    <a:lnTo>
                      <a:pt x="6468" y="2392"/>
                    </a:lnTo>
                    <a:lnTo>
                      <a:pt x="6468" y="1282"/>
                    </a:lnTo>
                    <a:lnTo>
                      <a:pt x="4953" y="390"/>
                    </a:lnTo>
                    <a:lnTo>
                      <a:pt x="4470" y="671"/>
                    </a:lnTo>
                    <a:lnTo>
                      <a:pt x="3300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10" name="Google Shape;910;p30"/>
              <p:cNvSpPr/>
              <p:nvPr/>
            </p:nvSpPr>
            <p:spPr>
              <a:xfrm>
                <a:off x="5850342" y="2234050"/>
                <a:ext cx="332469" cy="191682"/>
              </a:xfrm>
              <a:custGeom>
                <a:rect b="b" l="l" r="r" t="t"/>
                <a:pathLst>
                  <a:path extrusionOk="0" h="1047" w="1816">
                    <a:moveTo>
                      <a:pt x="972" y="0"/>
                    </a:moveTo>
                    <a:lnTo>
                      <a:pt x="1" y="562"/>
                    </a:lnTo>
                    <a:lnTo>
                      <a:pt x="844" y="1046"/>
                    </a:lnTo>
                    <a:lnTo>
                      <a:pt x="1815" y="484"/>
                    </a:lnTo>
                    <a:lnTo>
                      <a:pt x="972" y="0"/>
                    </a:lnTo>
                    <a:close/>
                  </a:path>
                </a:pathLst>
              </a:custGeom>
              <a:solidFill>
                <a:srgbClr val="F5F5F5">
                  <a:alpha val="6398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11" name="Google Shape;911;p30"/>
              <p:cNvSpPr/>
              <p:nvPr/>
            </p:nvSpPr>
            <p:spPr>
              <a:xfrm>
                <a:off x="5553206" y="2651281"/>
                <a:ext cx="328990" cy="192414"/>
              </a:xfrm>
              <a:custGeom>
                <a:rect b="b" l="l" r="r" t="t"/>
                <a:pathLst>
                  <a:path extrusionOk="0" h="1051" w="1797">
                    <a:moveTo>
                      <a:pt x="967" y="1"/>
                    </a:moveTo>
                    <a:lnTo>
                      <a:pt x="0" y="533"/>
                    </a:lnTo>
                    <a:lnTo>
                      <a:pt x="829" y="1051"/>
                    </a:lnTo>
                    <a:lnTo>
                      <a:pt x="1796" y="488"/>
                    </a:lnTo>
                    <a:lnTo>
                      <a:pt x="967" y="1"/>
                    </a:lnTo>
                    <a:close/>
                  </a:path>
                </a:pathLst>
              </a:custGeom>
              <a:solidFill>
                <a:srgbClr val="F5F5F5">
                  <a:alpha val="6398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12" name="Google Shape;912;p30"/>
              <p:cNvSpPr/>
              <p:nvPr/>
            </p:nvSpPr>
            <p:spPr>
              <a:xfrm>
                <a:off x="5424136" y="2748861"/>
                <a:ext cx="280841" cy="311781"/>
              </a:xfrm>
              <a:custGeom>
                <a:rect b="b" l="l" r="r" t="t"/>
                <a:pathLst>
                  <a:path extrusionOk="0" h="1703" w="1534">
                    <a:moveTo>
                      <a:pt x="705" y="0"/>
                    </a:moveTo>
                    <a:lnTo>
                      <a:pt x="0" y="1219"/>
                    </a:lnTo>
                    <a:lnTo>
                      <a:pt x="844" y="1702"/>
                    </a:lnTo>
                    <a:lnTo>
                      <a:pt x="1534" y="518"/>
                    </a:lnTo>
                    <a:lnTo>
                      <a:pt x="705" y="0"/>
                    </a:lnTo>
                    <a:close/>
                  </a:path>
                </a:pathLst>
              </a:custGeom>
              <a:solidFill>
                <a:srgbClr val="F5F5F5">
                  <a:alpha val="3416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13" name="Google Shape;913;p30"/>
              <p:cNvSpPr/>
              <p:nvPr/>
            </p:nvSpPr>
            <p:spPr>
              <a:xfrm>
                <a:off x="5727497" y="2548392"/>
                <a:ext cx="154700" cy="192414"/>
              </a:xfrm>
              <a:custGeom>
                <a:rect b="b" l="l" r="r" t="t"/>
                <a:pathLst>
                  <a:path extrusionOk="0" h="1051" w="845">
                    <a:moveTo>
                      <a:pt x="0" y="0"/>
                    </a:moveTo>
                    <a:lnTo>
                      <a:pt x="0" y="563"/>
                    </a:lnTo>
                    <a:lnTo>
                      <a:pt x="844" y="1050"/>
                    </a:lnTo>
                    <a:lnTo>
                      <a:pt x="844" y="48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5F5F5">
                  <a:alpha val="3416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14" name="Google Shape;914;p30"/>
              <p:cNvSpPr/>
              <p:nvPr/>
            </p:nvSpPr>
            <p:spPr>
              <a:xfrm>
                <a:off x="5424136" y="2971848"/>
                <a:ext cx="154517" cy="294755"/>
              </a:xfrm>
              <a:custGeom>
                <a:rect b="b" l="l" r="r" t="t"/>
                <a:pathLst>
                  <a:path extrusionOk="0" h="1610" w="844">
                    <a:moveTo>
                      <a:pt x="0" y="1"/>
                    </a:moveTo>
                    <a:lnTo>
                      <a:pt x="0" y="1126"/>
                    </a:lnTo>
                    <a:lnTo>
                      <a:pt x="844" y="1609"/>
                    </a:lnTo>
                    <a:lnTo>
                      <a:pt x="844" y="484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F5F5F5">
                  <a:alpha val="6398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15" name="Google Shape;915;p30"/>
              <p:cNvSpPr/>
              <p:nvPr/>
            </p:nvSpPr>
            <p:spPr>
              <a:xfrm>
                <a:off x="6242312" y="2305267"/>
                <a:ext cx="243127" cy="191865"/>
              </a:xfrm>
              <a:custGeom>
                <a:rect b="b" l="l" r="r" t="t"/>
                <a:pathLst>
                  <a:path extrusionOk="0" h="1048" w="1328">
                    <a:moveTo>
                      <a:pt x="484" y="1"/>
                    </a:moveTo>
                    <a:lnTo>
                      <a:pt x="1" y="282"/>
                    </a:lnTo>
                    <a:lnTo>
                      <a:pt x="360" y="1047"/>
                    </a:lnTo>
                    <a:lnTo>
                      <a:pt x="1328" y="485"/>
                    </a:lnTo>
                    <a:lnTo>
                      <a:pt x="484" y="1"/>
                    </a:lnTo>
                    <a:close/>
                  </a:path>
                </a:pathLst>
              </a:custGeom>
              <a:solidFill>
                <a:srgbClr val="F5F5F5">
                  <a:alpha val="6398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16" name="Google Shape;916;p30"/>
              <p:cNvSpPr/>
              <p:nvPr/>
            </p:nvSpPr>
            <p:spPr>
              <a:xfrm>
                <a:off x="5727497" y="2328700"/>
                <a:ext cx="280292" cy="309035"/>
              </a:xfrm>
              <a:custGeom>
                <a:rect b="b" l="l" r="r" t="t"/>
                <a:pathLst>
                  <a:path extrusionOk="0" h="1688" w="1531">
                    <a:moveTo>
                      <a:pt x="687" y="0"/>
                    </a:moveTo>
                    <a:lnTo>
                      <a:pt x="0" y="1200"/>
                    </a:lnTo>
                    <a:lnTo>
                      <a:pt x="844" y="1688"/>
                    </a:lnTo>
                    <a:lnTo>
                      <a:pt x="1530" y="499"/>
                    </a:lnTo>
                    <a:lnTo>
                      <a:pt x="687" y="0"/>
                    </a:lnTo>
                    <a:close/>
                  </a:path>
                </a:pathLst>
              </a:custGeom>
              <a:solidFill>
                <a:srgbClr val="F5F5F5">
                  <a:alpha val="3416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917" name="Google Shape;917;p30"/>
          <p:cNvGrpSpPr/>
          <p:nvPr/>
        </p:nvGrpSpPr>
        <p:grpSpPr>
          <a:xfrm>
            <a:off x="8493624" y="3862232"/>
            <a:ext cx="314144" cy="1183135"/>
            <a:chOff x="8297005" y="513279"/>
            <a:chExt cx="159084" cy="599177"/>
          </a:xfrm>
        </p:grpSpPr>
        <p:sp>
          <p:nvSpPr>
            <p:cNvPr id="918" name="Google Shape;918;p30"/>
            <p:cNvSpPr/>
            <p:nvPr/>
          </p:nvSpPr>
          <p:spPr>
            <a:xfrm>
              <a:off x="8388526" y="1082678"/>
              <a:ext cx="42392" cy="29778"/>
            </a:xfrm>
            <a:custGeom>
              <a:rect b="b" l="l" r="r" t="t"/>
              <a:pathLst>
                <a:path extrusionOk="0" h="517" w="736">
                  <a:moveTo>
                    <a:pt x="735" y="1"/>
                  </a:moveTo>
                  <a:lnTo>
                    <a:pt x="1" y="216"/>
                  </a:lnTo>
                  <a:lnTo>
                    <a:pt x="194" y="517"/>
                  </a:lnTo>
                  <a:lnTo>
                    <a:pt x="735" y="190"/>
                  </a:lnTo>
                  <a:lnTo>
                    <a:pt x="735" y="1"/>
                  </a:lnTo>
                  <a:close/>
                </a:path>
              </a:pathLst>
            </a:custGeom>
            <a:solidFill>
              <a:srgbClr val="87878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9" name="Google Shape;919;p30"/>
            <p:cNvSpPr/>
            <p:nvPr/>
          </p:nvSpPr>
          <p:spPr>
            <a:xfrm>
              <a:off x="8322751" y="1038732"/>
              <a:ext cx="108168" cy="62090"/>
            </a:xfrm>
            <a:custGeom>
              <a:rect b="b" l="l" r="r" t="t"/>
              <a:pathLst>
                <a:path extrusionOk="0" h="1078" w="1878">
                  <a:moveTo>
                    <a:pt x="546" y="0"/>
                  </a:moveTo>
                  <a:lnTo>
                    <a:pt x="1" y="314"/>
                  </a:lnTo>
                  <a:lnTo>
                    <a:pt x="1" y="764"/>
                  </a:lnTo>
                  <a:lnTo>
                    <a:pt x="546" y="1077"/>
                  </a:lnTo>
                  <a:lnTo>
                    <a:pt x="1336" y="1077"/>
                  </a:lnTo>
                  <a:lnTo>
                    <a:pt x="1877" y="764"/>
                  </a:lnTo>
                  <a:lnTo>
                    <a:pt x="1877" y="314"/>
                  </a:lnTo>
                  <a:lnTo>
                    <a:pt x="1336" y="0"/>
                  </a:lnTo>
                  <a:close/>
                </a:path>
              </a:pathLst>
            </a:custGeom>
            <a:solidFill>
              <a:srgbClr val="F5F5F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0" name="Google Shape;920;p30"/>
            <p:cNvSpPr/>
            <p:nvPr/>
          </p:nvSpPr>
          <p:spPr>
            <a:xfrm>
              <a:off x="8339281" y="1047372"/>
              <a:ext cx="75280" cy="21311"/>
            </a:xfrm>
            <a:custGeom>
              <a:rect b="b" l="l" r="r" t="t"/>
              <a:pathLst>
                <a:path extrusionOk="0" h="370" w="1307">
                  <a:moveTo>
                    <a:pt x="379" y="0"/>
                  </a:moveTo>
                  <a:lnTo>
                    <a:pt x="1" y="219"/>
                  </a:lnTo>
                  <a:lnTo>
                    <a:pt x="1" y="369"/>
                  </a:lnTo>
                  <a:lnTo>
                    <a:pt x="1306" y="369"/>
                  </a:lnTo>
                  <a:lnTo>
                    <a:pt x="1306" y="219"/>
                  </a:lnTo>
                  <a:lnTo>
                    <a:pt x="924" y="0"/>
                  </a:lnTo>
                  <a:close/>
                </a:path>
              </a:pathLst>
            </a:custGeom>
            <a:solidFill>
              <a:srgbClr val="A39C9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1" name="Google Shape;921;p30"/>
            <p:cNvSpPr/>
            <p:nvPr/>
          </p:nvSpPr>
          <p:spPr>
            <a:xfrm>
              <a:off x="8339281" y="1056011"/>
              <a:ext cx="75280" cy="34443"/>
            </a:xfrm>
            <a:custGeom>
              <a:rect b="b" l="l" r="r" t="t"/>
              <a:pathLst>
                <a:path extrusionOk="0" h="598" w="1307">
                  <a:moveTo>
                    <a:pt x="379" y="0"/>
                  </a:moveTo>
                  <a:lnTo>
                    <a:pt x="1" y="219"/>
                  </a:lnTo>
                  <a:lnTo>
                    <a:pt x="1" y="382"/>
                  </a:lnTo>
                  <a:lnTo>
                    <a:pt x="379" y="598"/>
                  </a:lnTo>
                  <a:lnTo>
                    <a:pt x="924" y="598"/>
                  </a:lnTo>
                  <a:lnTo>
                    <a:pt x="1306" y="382"/>
                  </a:lnTo>
                  <a:lnTo>
                    <a:pt x="1306" y="219"/>
                  </a:lnTo>
                  <a:lnTo>
                    <a:pt x="924" y="0"/>
                  </a:lnTo>
                  <a:close/>
                </a:path>
              </a:pathLst>
            </a:custGeom>
            <a:solidFill>
              <a:srgbClr val="5E443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2" name="Google Shape;922;p30"/>
            <p:cNvSpPr/>
            <p:nvPr/>
          </p:nvSpPr>
          <p:spPr>
            <a:xfrm>
              <a:off x="8350224" y="1100764"/>
              <a:ext cx="49476" cy="11692"/>
            </a:xfrm>
            <a:custGeom>
              <a:rect b="b" l="l" r="r" t="t"/>
              <a:pathLst>
                <a:path extrusionOk="0" h="203" w="859">
                  <a:moveTo>
                    <a:pt x="69" y="0"/>
                  </a:moveTo>
                  <a:lnTo>
                    <a:pt x="0" y="26"/>
                  </a:lnTo>
                  <a:lnTo>
                    <a:pt x="69" y="203"/>
                  </a:lnTo>
                  <a:lnTo>
                    <a:pt x="859" y="203"/>
                  </a:lnTo>
                  <a:lnTo>
                    <a:pt x="859" y="0"/>
                  </a:lnTo>
                  <a:close/>
                </a:path>
              </a:pathLst>
            </a:custGeom>
            <a:solidFill>
              <a:srgbClr val="87878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3" name="Google Shape;923;p30"/>
            <p:cNvSpPr/>
            <p:nvPr/>
          </p:nvSpPr>
          <p:spPr>
            <a:xfrm>
              <a:off x="8322751" y="1082678"/>
              <a:ext cx="31448" cy="29778"/>
            </a:xfrm>
            <a:custGeom>
              <a:rect b="b" l="l" r="r" t="t"/>
              <a:pathLst>
                <a:path extrusionOk="0" h="517" w="546">
                  <a:moveTo>
                    <a:pt x="1" y="1"/>
                  </a:moveTo>
                  <a:lnTo>
                    <a:pt x="1" y="190"/>
                  </a:lnTo>
                  <a:lnTo>
                    <a:pt x="546" y="517"/>
                  </a:lnTo>
                  <a:lnTo>
                    <a:pt x="546" y="314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87878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4" name="Google Shape;924;p30"/>
            <p:cNvSpPr/>
            <p:nvPr/>
          </p:nvSpPr>
          <p:spPr>
            <a:xfrm>
              <a:off x="8331390" y="1043397"/>
              <a:ext cx="90889" cy="51780"/>
            </a:xfrm>
            <a:custGeom>
              <a:rect b="b" l="l" r="r" t="t"/>
              <a:pathLst>
                <a:path extrusionOk="0" h="899" w="1578">
                  <a:moveTo>
                    <a:pt x="464" y="1"/>
                  </a:moveTo>
                  <a:lnTo>
                    <a:pt x="1" y="262"/>
                  </a:lnTo>
                  <a:lnTo>
                    <a:pt x="1" y="641"/>
                  </a:lnTo>
                  <a:lnTo>
                    <a:pt x="464" y="898"/>
                  </a:lnTo>
                  <a:lnTo>
                    <a:pt x="1117" y="898"/>
                  </a:lnTo>
                  <a:lnTo>
                    <a:pt x="1577" y="641"/>
                  </a:lnTo>
                  <a:lnTo>
                    <a:pt x="1577" y="262"/>
                  </a:lnTo>
                  <a:lnTo>
                    <a:pt x="1117" y="1"/>
                  </a:lnTo>
                  <a:close/>
                </a:path>
              </a:pathLst>
            </a:custGeom>
            <a:solidFill>
              <a:srgbClr val="2D2C3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5" name="Google Shape;925;p30"/>
            <p:cNvSpPr/>
            <p:nvPr/>
          </p:nvSpPr>
          <p:spPr>
            <a:xfrm>
              <a:off x="8372169" y="968234"/>
              <a:ext cx="9504" cy="120724"/>
            </a:xfrm>
            <a:custGeom>
              <a:rect b="b" l="l" r="r" t="t"/>
              <a:pathLst>
                <a:path extrusionOk="0" h="2096" w="165">
                  <a:moveTo>
                    <a:pt x="1" y="0"/>
                  </a:moveTo>
                  <a:lnTo>
                    <a:pt x="1" y="2096"/>
                  </a:lnTo>
                  <a:lnTo>
                    <a:pt x="164" y="2096"/>
                  </a:lnTo>
                  <a:lnTo>
                    <a:pt x="164" y="0"/>
                  </a:lnTo>
                  <a:close/>
                </a:path>
              </a:pathLst>
            </a:custGeom>
            <a:solidFill>
              <a:srgbClr val="50505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6" name="Google Shape;926;p30"/>
            <p:cNvSpPr/>
            <p:nvPr/>
          </p:nvSpPr>
          <p:spPr>
            <a:xfrm>
              <a:off x="8381614" y="964433"/>
              <a:ext cx="6969" cy="124526"/>
            </a:xfrm>
            <a:custGeom>
              <a:rect b="b" l="l" r="r" t="t"/>
              <a:pathLst>
                <a:path extrusionOk="0" h="2162" w="121">
                  <a:moveTo>
                    <a:pt x="121" y="1"/>
                  </a:moveTo>
                  <a:lnTo>
                    <a:pt x="0" y="66"/>
                  </a:lnTo>
                  <a:lnTo>
                    <a:pt x="0" y="2162"/>
                  </a:lnTo>
                  <a:lnTo>
                    <a:pt x="121" y="2093"/>
                  </a:lnTo>
                  <a:lnTo>
                    <a:pt x="121" y="1"/>
                  </a:lnTo>
                  <a:close/>
                </a:path>
              </a:pathLst>
            </a:custGeom>
            <a:solidFill>
              <a:srgbClr val="50505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7" name="Google Shape;927;p30"/>
            <p:cNvSpPr/>
            <p:nvPr/>
          </p:nvSpPr>
          <p:spPr>
            <a:xfrm>
              <a:off x="8365027" y="964433"/>
              <a:ext cx="7200" cy="124526"/>
            </a:xfrm>
            <a:custGeom>
              <a:rect b="b" l="l" r="r" t="t"/>
              <a:pathLst>
                <a:path extrusionOk="0" h="2162" w="125">
                  <a:moveTo>
                    <a:pt x="1" y="1"/>
                  </a:moveTo>
                  <a:lnTo>
                    <a:pt x="1" y="2093"/>
                  </a:lnTo>
                  <a:lnTo>
                    <a:pt x="125" y="2162"/>
                  </a:lnTo>
                  <a:lnTo>
                    <a:pt x="125" y="66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50505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8" name="Google Shape;928;p30"/>
            <p:cNvSpPr/>
            <p:nvPr/>
          </p:nvSpPr>
          <p:spPr>
            <a:xfrm>
              <a:off x="8365027" y="955044"/>
              <a:ext cx="23557" cy="13247"/>
            </a:xfrm>
            <a:custGeom>
              <a:rect b="b" l="l" r="r" t="t"/>
              <a:pathLst>
                <a:path extrusionOk="0" h="230" w="409">
                  <a:moveTo>
                    <a:pt x="125" y="1"/>
                  </a:moveTo>
                  <a:lnTo>
                    <a:pt x="1" y="66"/>
                  </a:lnTo>
                  <a:lnTo>
                    <a:pt x="1" y="164"/>
                  </a:lnTo>
                  <a:lnTo>
                    <a:pt x="125" y="229"/>
                  </a:lnTo>
                  <a:lnTo>
                    <a:pt x="288" y="229"/>
                  </a:lnTo>
                  <a:lnTo>
                    <a:pt x="409" y="164"/>
                  </a:lnTo>
                  <a:lnTo>
                    <a:pt x="409" y="66"/>
                  </a:lnTo>
                  <a:lnTo>
                    <a:pt x="288" y="1"/>
                  </a:lnTo>
                  <a:close/>
                </a:path>
              </a:pathLst>
            </a:custGeom>
            <a:solidFill>
              <a:srgbClr val="50505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9" name="Google Shape;929;p30"/>
            <p:cNvSpPr/>
            <p:nvPr/>
          </p:nvSpPr>
          <p:spPr>
            <a:xfrm>
              <a:off x="8297005" y="513279"/>
              <a:ext cx="159084" cy="470053"/>
            </a:xfrm>
            <a:custGeom>
              <a:rect b="b" l="l" r="r" t="t"/>
              <a:pathLst>
                <a:path extrusionOk="0" h="8161" w="2762">
                  <a:moveTo>
                    <a:pt x="1388" y="0"/>
                  </a:moveTo>
                  <a:lnTo>
                    <a:pt x="0" y="7031"/>
                  </a:lnTo>
                  <a:lnTo>
                    <a:pt x="0" y="7684"/>
                  </a:lnTo>
                  <a:lnTo>
                    <a:pt x="816" y="8160"/>
                  </a:lnTo>
                  <a:lnTo>
                    <a:pt x="1959" y="8160"/>
                  </a:lnTo>
                  <a:lnTo>
                    <a:pt x="2762" y="7684"/>
                  </a:lnTo>
                  <a:lnTo>
                    <a:pt x="2762" y="7031"/>
                  </a:lnTo>
                  <a:lnTo>
                    <a:pt x="1388" y="0"/>
                  </a:lnTo>
                  <a:close/>
                </a:path>
              </a:pathLst>
            </a:custGeom>
            <a:solidFill>
              <a:srgbClr val="7FA31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0" name="Google Shape;930;p30"/>
            <p:cNvSpPr/>
            <p:nvPr/>
          </p:nvSpPr>
          <p:spPr>
            <a:xfrm>
              <a:off x="8344004" y="513279"/>
              <a:ext cx="112085" cy="470053"/>
            </a:xfrm>
            <a:custGeom>
              <a:rect b="b" l="l" r="r" t="t"/>
              <a:pathLst>
                <a:path extrusionOk="0" h="8161" w="1946">
                  <a:moveTo>
                    <a:pt x="572" y="0"/>
                  </a:moveTo>
                  <a:lnTo>
                    <a:pt x="0" y="8160"/>
                  </a:lnTo>
                  <a:lnTo>
                    <a:pt x="1143" y="8160"/>
                  </a:lnTo>
                  <a:lnTo>
                    <a:pt x="1946" y="7684"/>
                  </a:lnTo>
                  <a:lnTo>
                    <a:pt x="1946" y="7031"/>
                  </a:lnTo>
                  <a:lnTo>
                    <a:pt x="572" y="0"/>
                  </a:lnTo>
                  <a:close/>
                </a:path>
              </a:pathLst>
            </a:custGeom>
            <a:solidFill>
              <a:srgbClr val="2D2C37">
                <a:alpha val="3354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931" name="Google Shape;931;p30"/>
          <p:cNvGrpSpPr/>
          <p:nvPr/>
        </p:nvGrpSpPr>
        <p:grpSpPr>
          <a:xfrm>
            <a:off x="8173612" y="4641031"/>
            <a:ext cx="283952" cy="404337"/>
            <a:chOff x="6191950" y="4314625"/>
            <a:chExt cx="330100" cy="470050"/>
          </a:xfrm>
        </p:grpSpPr>
        <p:sp>
          <p:nvSpPr>
            <p:cNvPr id="932" name="Google Shape;932;p30"/>
            <p:cNvSpPr/>
            <p:nvPr/>
          </p:nvSpPr>
          <p:spPr>
            <a:xfrm>
              <a:off x="6191950" y="4601275"/>
              <a:ext cx="330100" cy="183400"/>
            </a:xfrm>
            <a:custGeom>
              <a:rect b="b" l="l" r="r" t="t"/>
              <a:pathLst>
                <a:path extrusionOk="0" h="7336" w="13204">
                  <a:moveTo>
                    <a:pt x="6664" y="1"/>
                  </a:moveTo>
                  <a:cubicBezTo>
                    <a:pt x="6066" y="1"/>
                    <a:pt x="5439" y="145"/>
                    <a:pt x="4949" y="427"/>
                  </a:cubicBezTo>
                  <a:lnTo>
                    <a:pt x="993" y="2711"/>
                  </a:lnTo>
                  <a:cubicBezTo>
                    <a:pt x="95" y="3230"/>
                    <a:pt x="1" y="4017"/>
                    <a:pt x="774" y="4467"/>
                  </a:cubicBezTo>
                  <a:lnTo>
                    <a:pt x="5207" y="7036"/>
                  </a:lnTo>
                  <a:cubicBezTo>
                    <a:pt x="5555" y="7238"/>
                    <a:pt x="6023" y="7336"/>
                    <a:pt x="6514" y="7336"/>
                  </a:cubicBezTo>
                  <a:cubicBezTo>
                    <a:pt x="7119" y="7336"/>
                    <a:pt x="7760" y="7187"/>
                    <a:pt x="8256" y="6902"/>
                  </a:cubicBezTo>
                  <a:lnTo>
                    <a:pt x="12212" y="4618"/>
                  </a:lnTo>
                  <a:cubicBezTo>
                    <a:pt x="13109" y="4099"/>
                    <a:pt x="13204" y="3312"/>
                    <a:pt x="12430" y="2862"/>
                  </a:cubicBezTo>
                  <a:lnTo>
                    <a:pt x="7998" y="306"/>
                  </a:lnTo>
                  <a:cubicBezTo>
                    <a:pt x="7639" y="101"/>
                    <a:pt x="7162" y="1"/>
                    <a:pt x="6664" y="1"/>
                  </a:cubicBezTo>
                  <a:close/>
                </a:path>
              </a:pathLst>
            </a:custGeom>
            <a:solidFill>
              <a:srgbClr val="87878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3" name="Google Shape;933;p30"/>
            <p:cNvSpPr/>
            <p:nvPr/>
          </p:nvSpPr>
          <p:spPr>
            <a:xfrm>
              <a:off x="6191950" y="4593500"/>
              <a:ext cx="330100" cy="183500"/>
            </a:xfrm>
            <a:custGeom>
              <a:rect b="b" l="l" r="r" t="t"/>
              <a:pathLst>
                <a:path extrusionOk="0" h="7340" w="13204">
                  <a:moveTo>
                    <a:pt x="6664" y="0"/>
                  </a:moveTo>
                  <a:cubicBezTo>
                    <a:pt x="6066" y="0"/>
                    <a:pt x="5439" y="144"/>
                    <a:pt x="4949" y="428"/>
                  </a:cubicBezTo>
                  <a:lnTo>
                    <a:pt x="2462" y="1867"/>
                  </a:lnTo>
                  <a:lnTo>
                    <a:pt x="993" y="2725"/>
                  </a:lnTo>
                  <a:cubicBezTo>
                    <a:pt x="95" y="3241"/>
                    <a:pt x="1" y="4031"/>
                    <a:pt x="774" y="4478"/>
                  </a:cubicBezTo>
                  <a:lnTo>
                    <a:pt x="2759" y="5621"/>
                  </a:lnTo>
                  <a:lnTo>
                    <a:pt x="5207" y="7037"/>
                  </a:lnTo>
                  <a:cubicBezTo>
                    <a:pt x="5559" y="7240"/>
                    <a:pt x="6034" y="7339"/>
                    <a:pt x="6532" y="7339"/>
                  </a:cubicBezTo>
                  <a:cubicBezTo>
                    <a:pt x="7132" y="7339"/>
                    <a:pt x="7765" y="7195"/>
                    <a:pt x="8256" y="6913"/>
                  </a:cubicBezTo>
                  <a:lnTo>
                    <a:pt x="12212" y="4628"/>
                  </a:lnTo>
                  <a:cubicBezTo>
                    <a:pt x="13109" y="4113"/>
                    <a:pt x="13204" y="3323"/>
                    <a:pt x="12430" y="2876"/>
                  </a:cubicBezTo>
                  <a:lnTo>
                    <a:pt x="7998" y="303"/>
                  </a:lnTo>
                  <a:cubicBezTo>
                    <a:pt x="7639" y="100"/>
                    <a:pt x="7162" y="0"/>
                    <a:pt x="6664" y="0"/>
                  </a:cubicBezTo>
                  <a:close/>
                </a:path>
              </a:pathLst>
            </a:custGeom>
            <a:solidFill>
              <a:srgbClr val="2D2C3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4" name="Google Shape;934;p30"/>
            <p:cNvSpPr/>
            <p:nvPr/>
          </p:nvSpPr>
          <p:spPr>
            <a:xfrm>
              <a:off x="6248675" y="4639175"/>
              <a:ext cx="218300" cy="105225"/>
            </a:xfrm>
            <a:custGeom>
              <a:rect b="b" l="l" r="r" t="t"/>
              <a:pathLst>
                <a:path extrusionOk="0" h="4209" w="8732">
                  <a:moveTo>
                    <a:pt x="914" y="1"/>
                  </a:moveTo>
                  <a:lnTo>
                    <a:pt x="111" y="1130"/>
                  </a:lnTo>
                  <a:cubicBezTo>
                    <a:pt x="43" y="1319"/>
                    <a:pt x="0" y="1509"/>
                    <a:pt x="0" y="1701"/>
                  </a:cubicBezTo>
                  <a:cubicBezTo>
                    <a:pt x="0" y="2204"/>
                    <a:pt x="275" y="2720"/>
                    <a:pt x="803" y="3154"/>
                  </a:cubicBezTo>
                  <a:cubicBezTo>
                    <a:pt x="846" y="3183"/>
                    <a:pt x="885" y="3209"/>
                    <a:pt x="927" y="3235"/>
                  </a:cubicBezTo>
                  <a:cubicBezTo>
                    <a:pt x="1035" y="3317"/>
                    <a:pt x="1159" y="3399"/>
                    <a:pt x="1280" y="3467"/>
                  </a:cubicBezTo>
                  <a:cubicBezTo>
                    <a:pt x="2136" y="3960"/>
                    <a:pt x="3253" y="4208"/>
                    <a:pt x="4367" y="4208"/>
                  </a:cubicBezTo>
                  <a:cubicBezTo>
                    <a:pt x="5466" y="4208"/>
                    <a:pt x="6562" y="3967"/>
                    <a:pt x="7400" y="3480"/>
                  </a:cubicBezTo>
                  <a:cubicBezTo>
                    <a:pt x="8311" y="2951"/>
                    <a:pt x="8732" y="2243"/>
                    <a:pt x="8650" y="1564"/>
                  </a:cubicBezTo>
                  <a:lnTo>
                    <a:pt x="8666" y="1551"/>
                  </a:lnTo>
                  <a:lnTo>
                    <a:pt x="8650" y="1509"/>
                  </a:lnTo>
                  <a:cubicBezTo>
                    <a:pt x="8611" y="1319"/>
                    <a:pt x="8542" y="1130"/>
                    <a:pt x="8448" y="938"/>
                  </a:cubicBezTo>
                  <a:lnTo>
                    <a:pt x="7752" y="40"/>
                  </a:lnTo>
                  <a:lnTo>
                    <a:pt x="1714" y="1"/>
                  </a:lnTo>
                  <a:close/>
                </a:path>
              </a:pathLst>
            </a:custGeom>
            <a:solidFill>
              <a:srgbClr val="E7363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5" name="Google Shape;935;p30"/>
            <p:cNvSpPr/>
            <p:nvPr/>
          </p:nvSpPr>
          <p:spPr>
            <a:xfrm>
              <a:off x="6248675" y="4678925"/>
              <a:ext cx="217650" cy="65475"/>
            </a:xfrm>
            <a:custGeom>
              <a:rect b="b" l="l" r="r" t="t"/>
              <a:pathLst>
                <a:path extrusionOk="0" h="2619" w="8706">
                  <a:moveTo>
                    <a:pt x="17" y="0"/>
                  </a:moveTo>
                  <a:cubicBezTo>
                    <a:pt x="17" y="43"/>
                    <a:pt x="0" y="69"/>
                    <a:pt x="0" y="111"/>
                  </a:cubicBezTo>
                  <a:cubicBezTo>
                    <a:pt x="0" y="614"/>
                    <a:pt x="275" y="1130"/>
                    <a:pt x="803" y="1564"/>
                  </a:cubicBezTo>
                  <a:cubicBezTo>
                    <a:pt x="846" y="1593"/>
                    <a:pt x="885" y="1619"/>
                    <a:pt x="927" y="1645"/>
                  </a:cubicBezTo>
                  <a:cubicBezTo>
                    <a:pt x="1035" y="1727"/>
                    <a:pt x="1159" y="1809"/>
                    <a:pt x="1280" y="1877"/>
                  </a:cubicBezTo>
                  <a:cubicBezTo>
                    <a:pt x="2136" y="2370"/>
                    <a:pt x="3253" y="2618"/>
                    <a:pt x="4367" y="2618"/>
                  </a:cubicBezTo>
                  <a:cubicBezTo>
                    <a:pt x="5466" y="2618"/>
                    <a:pt x="6562" y="2377"/>
                    <a:pt x="7400" y="1890"/>
                  </a:cubicBezTo>
                  <a:cubicBezTo>
                    <a:pt x="8298" y="1375"/>
                    <a:pt x="8706" y="696"/>
                    <a:pt x="8650" y="13"/>
                  </a:cubicBezTo>
                  <a:lnTo>
                    <a:pt x="8650" y="13"/>
                  </a:lnTo>
                  <a:cubicBezTo>
                    <a:pt x="8598" y="614"/>
                    <a:pt x="8190" y="1198"/>
                    <a:pt x="7400" y="1645"/>
                  </a:cubicBezTo>
                  <a:cubicBezTo>
                    <a:pt x="6556" y="2135"/>
                    <a:pt x="5451" y="2380"/>
                    <a:pt x="4345" y="2380"/>
                  </a:cubicBezTo>
                  <a:cubicBezTo>
                    <a:pt x="3238" y="2380"/>
                    <a:pt x="2130" y="2135"/>
                    <a:pt x="1280" y="1645"/>
                  </a:cubicBezTo>
                  <a:cubicBezTo>
                    <a:pt x="1159" y="1564"/>
                    <a:pt x="1035" y="1499"/>
                    <a:pt x="927" y="1417"/>
                  </a:cubicBezTo>
                  <a:cubicBezTo>
                    <a:pt x="885" y="1388"/>
                    <a:pt x="846" y="1348"/>
                    <a:pt x="803" y="1319"/>
                  </a:cubicBezTo>
                  <a:cubicBezTo>
                    <a:pt x="327" y="927"/>
                    <a:pt x="56" y="464"/>
                    <a:pt x="17" y="0"/>
                  </a:cubicBezTo>
                  <a:close/>
                </a:path>
              </a:pathLst>
            </a:custGeom>
            <a:solidFill>
              <a:srgbClr val="CE181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6" name="Google Shape;936;p30"/>
            <p:cNvSpPr/>
            <p:nvPr/>
          </p:nvSpPr>
          <p:spPr>
            <a:xfrm>
              <a:off x="6465325" y="4677950"/>
              <a:ext cx="25" cy="25"/>
            </a:xfrm>
            <a:custGeom>
              <a:rect b="b" l="l" r="r" t="t"/>
              <a:pathLst>
                <a:path extrusionOk="0" h="1" w="1">
                  <a:moveTo>
                    <a:pt x="0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E181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7" name="Google Shape;937;p30"/>
            <p:cNvSpPr/>
            <p:nvPr/>
          </p:nvSpPr>
          <p:spPr>
            <a:xfrm>
              <a:off x="6268750" y="4327375"/>
              <a:ext cx="176200" cy="366125"/>
            </a:xfrm>
            <a:custGeom>
              <a:rect b="b" l="l" r="r" t="t"/>
              <a:pathLst>
                <a:path extrusionOk="0" h="14645" w="7048">
                  <a:moveTo>
                    <a:pt x="2654" y="1"/>
                  </a:moveTo>
                  <a:lnTo>
                    <a:pt x="150" y="12323"/>
                  </a:lnTo>
                  <a:cubicBezTo>
                    <a:pt x="0" y="12812"/>
                    <a:pt x="177" y="13328"/>
                    <a:pt x="682" y="13749"/>
                  </a:cubicBezTo>
                  <a:cubicBezTo>
                    <a:pt x="803" y="13860"/>
                    <a:pt x="953" y="13968"/>
                    <a:pt x="1117" y="14062"/>
                  </a:cubicBezTo>
                  <a:cubicBezTo>
                    <a:pt x="1782" y="14451"/>
                    <a:pt x="2660" y="14645"/>
                    <a:pt x="3537" y="14645"/>
                  </a:cubicBezTo>
                  <a:cubicBezTo>
                    <a:pt x="4414" y="14645"/>
                    <a:pt x="5291" y="14451"/>
                    <a:pt x="5957" y="14062"/>
                  </a:cubicBezTo>
                  <a:cubicBezTo>
                    <a:pt x="6721" y="13628"/>
                    <a:pt x="7047" y="13031"/>
                    <a:pt x="6936" y="12460"/>
                  </a:cubicBezTo>
                  <a:lnTo>
                    <a:pt x="6936" y="12443"/>
                  </a:lnTo>
                  <a:cubicBezTo>
                    <a:pt x="6936" y="12430"/>
                    <a:pt x="6936" y="12417"/>
                    <a:pt x="6923" y="12404"/>
                  </a:cubicBezTo>
                  <a:lnTo>
                    <a:pt x="4407" y="1"/>
                  </a:lnTo>
                  <a:close/>
                </a:path>
              </a:pathLst>
            </a:custGeom>
            <a:solidFill>
              <a:srgbClr val="E7363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8" name="Google Shape;938;p30"/>
            <p:cNvSpPr/>
            <p:nvPr/>
          </p:nvSpPr>
          <p:spPr>
            <a:xfrm>
              <a:off x="6285800" y="4480725"/>
              <a:ext cx="142425" cy="127925"/>
            </a:xfrm>
            <a:custGeom>
              <a:rect b="b" l="l" r="r" t="t"/>
              <a:pathLst>
                <a:path extrusionOk="0" h="5117" w="5697">
                  <a:moveTo>
                    <a:pt x="719" y="0"/>
                  </a:moveTo>
                  <a:lnTo>
                    <a:pt x="0" y="3564"/>
                  </a:lnTo>
                  <a:cubicBezTo>
                    <a:pt x="40" y="3943"/>
                    <a:pt x="311" y="4325"/>
                    <a:pt x="830" y="4625"/>
                  </a:cubicBezTo>
                  <a:cubicBezTo>
                    <a:pt x="1397" y="4953"/>
                    <a:pt x="2136" y="5116"/>
                    <a:pt x="2870" y="5116"/>
                  </a:cubicBezTo>
                  <a:cubicBezTo>
                    <a:pt x="3597" y="5116"/>
                    <a:pt x="4320" y="4956"/>
                    <a:pt x="4867" y="4638"/>
                  </a:cubicBezTo>
                  <a:cubicBezTo>
                    <a:pt x="5386" y="4338"/>
                    <a:pt x="5657" y="3959"/>
                    <a:pt x="5696" y="3564"/>
                  </a:cubicBezTo>
                  <a:lnTo>
                    <a:pt x="4978" y="26"/>
                  </a:lnTo>
                  <a:cubicBezTo>
                    <a:pt x="4949" y="326"/>
                    <a:pt x="4717" y="614"/>
                    <a:pt x="4338" y="829"/>
                  </a:cubicBezTo>
                  <a:cubicBezTo>
                    <a:pt x="3930" y="1067"/>
                    <a:pt x="3393" y="1187"/>
                    <a:pt x="2853" y="1187"/>
                  </a:cubicBezTo>
                  <a:cubicBezTo>
                    <a:pt x="2314" y="1187"/>
                    <a:pt x="1773" y="1067"/>
                    <a:pt x="1358" y="829"/>
                  </a:cubicBezTo>
                  <a:cubicBezTo>
                    <a:pt x="980" y="597"/>
                    <a:pt x="748" y="287"/>
                    <a:pt x="719" y="0"/>
                  </a:cubicBezTo>
                  <a:close/>
                </a:path>
              </a:pathLst>
            </a:custGeom>
            <a:solidFill>
              <a:srgbClr val="F5F5F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9" name="Google Shape;939;p30"/>
            <p:cNvSpPr/>
            <p:nvPr/>
          </p:nvSpPr>
          <p:spPr>
            <a:xfrm>
              <a:off x="6332725" y="4314625"/>
              <a:ext cx="48250" cy="25325"/>
            </a:xfrm>
            <a:custGeom>
              <a:rect b="b" l="l" r="r" t="t"/>
              <a:pathLst>
                <a:path extrusionOk="0" h="1013" w="1930">
                  <a:moveTo>
                    <a:pt x="971" y="0"/>
                  </a:moveTo>
                  <a:cubicBezTo>
                    <a:pt x="747" y="0"/>
                    <a:pt x="523" y="47"/>
                    <a:pt x="353" y="142"/>
                  </a:cubicBezTo>
                  <a:cubicBezTo>
                    <a:pt x="0" y="348"/>
                    <a:pt x="13" y="661"/>
                    <a:pt x="353" y="863"/>
                  </a:cubicBezTo>
                  <a:cubicBezTo>
                    <a:pt x="525" y="961"/>
                    <a:pt x="754" y="1013"/>
                    <a:pt x="982" y="1013"/>
                  </a:cubicBezTo>
                  <a:cubicBezTo>
                    <a:pt x="1203" y="1013"/>
                    <a:pt x="1423" y="965"/>
                    <a:pt x="1590" y="863"/>
                  </a:cubicBezTo>
                  <a:cubicBezTo>
                    <a:pt x="1929" y="661"/>
                    <a:pt x="1929" y="348"/>
                    <a:pt x="1590" y="142"/>
                  </a:cubicBezTo>
                  <a:cubicBezTo>
                    <a:pt x="1420" y="47"/>
                    <a:pt x="1196" y="0"/>
                    <a:pt x="971" y="0"/>
                  </a:cubicBezTo>
                  <a:close/>
                </a:path>
              </a:pathLst>
            </a:custGeom>
            <a:solidFill>
              <a:srgbClr val="B1282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0" name="Google Shape;940;p30"/>
            <p:cNvSpPr/>
            <p:nvPr/>
          </p:nvSpPr>
          <p:spPr>
            <a:xfrm>
              <a:off x="6340875" y="4318700"/>
              <a:ext cx="32250" cy="17025"/>
            </a:xfrm>
            <a:custGeom>
              <a:rect b="b" l="l" r="r" t="t"/>
              <a:pathLst>
                <a:path extrusionOk="0" h="681" w="1290">
                  <a:moveTo>
                    <a:pt x="645" y="0"/>
                  </a:moveTo>
                  <a:cubicBezTo>
                    <a:pt x="495" y="0"/>
                    <a:pt x="345" y="35"/>
                    <a:pt x="229" y="103"/>
                  </a:cubicBezTo>
                  <a:cubicBezTo>
                    <a:pt x="1" y="240"/>
                    <a:pt x="1" y="443"/>
                    <a:pt x="229" y="580"/>
                  </a:cubicBezTo>
                  <a:cubicBezTo>
                    <a:pt x="345" y="647"/>
                    <a:pt x="495" y="680"/>
                    <a:pt x="645" y="680"/>
                  </a:cubicBezTo>
                  <a:cubicBezTo>
                    <a:pt x="795" y="680"/>
                    <a:pt x="946" y="647"/>
                    <a:pt x="1062" y="580"/>
                  </a:cubicBezTo>
                  <a:cubicBezTo>
                    <a:pt x="1290" y="443"/>
                    <a:pt x="1290" y="240"/>
                    <a:pt x="1062" y="103"/>
                  </a:cubicBezTo>
                  <a:cubicBezTo>
                    <a:pt x="946" y="35"/>
                    <a:pt x="795" y="0"/>
                    <a:pt x="645" y="0"/>
                  </a:cubicBezTo>
                  <a:close/>
                </a:path>
              </a:pathLst>
            </a:custGeom>
            <a:solidFill>
              <a:srgbClr val="50505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anks">
  <p:cSld name="CUSTOM_3_1">
    <p:spTree>
      <p:nvGrpSpPr>
        <p:cNvPr id="941" name="Shape 9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2" name="Google Shape;942;p31"/>
          <p:cNvSpPr/>
          <p:nvPr/>
        </p:nvSpPr>
        <p:spPr>
          <a:xfrm>
            <a:off x="281825" y="279300"/>
            <a:ext cx="5511600" cy="312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3" name="Google Shape;943;p31"/>
          <p:cNvSpPr/>
          <p:nvPr/>
        </p:nvSpPr>
        <p:spPr>
          <a:xfrm>
            <a:off x="281825" y="279300"/>
            <a:ext cx="5511600" cy="45849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944" name="Google Shape;944;p31"/>
          <p:cNvSpPr/>
          <p:nvPr/>
        </p:nvSpPr>
        <p:spPr>
          <a:xfrm>
            <a:off x="6072750" y="0"/>
            <a:ext cx="3071400" cy="5143500"/>
          </a:xfrm>
          <a:prstGeom prst="roundRect">
            <a:avLst>
              <a:gd fmla="val 0" name="adj"/>
            </a:avLst>
          </a:prstGeom>
          <a:solidFill>
            <a:srgbClr val="5BADFB">
              <a:alpha val="6211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5" name="Google Shape;945;p31"/>
          <p:cNvSpPr txBox="1"/>
          <p:nvPr>
            <p:ph type="title"/>
          </p:nvPr>
        </p:nvSpPr>
        <p:spPr>
          <a:xfrm>
            <a:off x="713263" y="768600"/>
            <a:ext cx="4448100" cy="105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700"/>
              <a:buNone/>
              <a:defRPr sz="6400">
                <a:latin typeface="Lexend Black"/>
                <a:ea typeface="Lexend Black"/>
                <a:cs typeface="Lexend Black"/>
                <a:sym typeface="Lexend Black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946" name="Google Shape;946;p31"/>
          <p:cNvSpPr txBox="1"/>
          <p:nvPr>
            <p:ph idx="1" type="subTitle"/>
          </p:nvPr>
        </p:nvSpPr>
        <p:spPr>
          <a:xfrm>
            <a:off x="713225" y="1841450"/>
            <a:ext cx="4448100" cy="105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947" name="Google Shape;947;p31"/>
          <p:cNvSpPr txBox="1"/>
          <p:nvPr/>
        </p:nvSpPr>
        <p:spPr>
          <a:xfrm>
            <a:off x="713225" y="3611950"/>
            <a:ext cx="5383800" cy="55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CREDITS: This presentation template was created by </a:t>
            </a:r>
            <a:r>
              <a:rPr b="1" lang="en" sz="1200" u="sng">
                <a:solidFill>
                  <a:schemeClr val="hlink"/>
                </a:solidFill>
                <a:latin typeface="Lexend"/>
                <a:ea typeface="Lexend"/>
                <a:cs typeface="Lexend"/>
                <a:sym typeface="Lexend"/>
                <a:hlinkClick r:id="rId2"/>
              </a:rPr>
              <a:t>Slidesgo</a:t>
            </a:r>
            <a:r>
              <a:rPr lang="en" sz="12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, and includes icons by </a:t>
            </a:r>
            <a:r>
              <a:rPr b="1" lang="en" sz="1200" u="sng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Flaticon</a:t>
            </a:r>
            <a:r>
              <a:rPr lang="en" sz="12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, and infographics &amp; images by </a:t>
            </a:r>
            <a:r>
              <a:rPr b="1" lang="en" sz="1200" u="sng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Freepik</a:t>
            </a:r>
            <a:r>
              <a:rPr b="1" lang="en" sz="1200" u="sng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endParaRPr b="1" sz="1200" u="sng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">
  <p:cSld name="CUSTOM_9">
    <p:spTree>
      <p:nvGrpSpPr>
        <p:cNvPr id="948" name="Shape 9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9" name="Google Shape;949;p32"/>
          <p:cNvSpPr/>
          <p:nvPr/>
        </p:nvSpPr>
        <p:spPr>
          <a:xfrm>
            <a:off x="280800" y="279300"/>
            <a:ext cx="8582400" cy="45849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0" name="Google Shape;950;p32"/>
          <p:cNvSpPr/>
          <p:nvPr/>
        </p:nvSpPr>
        <p:spPr>
          <a:xfrm>
            <a:off x="281825" y="279300"/>
            <a:ext cx="8582400" cy="162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951" name="Google Shape;951;p32"/>
          <p:cNvGrpSpPr/>
          <p:nvPr/>
        </p:nvGrpSpPr>
        <p:grpSpPr>
          <a:xfrm>
            <a:off x="367825" y="3862232"/>
            <a:ext cx="690806" cy="1183135"/>
            <a:chOff x="367825" y="3862232"/>
            <a:chExt cx="690806" cy="1183135"/>
          </a:xfrm>
        </p:grpSpPr>
        <p:grpSp>
          <p:nvGrpSpPr>
            <p:cNvPr id="952" name="Google Shape;952;p32"/>
            <p:cNvGrpSpPr/>
            <p:nvPr/>
          </p:nvGrpSpPr>
          <p:grpSpPr>
            <a:xfrm>
              <a:off x="744487" y="3862232"/>
              <a:ext cx="314144" cy="1183135"/>
              <a:chOff x="8297005" y="513279"/>
              <a:chExt cx="159084" cy="599177"/>
            </a:xfrm>
          </p:grpSpPr>
          <p:sp>
            <p:nvSpPr>
              <p:cNvPr id="953" name="Google Shape;953;p32"/>
              <p:cNvSpPr/>
              <p:nvPr/>
            </p:nvSpPr>
            <p:spPr>
              <a:xfrm>
                <a:off x="8388526" y="1082678"/>
                <a:ext cx="42392" cy="29778"/>
              </a:xfrm>
              <a:custGeom>
                <a:rect b="b" l="l" r="r" t="t"/>
                <a:pathLst>
                  <a:path extrusionOk="0" h="517" w="736">
                    <a:moveTo>
                      <a:pt x="735" y="1"/>
                    </a:moveTo>
                    <a:lnTo>
                      <a:pt x="1" y="216"/>
                    </a:lnTo>
                    <a:lnTo>
                      <a:pt x="194" y="517"/>
                    </a:lnTo>
                    <a:lnTo>
                      <a:pt x="735" y="190"/>
                    </a:lnTo>
                    <a:lnTo>
                      <a:pt x="735" y="1"/>
                    </a:lnTo>
                    <a:close/>
                  </a:path>
                </a:pathLst>
              </a:custGeom>
              <a:solidFill>
                <a:srgbClr val="87878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54" name="Google Shape;954;p32"/>
              <p:cNvSpPr/>
              <p:nvPr/>
            </p:nvSpPr>
            <p:spPr>
              <a:xfrm>
                <a:off x="8322751" y="1038732"/>
                <a:ext cx="108168" cy="62090"/>
              </a:xfrm>
              <a:custGeom>
                <a:rect b="b" l="l" r="r" t="t"/>
                <a:pathLst>
                  <a:path extrusionOk="0" h="1078" w="1878">
                    <a:moveTo>
                      <a:pt x="546" y="0"/>
                    </a:moveTo>
                    <a:lnTo>
                      <a:pt x="1" y="314"/>
                    </a:lnTo>
                    <a:lnTo>
                      <a:pt x="1" y="764"/>
                    </a:lnTo>
                    <a:lnTo>
                      <a:pt x="546" y="1077"/>
                    </a:lnTo>
                    <a:lnTo>
                      <a:pt x="1336" y="1077"/>
                    </a:lnTo>
                    <a:lnTo>
                      <a:pt x="1877" y="764"/>
                    </a:lnTo>
                    <a:lnTo>
                      <a:pt x="1877" y="314"/>
                    </a:lnTo>
                    <a:lnTo>
                      <a:pt x="1336" y="0"/>
                    </a:lnTo>
                    <a:close/>
                  </a:path>
                </a:pathLst>
              </a:custGeom>
              <a:solidFill>
                <a:srgbClr val="F5F5F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55" name="Google Shape;955;p32"/>
              <p:cNvSpPr/>
              <p:nvPr/>
            </p:nvSpPr>
            <p:spPr>
              <a:xfrm>
                <a:off x="8339281" y="1047372"/>
                <a:ext cx="75280" cy="21311"/>
              </a:xfrm>
              <a:custGeom>
                <a:rect b="b" l="l" r="r" t="t"/>
                <a:pathLst>
                  <a:path extrusionOk="0" h="370" w="1307">
                    <a:moveTo>
                      <a:pt x="379" y="0"/>
                    </a:moveTo>
                    <a:lnTo>
                      <a:pt x="1" y="219"/>
                    </a:lnTo>
                    <a:lnTo>
                      <a:pt x="1" y="369"/>
                    </a:lnTo>
                    <a:lnTo>
                      <a:pt x="1306" y="369"/>
                    </a:lnTo>
                    <a:lnTo>
                      <a:pt x="1306" y="219"/>
                    </a:lnTo>
                    <a:lnTo>
                      <a:pt x="924" y="0"/>
                    </a:lnTo>
                    <a:close/>
                  </a:path>
                </a:pathLst>
              </a:custGeom>
              <a:solidFill>
                <a:srgbClr val="A39C9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56" name="Google Shape;956;p32"/>
              <p:cNvSpPr/>
              <p:nvPr/>
            </p:nvSpPr>
            <p:spPr>
              <a:xfrm>
                <a:off x="8339281" y="1056011"/>
                <a:ext cx="75280" cy="34443"/>
              </a:xfrm>
              <a:custGeom>
                <a:rect b="b" l="l" r="r" t="t"/>
                <a:pathLst>
                  <a:path extrusionOk="0" h="598" w="1307">
                    <a:moveTo>
                      <a:pt x="379" y="0"/>
                    </a:moveTo>
                    <a:lnTo>
                      <a:pt x="1" y="219"/>
                    </a:lnTo>
                    <a:lnTo>
                      <a:pt x="1" y="382"/>
                    </a:lnTo>
                    <a:lnTo>
                      <a:pt x="379" y="598"/>
                    </a:lnTo>
                    <a:lnTo>
                      <a:pt x="924" y="598"/>
                    </a:lnTo>
                    <a:lnTo>
                      <a:pt x="1306" y="382"/>
                    </a:lnTo>
                    <a:lnTo>
                      <a:pt x="1306" y="219"/>
                    </a:lnTo>
                    <a:lnTo>
                      <a:pt x="924" y="0"/>
                    </a:lnTo>
                    <a:close/>
                  </a:path>
                </a:pathLst>
              </a:custGeom>
              <a:solidFill>
                <a:srgbClr val="5E4439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57" name="Google Shape;957;p32"/>
              <p:cNvSpPr/>
              <p:nvPr/>
            </p:nvSpPr>
            <p:spPr>
              <a:xfrm>
                <a:off x="8350224" y="1100764"/>
                <a:ext cx="49476" cy="11692"/>
              </a:xfrm>
              <a:custGeom>
                <a:rect b="b" l="l" r="r" t="t"/>
                <a:pathLst>
                  <a:path extrusionOk="0" h="203" w="859">
                    <a:moveTo>
                      <a:pt x="69" y="0"/>
                    </a:moveTo>
                    <a:lnTo>
                      <a:pt x="0" y="26"/>
                    </a:lnTo>
                    <a:lnTo>
                      <a:pt x="69" y="203"/>
                    </a:lnTo>
                    <a:lnTo>
                      <a:pt x="859" y="203"/>
                    </a:lnTo>
                    <a:lnTo>
                      <a:pt x="859" y="0"/>
                    </a:lnTo>
                    <a:close/>
                  </a:path>
                </a:pathLst>
              </a:custGeom>
              <a:solidFill>
                <a:srgbClr val="87878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58" name="Google Shape;958;p32"/>
              <p:cNvSpPr/>
              <p:nvPr/>
            </p:nvSpPr>
            <p:spPr>
              <a:xfrm>
                <a:off x="8322751" y="1082678"/>
                <a:ext cx="31448" cy="29778"/>
              </a:xfrm>
              <a:custGeom>
                <a:rect b="b" l="l" r="r" t="t"/>
                <a:pathLst>
                  <a:path extrusionOk="0" h="517" w="546">
                    <a:moveTo>
                      <a:pt x="1" y="1"/>
                    </a:moveTo>
                    <a:lnTo>
                      <a:pt x="1" y="190"/>
                    </a:lnTo>
                    <a:lnTo>
                      <a:pt x="546" y="517"/>
                    </a:lnTo>
                    <a:lnTo>
                      <a:pt x="546" y="314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rgbClr val="87878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59" name="Google Shape;959;p32"/>
              <p:cNvSpPr/>
              <p:nvPr/>
            </p:nvSpPr>
            <p:spPr>
              <a:xfrm>
                <a:off x="8331390" y="1043397"/>
                <a:ext cx="90889" cy="51780"/>
              </a:xfrm>
              <a:custGeom>
                <a:rect b="b" l="l" r="r" t="t"/>
                <a:pathLst>
                  <a:path extrusionOk="0" h="899" w="1578">
                    <a:moveTo>
                      <a:pt x="464" y="1"/>
                    </a:moveTo>
                    <a:lnTo>
                      <a:pt x="1" y="262"/>
                    </a:lnTo>
                    <a:lnTo>
                      <a:pt x="1" y="641"/>
                    </a:lnTo>
                    <a:lnTo>
                      <a:pt x="464" y="898"/>
                    </a:lnTo>
                    <a:lnTo>
                      <a:pt x="1117" y="898"/>
                    </a:lnTo>
                    <a:lnTo>
                      <a:pt x="1577" y="641"/>
                    </a:lnTo>
                    <a:lnTo>
                      <a:pt x="1577" y="262"/>
                    </a:lnTo>
                    <a:lnTo>
                      <a:pt x="1117" y="1"/>
                    </a:lnTo>
                    <a:close/>
                  </a:path>
                </a:pathLst>
              </a:custGeom>
              <a:solidFill>
                <a:srgbClr val="2D2C3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60" name="Google Shape;960;p32"/>
              <p:cNvSpPr/>
              <p:nvPr/>
            </p:nvSpPr>
            <p:spPr>
              <a:xfrm>
                <a:off x="8372169" y="968234"/>
                <a:ext cx="9504" cy="120724"/>
              </a:xfrm>
              <a:custGeom>
                <a:rect b="b" l="l" r="r" t="t"/>
                <a:pathLst>
                  <a:path extrusionOk="0" h="2096" w="165">
                    <a:moveTo>
                      <a:pt x="1" y="0"/>
                    </a:moveTo>
                    <a:lnTo>
                      <a:pt x="1" y="2096"/>
                    </a:lnTo>
                    <a:lnTo>
                      <a:pt x="164" y="2096"/>
                    </a:lnTo>
                    <a:lnTo>
                      <a:pt x="164" y="0"/>
                    </a:lnTo>
                    <a:close/>
                  </a:path>
                </a:pathLst>
              </a:custGeom>
              <a:solidFill>
                <a:srgbClr val="50505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61" name="Google Shape;961;p32"/>
              <p:cNvSpPr/>
              <p:nvPr/>
            </p:nvSpPr>
            <p:spPr>
              <a:xfrm>
                <a:off x="8381614" y="964433"/>
                <a:ext cx="6969" cy="124526"/>
              </a:xfrm>
              <a:custGeom>
                <a:rect b="b" l="l" r="r" t="t"/>
                <a:pathLst>
                  <a:path extrusionOk="0" h="2162" w="121">
                    <a:moveTo>
                      <a:pt x="121" y="1"/>
                    </a:moveTo>
                    <a:lnTo>
                      <a:pt x="0" y="66"/>
                    </a:lnTo>
                    <a:lnTo>
                      <a:pt x="0" y="2162"/>
                    </a:lnTo>
                    <a:lnTo>
                      <a:pt x="121" y="2093"/>
                    </a:lnTo>
                    <a:lnTo>
                      <a:pt x="121" y="1"/>
                    </a:lnTo>
                    <a:close/>
                  </a:path>
                </a:pathLst>
              </a:custGeom>
              <a:solidFill>
                <a:srgbClr val="50505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62" name="Google Shape;962;p32"/>
              <p:cNvSpPr/>
              <p:nvPr/>
            </p:nvSpPr>
            <p:spPr>
              <a:xfrm>
                <a:off x="8365027" y="964433"/>
                <a:ext cx="7200" cy="124526"/>
              </a:xfrm>
              <a:custGeom>
                <a:rect b="b" l="l" r="r" t="t"/>
                <a:pathLst>
                  <a:path extrusionOk="0" h="2162" w="125">
                    <a:moveTo>
                      <a:pt x="1" y="1"/>
                    </a:moveTo>
                    <a:lnTo>
                      <a:pt x="1" y="2093"/>
                    </a:lnTo>
                    <a:lnTo>
                      <a:pt x="125" y="2162"/>
                    </a:lnTo>
                    <a:lnTo>
                      <a:pt x="125" y="66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rgbClr val="50505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63" name="Google Shape;963;p32"/>
              <p:cNvSpPr/>
              <p:nvPr/>
            </p:nvSpPr>
            <p:spPr>
              <a:xfrm>
                <a:off x="8365027" y="955044"/>
                <a:ext cx="23557" cy="13247"/>
              </a:xfrm>
              <a:custGeom>
                <a:rect b="b" l="l" r="r" t="t"/>
                <a:pathLst>
                  <a:path extrusionOk="0" h="230" w="409">
                    <a:moveTo>
                      <a:pt x="125" y="1"/>
                    </a:moveTo>
                    <a:lnTo>
                      <a:pt x="1" y="66"/>
                    </a:lnTo>
                    <a:lnTo>
                      <a:pt x="1" y="164"/>
                    </a:lnTo>
                    <a:lnTo>
                      <a:pt x="125" y="229"/>
                    </a:lnTo>
                    <a:lnTo>
                      <a:pt x="288" y="229"/>
                    </a:lnTo>
                    <a:lnTo>
                      <a:pt x="409" y="164"/>
                    </a:lnTo>
                    <a:lnTo>
                      <a:pt x="409" y="66"/>
                    </a:lnTo>
                    <a:lnTo>
                      <a:pt x="288" y="1"/>
                    </a:lnTo>
                    <a:close/>
                  </a:path>
                </a:pathLst>
              </a:custGeom>
              <a:solidFill>
                <a:srgbClr val="50505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64" name="Google Shape;964;p32"/>
              <p:cNvSpPr/>
              <p:nvPr/>
            </p:nvSpPr>
            <p:spPr>
              <a:xfrm>
                <a:off x="8297005" y="513279"/>
                <a:ext cx="159084" cy="470053"/>
              </a:xfrm>
              <a:custGeom>
                <a:rect b="b" l="l" r="r" t="t"/>
                <a:pathLst>
                  <a:path extrusionOk="0" h="8161" w="2762">
                    <a:moveTo>
                      <a:pt x="1388" y="0"/>
                    </a:moveTo>
                    <a:lnTo>
                      <a:pt x="0" y="7031"/>
                    </a:lnTo>
                    <a:lnTo>
                      <a:pt x="0" y="7684"/>
                    </a:lnTo>
                    <a:lnTo>
                      <a:pt x="816" y="8160"/>
                    </a:lnTo>
                    <a:lnTo>
                      <a:pt x="1959" y="8160"/>
                    </a:lnTo>
                    <a:lnTo>
                      <a:pt x="2762" y="7684"/>
                    </a:lnTo>
                    <a:lnTo>
                      <a:pt x="2762" y="7031"/>
                    </a:lnTo>
                    <a:lnTo>
                      <a:pt x="1388" y="0"/>
                    </a:lnTo>
                    <a:close/>
                  </a:path>
                </a:pathLst>
              </a:custGeom>
              <a:solidFill>
                <a:srgbClr val="7FA31D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65" name="Google Shape;965;p32"/>
              <p:cNvSpPr/>
              <p:nvPr/>
            </p:nvSpPr>
            <p:spPr>
              <a:xfrm>
                <a:off x="8344004" y="513279"/>
                <a:ext cx="112085" cy="470053"/>
              </a:xfrm>
              <a:custGeom>
                <a:rect b="b" l="l" r="r" t="t"/>
                <a:pathLst>
                  <a:path extrusionOk="0" h="8161" w="1946">
                    <a:moveTo>
                      <a:pt x="572" y="0"/>
                    </a:moveTo>
                    <a:lnTo>
                      <a:pt x="0" y="8160"/>
                    </a:lnTo>
                    <a:lnTo>
                      <a:pt x="1143" y="8160"/>
                    </a:lnTo>
                    <a:lnTo>
                      <a:pt x="1946" y="7684"/>
                    </a:lnTo>
                    <a:lnTo>
                      <a:pt x="1946" y="7031"/>
                    </a:lnTo>
                    <a:lnTo>
                      <a:pt x="572" y="0"/>
                    </a:lnTo>
                    <a:close/>
                  </a:path>
                </a:pathLst>
              </a:custGeom>
              <a:solidFill>
                <a:srgbClr val="2D2C37">
                  <a:alpha val="3354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966" name="Google Shape;966;p32"/>
            <p:cNvGrpSpPr/>
            <p:nvPr/>
          </p:nvGrpSpPr>
          <p:grpSpPr>
            <a:xfrm>
              <a:off x="367825" y="4612356"/>
              <a:ext cx="283952" cy="404337"/>
              <a:chOff x="6191950" y="4314625"/>
              <a:chExt cx="330100" cy="470050"/>
            </a:xfrm>
          </p:grpSpPr>
          <p:sp>
            <p:nvSpPr>
              <p:cNvPr id="967" name="Google Shape;967;p32"/>
              <p:cNvSpPr/>
              <p:nvPr/>
            </p:nvSpPr>
            <p:spPr>
              <a:xfrm>
                <a:off x="6191950" y="4601275"/>
                <a:ext cx="330100" cy="183400"/>
              </a:xfrm>
              <a:custGeom>
                <a:rect b="b" l="l" r="r" t="t"/>
                <a:pathLst>
                  <a:path extrusionOk="0" h="7336" w="13204">
                    <a:moveTo>
                      <a:pt x="6664" y="1"/>
                    </a:moveTo>
                    <a:cubicBezTo>
                      <a:pt x="6066" y="1"/>
                      <a:pt x="5439" y="145"/>
                      <a:pt x="4949" y="427"/>
                    </a:cubicBezTo>
                    <a:lnTo>
                      <a:pt x="993" y="2711"/>
                    </a:lnTo>
                    <a:cubicBezTo>
                      <a:pt x="95" y="3230"/>
                      <a:pt x="1" y="4017"/>
                      <a:pt x="774" y="4467"/>
                    </a:cubicBezTo>
                    <a:lnTo>
                      <a:pt x="5207" y="7036"/>
                    </a:lnTo>
                    <a:cubicBezTo>
                      <a:pt x="5555" y="7238"/>
                      <a:pt x="6023" y="7336"/>
                      <a:pt x="6514" y="7336"/>
                    </a:cubicBezTo>
                    <a:cubicBezTo>
                      <a:pt x="7119" y="7336"/>
                      <a:pt x="7760" y="7187"/>
                      <a:pt x="8256" y="6902"/>
                    </a:cubicBezTo>
                    <a:lnTo>
                      <a:pt x="12212" y="4618"/>
                    </a:lnTo>
                    <a:cubicBezTo>
                      <a:pt x="13109" y="4099"/>
                      <a:pt x="13204" y="3312"/>
                      <a:pt x="12430" y="2862"/>
                    </a:cubicBezTo>
                    <a:lnTo>
                      <a:pt x="7998" y="306"/>
                    </a:lnTo>
                    <a:cubicBezTo>
                      <a:pt x="7639" y="101"/>
                      <a:pt x="7162" y="1"/>
                      <a:pt x="6664" y="1"/>
                    </a:cubicBezTo>
                    <a:close/>
                  </a:path>
                </a:pathLst>
              </a:custGeom>
              <a:solidFill>
                <a:srgbClr val="87878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68" name="Google Shape;968;p32"/>
              <p:cNvSpPr/>
              <p:nvPr/>
            </p:nvSpPr>
            <p:spPr>
              <a:xfrm>
                <a:off x="6191950" y="4593500"/>
                <a:ext cx="330100" cy="183500"/>
              </a:xfrm>
              <a:custGeom>
                <a:rect b="b" l="l" r="r" t="t"/>
                <a:pathLst>
                  <a:path extrusionOk="0" h="7340" w="13204">
                    <a:moveTo>
                      <a:pt x="6664" y="0"/>
                    </a:moveTo>
                    <a:cubicBezTo>
                      <a:pt x="6066" y="0"/>
                      <a:pt x="5439" y="144"/>
                      <a:pt x="4949" y="428"/>
                    </a:cubicBezTo>
                    <a:lnTo>
                      <a:pt x="2462" y="1867"/>
                    </a:lnTo>
                    <a:lnTo>
                      <a:pt x="993" y="2725"/>
                    </a:lnTo>
                    <a:cubicBezTo>
                      <a:pt x="95" y="3241"/>
                      <a:pt x="1" y="4031"/>
                      <a:pt x="774" y="4478"/>
                    </a:cubicBezTo>
                    <a:lnTo>
                      <a:pt x="2759" y="5621"/>
                    </a:lnTo>
                    <a:lnTo>
                      <a:pt x="5207" y="7037"/>
                    </a:lnTo>
                    <a:cubicBezTo>
                      <a:pt x="5559" y="7240"/>
                      <a:pt x="6034" y="7339"/>
                      <a:pt x="6532" y="7339"/>
                    </a:cubicBezTo>
                    <a:cubicBezTo>
                      <a:pt x="7132" y="7339"/>
                      <a:pt x="7765" y="7195"/>
                      <a:pt x="8256" y="6913"/>
                    </a:cubicBezTo>
                    <a:lnTo>
                      <a:pt x="12212" y="4628"/>
                    </a:lnTo>
                    <a:cubicBezTo>
                      <a:pt x="13109" y="4113"/>
                      <a:pt x="13204" y="3323"/>
                      <a:pt x="12430" y="2876"/>
                    </a:cubicBezTo>
                    <a:lnTo>
                      <a:pt x="7998" y="303"/>
                    </a:lnTo>
                    <a:cubicBezTo>
                      <a:pt x="7639" y="100"/>
                      <a:pt x="7162" y="0"/>
                      <a:pt x="6664" y="0"/>
                    </a:cubicBezTo>
                    <a:close/>
                  </a:path>
                </a:pathLst>
              </a:custGeom>
              <a:solidFill>
                <a:srgbClr val="2D2C3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69" name="Google Shape;969;p32"/>
              <p:cNvSpPr/>
              <p:nvPr/>
            </p:nvSpPr>
            <p:spPr>
              <a:xfrm>
                <a:off x="6248675" y="4639175"/>
                <a:ext cx="218300" cy="105225"/>
              </a:xfrm>
              <a:custGeom>
                <a:rect b="b" l="l" r="r" t="t"/>
                <a:pathLst>
                  <a:path extrusionOk="0" h="4209" w="8732">
                    <a:moveTo>
                      <a:pt x="914" y="1"/>
                    </a:moveTo>
                    <a:lnTo>
                      <a:pt x="111" y="1130"/>
                    </a:lnTo>
                    <a:cubicBezTo>
                      <a:pt x="43" y="1319"/>
                      <a:pt x="0" y="1509"/>
                      <a:pt x="0" y="1701"/>
                    </a:cubicBezTo>
                    <a:cubicBezTo>
                      <a:pt x="0" y="2204"/>
                      <a:pt x="275" y="2720"/>
                      <a:pt x="803" y="3154"/>
                    </a:cubicBezTo>
                    <a:cubicBezTo>
                      <a:pt x="846" y="3183"/>
                      <a:pt x="885" y="3209"/>
                      <a:pt x="927" y="3235"/>
                    </a:cubicBezTo>
                    <a:cubicBezTo>
                      <a:pt x="1035" y="3317"/>
                      <a:pt x="1159" y="3399"/>
                      <a:pt x="1280" y="3467"/>
                    </a:cubicBezTo>
                    <a:cubicBezTo>
                      <a:pt x="2136" y="3960"/>
                      <a:pt x="3253" y="4208"/>
                      <a:pt x="4367" y="4208"/>
                    </a:cubicBezTo>
                    <a:cubicBezTo>
                      <a:pt x="5466" y="4208"/>
                      <a:pt x="6562" y="3967"/>
                      <a:pt x="7400" y="3480"/>
                    </a:cubicBezTo>
                    <a:cubicBezTo>
                      <a:pt x="8311" y="2951"/>
                      <a:pt x="8732" y="2243"/>
                      <a:pt x="8650" y="1564"/>
                    </a:cubicBezTo>
                    <a:lnTo>
                      <a:pt x="8666" y="1551"/>
                    </a:lnTo>
                    <a:lnTo>
                      <a:pt x="8650" y="1509"/>
                    </a:lnTo>
                    <a:cubicBezTo>
                      <a:pt x="8611" y="1319"/>
                      <a:pt x="8542" y="1130"/>
                      <a:pt x="8448" y="938"/>
                    </a:cubicBezTo>
                    <a:lnTo>
                      <a:pt x="7752" y="40"/>
                    </a:lnTo>
                    <a:lnTo>
                      <a:pt x="1714" y="1"/>
                    </a:lnTo>
                    <a:close/>
                  </a:path>
                </a:pathLst>
              </a:custGeom>
              <a:solidFill>
                <a:srgbClr val="E7363C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70" name="Google Shape;970;p32"/>
              <p:cNvSpPr/>
              <p:nvPr/>
            </p:nvSpPr>
            <p:spPr>
              <a:xfrm>
                <a:off x="6248675" y="4678925"/>
                <a:ext cx="217650" cy="65475"/>
              </a:xfrm>
              <a:custGeom>
                <a:rect b="b" l="l" r="r" t="t"/>
                <a:pathLst>
                  <a:path extrusionOk="0" h="2619" w="8706">
                    <a:moveTo>
                      <a:pt x="17" y="0"/>
                    </a:moveTo>
                    <a:cubicBezTo>
                      <a:pt x="17" y="43"/>
                      <a:pt x="0" y="69"/>
                      <a:pt x="0" y="111"/>
                    </a:cubicBezTo>
                    <a:cubicBezTo>
                      <a:pt x="0" y="614"/>
                      <a:pt x="275" y="1130"/>
                      <a:pt x="803" y="1564"/>
                    </a:cubicBezTo>
                    <a:cubicBezTo>
                      <a:pt x="846" y="1593"/>
                      <a:pt x="885" y="1619"/>
                      <a:pt x="927" y="1645"/>
                    </a:cubicBezTo>
                    <a:cubicBezTo>
                      <a:pt x="1035" y="1727"/>
                      <a:pt x="1159" y="1809"/>
                      <a:pt x="1280" y="1877"/>
                    </a:cubicBezTo>
                    <a:cubicBezTo>
                      <a:pt x="2136" y="2370"/>
                      <a:pt x="3253" y="2618"/>
                      <a:pt x="4367" y="2618"/>
                    </a:cubicBezTo>
                    <a:cubicBezTo>
                      <a:pt x="5466" y="2618"/>
                      <a:pt x="6562" y="2377"/>
                      <a:pt x="7400" y="1890"/>
                    </a:cubicBezTo>
                    <a:cubicBezTo>
                      <a:pt x="8298" y="1375"/>
                      <a:pt x="8706" y="696"/>
                      <a:pt x="8650" y="13"/>
                    </a:cubicBezTo>
                    <a:lnTo>
                      <a:pt x="8650" y="13"/>
                    </a:lnTo>
                    <a:cubicBezTo>
                      <a:pt x="8598" y="614"/>
                      <a:pt x="8190" y="1198"/>
                      <a:pt x="7400" y="1645"/>
                    </a:cubicBezTo>
                    <a:cubicBezTo>
                      <a:pt x="6556" y="2135"/>
                      <a:pt x="5451" y="2380"/>
                      <a:pt x="4345" y="2380"/>
                    </a:cubicBezTo>
                    <a:cubicBezTo>
                      <a:pt x="3238" y="2380"/>
                      <a:pt x="2130" y="2135"/>
                      <a:pt x="1280" y="1645"/>
                    </a:cubicBezTo>
                    <a:cubicBezTo>
                      <a:pt x="1159" y="1564"/>
                      <a:pt x="1035" y="1499"/>
                      <a:pt x="927" y="1417"/>
                    </a:cubicBezTo>
                    <a:cubicBezTo>
                      <a:pt x="885" y="1388"/>
                      <a:pt x="846" y="1348"/>
                      <a:pt x="803" y="1319"/>
                    </a:cubicBezTo>
                    <a:cubicBezTo>
                      <a:pt x="327" y="927"/>
                      <a:pt x="56" y="464"/>
                      <a:pt x="17" y="0"/>
                    </a:cubicBezTo>
                    <a:close/>
                  </a:path>
                </a:pathLst>
              </a:custGeom>
              <a:solidFill>
                <a:srgbClr val="CE181E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71" name="Google Shape;971;p32"/>
              <p:cNvSpPr/>
              <p:nvPr/>
            </p:nvSpPr>
            <p:spPr>
              <a:xfrm>
                <a:off x="6465325" y="4677950"/>
                <a:ext cx="25" cy="25"/>
              </a:xfrm>
              <a:custGeom>
                <a:rect b="b" l="l" r="r" t="t"/>
                <a:pathLst>
                  <a:path extrusionOk="0" h="1" w="1">
                    <a:moveTo>
                      <a:pt x="0" y="0"/>
                    </a:move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CE181E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72" name="Google Shape;972;p32"/>
              <p:cNvSpPr/>
              <p:nvPr/>
            </p:nvSpPr>
            <p:spPr>
              <a:xfrm>
                <a:off x="6268750" y="4327375"/>
                <a:ext cx="176200" cy="366125"/>
              </a:xfrm>
              <a:custGeom>
                <a:rect b="b" l="l" r="r" t="t"/>
                <a:pathLst>
                  <a:path extrusionOk="0" h="14645" w="7048">
                    <a:moveTo>
                      <a:pt x="2654" y="1"/>
                    </a:moveTo>
                    <a:lnTo>
                      <a:pt x="150" y="12323"/>
                    </a:lnTo>
                    <a:cubicBezTo>
                      <a:pt x="0" y="12812"/>
                      <a:pt x="177" y="13328"/>
                      <a:pt x="682" y="13749"/>
                    </a:cubicBezTo>
                    <a:cubicBezTo>
                      <a:pt x="803" y="13860"/>
                      <a:pt x="953" y="13968"/>
                      <a:pt x="1117" y="14062"/>
                    </a:cubicBezTo>
                    <a:cubicBezTo>
                      <a:pt x="1782" y="14451"/>
                      <a:pt x="2660" y="14645"/>
                      <a:pt x="3537" y="14645"/>
                    </a:cubicBezTo>
                    <a:cubicBezTo>
                      <a:pt x="4414" y="14645"/>
                      <a:pt x="5291" y="14451"/>
                      <a:pt x="5957" y="14062"/>
                    </a:cubicBezTo>
                    <a:cubicBezTo>
                      <a:pt x="6721" y="13628"/>
                      <a:pt x="7047" y="13031"/>
                      <a:pt x="6936" y="12460"/>
                    </a:cubicBezTo>
                    <a:lnTo>
                      <a:pt x="6936" y="12443"/>
                    </a:lnTo>
                    <a:cubicBezTo>
                      <a:pt x="6936" y="12430"/>
                      <a:pt x="6936" y="12417"/>
                      <a:pt x="6923" y="12404"/>
                    </a:cubicBezTo>
                    <a:lnTo>
                      <a:pt x="4407" y="1"/>
                    </a:lnTo>
                    <a:close/>
                  </a:path>
                </a:pathLst>
              </a:custGeom>
              <a:solidFill>
                <a:srgbClr val="E7363C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73" name="Google Shape;973;p32"/>
              <p:cNvSpPr/>
              <p:nvPr/>
            </p:nvSpPr>
            <p:spPr>
              <a:xfrm>
                <a:off x="6285800" y="4480725"/>
                <a:ext cx="142425" cy="127925"/>
              </a:xfrm>
              <a:custGeom>
                <a:rect b="b" l="l" r="r" t="t"/>
                <a:pathLst>
                  <a:path extrusionOk="0" h="5117" w="5697">
                    <a:moveTo>
                      <a:pt x="719" y="0"/>
                    </a:moveTo>
                    <a:lnTo>
                      <a:pt x="0" y="3564"/>
                    </a:lnTo>
                    <a:cubicBezTo>
                      <a:pt x="40" y="3943"/>
                      <a:pt x="311" y="4325"/>
                      <a:pt x="830" y="4625"/>
                    </a:cubicBezTo>
                    <a:cubicBezTo>
                      <a:pt x="1397" y="4953"/>
                      <a:pt x="2136" y="5116"/>
                      <a:pt x="2870" y="5116"/>
                    </a:cubicBezTo>
                    <a:cubicBezTo>
                      <a:pt x="3597" y="5116"/>
                      <a:pt x="4320" y="4956"/>
                      <a:pt x="4867" y="4638"/>
                    </a:cubicBezTo>
                    <a:cubicBezTo>
                      <a:pt x="5386" y="4338"/>
                      <a:pt x="5657" y="3959"/>
                      <a:pt x="5696" y="3564"/>
                    </a:cubicBezTo>
                    <a:lnTo>
                      <a:pt x="4978" y="26"/>
                    </a:lnTo>
                    <a:cubicBezTo>
                      <a:pt x="4949" y="326"/>
                      <a:pt x="4717" y="614"/>
                      <a:pt x="4338" y="829"/>
                    </a:cubicBezTo>
                    <a:cubicBezTo>
                      <a:pt x="3930" y="1067"/>
                      <a:pt x="3393" y="1187"/>
                      <a:pt x="2853" y="1187"/>
                    </a:cubicBezTo>
                    <a:cubicBezTo>
                      <a:pt x="2314" y="1187"/>
                      <a:pt x="1773" y="1067"/>
                      <a:pt x="1358" y="829"/>
                    </a:cubicBezTo>
                    <a:cubicBezTo>
                      <a:pt x="980" y="597"/>
                      <a:pt x="748" y="287"/>
                      <a:pt x="719" y="0"/>
                    </a:cubicBezTo>
                    <a:close/>
                  </a:path>
                </a:pathLst>
              </a:custGeom>
              <a:solidFill>
                <a:srgbClr val="F5F5F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74" name="Google Shape;974;p32"/>
              <p:cNvSpPr/>
              <p:nvPr/>
            </p:nvSpPr>
            <p:spPr>
              <a:xfrm>
                <a:off x="6332725" y="4314625"/>
                <a:ext cx="48250" cy="25325"/>
              </a:xfrm>
              <a:custGeom>
                <a:rect b="b" l="l" r="r" t="t"/>
                <a:pathLst>
                  <a:path extrusionOk="0" h="1013" w="1930">
                    <a:moveTo>
                      <a:pt x="971" y="0"/>
                    </a:moveTo>
                    <a:cubicBezTo>
                      <a:pt x="747" y="0"/>
                      <a:pt x="523" y="47"/>
                      <a:pt x="353" y="142"/>
                    </a:cubicBezTo>
                    <a:cubicBezTo>
                      <a:pt x="0" y="348"/>
                      <a:pt x="13" y="661"/>
                      <a:pt x="353" y="863"/>
                    </a:cubicBezTo>
                    <a:cubicBezTo>
                      <a:pt x="525" y="961"/>
                      <a:pt x="754" y="1013"/>
                      <a:pt x="982" y="1013"/>
                    </a:cubicBezTo>
                    <a:cubicBezTo>
                      <a:pt x="1203" y="1013"/>
                      <a:pt x="1423" y="965"/>
                      <a:pt x="1590" y="863"/>
                    </a:cubicBezTo>
                    <a:cubicBezTo>
                      <a:pt x="1929" y="661"/>
                      <a:pt x="1929" y="348"/>
                      <a:pt x="1590" y="142"/>
                    </a:cubicBezTo>
                    <a:cubicBezTo>
                      <a:pt x="1420" y="47"/>
                      <a:pt x="1196" y="0"/>
                      <a:pt x="971" y="0"/>
                    </a:cubicBezTo>
                    <a:close/>
                  </a:path>
                </a:pathLst>
              </a:custGeom>
              <a:solidFill>
                <a:srgbClr val="B1282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75" name="Google Shape;975;p32"/>
              <p:cNvSpPr/>
              <p:nvPr/>
            </p:nvSpPr>
            <p:spPr>
              <a:xfrm>
                <a:off x="6340875" y="4318700"/>
                <a:ext cx="32250" cy="17025"/>
              </a:xfrm>
              <a:custGeom>
                <a:rect b="b" l="l" r="r" t="t"/>
                <a:pathLst>
                  <a:path extrusionOk="0" h="681" w="1290">
                    <a:moveTo>
                      <a:pt x="645" y="0"/>
                    </a:moveTo>
                    <a:cubicBezTo>
                      <a:pt x="495" y="0"/>
                      <a:pt x="345" y="35"/>
                      <a:pt x="229" y="103"/>
                    </a:cubicBezTo>
                    <a:cubicBezTo>
                      <a:pt x="1" y="240"/>
                      <a:pt x="1" y="443"/>
                      <a:pt x="229" y="580"/>
                    </a:cubicBezTo>
                    <a:cubicBezTo>
                      <a:pt x="345" y="647"/>
                      <a:pt x="495" y="680"/>
                      <a:pt x="645" y="680"/>
                    </a:cubicBezTo>
                    <a:cubicBezTo>
                      <a:pt x="795" y="680"/>
                      <a:pt x="946" y="647"/>
                      <a:pt x="1062" y="580"/>
                    </a:cubicBezTo>
                    <a:cubicBezTo>
                      <a:pt x="1290" y="443"/>
                      <a:pt x="1290" y="240"/>
                      <a:pt x="1062" y="103"/>
                    </a:cubicBezTo>
                    <a:cubicBezTo>
                      <a:pt x="946" y="35"/>
                      <a:pt x="795" y="0"/>
                      <a:pt x="645" y="0"/>
                    </a:cubicBezTo>
                    <a:close/>
                  </a:path>
                </a:pathLst>
              </a:custGeom>
              <a:solidFill>
                <a:srgbClr val="50505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976" name="Google Shape;976;p32"/>
          <p:cNvGrpSpPr/>
          <p:nvPr/>
        </p:nvGrpSpPr>
        <p:grpSpPr>
          <a:xfrm>
            <a:off x="8346068" y="539493"/>
            <a:ext cx="662463" cy="775160"/>
            <a:chOff x="5424136" y="1294946"/>
            <a:chExt cx="1748846" cy="2046356"/>
          </a:xfrm>
        </p:grpSpPr>
        <p:grpSp>
          <p:nvGrpSpPr>
            <p:cNvPr id="977" name="Google Shape;977;p32"/>
            <p:cNvGrpSpPr/>
            <p:nvPr/>
          </p:nvGrpSpPr>
          <p:grpSpPr>
            <a:xfrm>
              <a:off x="5424136" y="2234050"/>
              <a:ext cx="1184145" cy="1107253"/>
              <a:chOff x="5424136" y="2234050"/>
              <a:chExt cx="1184145" cy="1107253"/>
            </a:xfrm>
          </p:grpSpPr>
          <p:sp>
            <p:nvSpPr>
              <p:cNvPr id="978" name="Google Shape;978;p32"/>
              <p:cNvSpPr/>
              <p:nvPr/>
            </p:nvSpPr>
            <p:spPr>
              <a:xfrm>
                <a:off x="5424136" y="2234050"/>
                <a:ext cx="1184145" cy="1107253"/>
              </a:xfrm>
              <a:custGeom>
                <a:rect b="b" l="l" r="r" t="t"/>
                <a:pathLst>
                  <a:path extrusionOk="0" h="6048" w="6468">
                    <a:moveTo>
                      <a:pt x="3300" y="0"/>
                    </a:moveTo>
                    <a:lnTo>
                      <a:pt x="2377" y="532"/>
                    </a:lnTo>
                    <a:lnTo>
                      <a:pt x="1657" y="1717"/>
                    </a:lnTo>
                    <a:lnTo>
                      <a:pt x="1672" y="2280"/>
                    </a:lnTo>
                    <a:lnTo>
                      <a:pt x="705" y="2812"/>
                    </a:lnTo>
                    <a:lnTo>
                      <a:pt x="0" y="4031"/>
                    </a:lnTo>
                    <a:lnTo>
                      <a:pt x="0" y="5156"/>
                    </a:lnTo>
                    <a:lnTo>
                      <a:pt x="1519" y="6048"/>
                    </a:lnTo>
                    <a:lnTo>
                      <a:pt x="5797" y="3577"/>
                    </a:lnTo>
                    <a:lnTo>
                      <a:pt x="6468" y="2392"/>
                    </a:lnTo>
                    <a:lnTo>
                      <a:pt x="6468" y="1282"/>
                    </a:lnTo>
                    <a:lnTo>
                      <a:pt x="4953" y="390"/>
                    </a:lnTo>
                    <a:lnTo>
                      <a:pt x="4470" y="671"/>
                    </a:lnTo>
                    <a:lnTo>
                      <a:pt x="3300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79" name="Google Shape;979;p32"/>
              <p:cNvSpPr/>
              <p:nvPr/>
            </p:nvSpPr>
            <p:spPr>
              <a:xfrm>
                <a:off x="5850342" y="2234050"/>
                <a:ext cx="332469" cy="191682"/>
              </a:xfrm>
              <a:custGeom>
                <a:rect b="b" l="l" r="r" t="t"/>
                <a:pathLst>
                  <a:path extrusionOk="0" h="1047" w="1816">
                    <a:moveTo>
                      <a:pt x="972" y="0"/>
                    </a:moveTo>
                    <a:lnTo>
                      <a:pt x="1" y="562"/>
                    </a:lnTo>
                    <a:lnTo>
                      <a:pt x="844" y="1046"/>
                    </a:lnTo>
                    <a:lnTo>
                      <a:pt x="1815" y="484"/>
                    </a:lnTo>
                    <a:lnTo>
                      <a:pt x="972" y="0"/>
                    </a:lnTo>
                    <a:close/>
                  </a:path>
                </a:pathLst>
              </a:custGeom>
              <a:solidFill>
                <a:srgbClr val="F5F5F5">
                  <a:alpha val="6398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80" name="Google Shape;980;p32"/>
              <p:cNvSpPr/>
              <p:nvPr/>
            </p:nvSpPr>
            <p:spPr>
              <a:xfrm>
                <a:off x="5553206" y="2651281"/>
                <a:ext cx="328990" cy="192414"/>
              </a:xfrm>
              <a:custGeom>
                <a:rect b="b" l="l" r="r" t="t"/>
                <a:pathLst>
                  <a:path extrusionOk="0" h="1051" w="1797">
                    <a:moveTo>
                      <a:pt x="967" y="1"/>
                    </a:moveTo>
                    <a:lnTo>
                      <a:pt x="0" y="533"/>
                    </a:lnTo>
                    <a:lnTo>
                      <a:pt x="829" y="1051"/>
                    </a:lnTo>
                    <a:lnTo>
                      <a:pt x="1796" y="488"/>
                    </a:lnTo>
                    <a:lnTo>
                      <a:pt x="967" y="1"/>
                    </a:lnTo>
                    <a:close/>
                  </a:path>
                </a:pathLst>
              </a:custGeom>
              <a:solidFill>
                <a:srgbClr val="F5F5F5">
                  <a:alpha val="6398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81" name="Google Shape;981;p32"/>
              <p:cNvSpPr/>
              <p:nvPr/>
            </p:nvSpPr>
            <p:spPr>
              <a:xfrm>
                <a:off x="5424136" y="2748861"/>
                <a:ext cx="280841" cy="311781"/>
              </a:xfrm>
              <a:custGeom>
                <a:rect b="b" l="l" r="r" t="t"/>
                <a:pathLst>
                  <a:path extrusionOk="0" h="1703" w="1534">
                    <a:moveTo>
                      <a:pt x="705" y="0"/>
                    </a:moveTo>
                    <a:lnTo>
                      <a:pt x="0" y="1219"/>
                    </a:lnTo>
                    <a:lnTo>
                      <a:pt x="844" y="1702"/>
                    </a:lnTo>
                    <a:lnTo>
                      <a:pt x="1534" y="518"/>
                    </a:lnTo>
                    <a:lnTo>
                      <a:pt x="705" y="0"/>
                    </a:lnTo>
                    <a:close/>
                  </a:path>
                </a:pathLst>
              </a:custGeom>
              <a:solidFill>
                <a:srgbClr val="F5F5F5">
                  <a:alpha val="3416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82" name="Google Shape;982;p32"/>
              <p:cNvSpPr/>
              <p:nvPr/>
            </p:nvSpPr>
            <p:spPr>
              <a:xfrm>
                <a:off x="5727497" y="2548392"/>
                <a:ext cx="154700" cy="192414"/>
              </a:xfrm>
              <a:custGeom>
                <a:rect b="b" l="l" r="r" t="t"/>
                <a:pathLst>
                  <a:path extrusionOk="0" h="1051" w="845">
                    <a:moveTo>
                      <a:pt x="0" y="0"/>
                    </a:moveTo>
                    <a:lnTo>
                      <a:pt x="0" y="563"/>
                    </a:lnTo>
                    <a:lnTo>
                      <a:pt x="844" y="1050"/>
                    </a:lnTo>
                    <a:lnTo>
                      <a:pt x="844" y="48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5F5F5">
                  <a:alpha val="3416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83" name="Google Shape;983;p32"/>
              <p:cNvSpPr/>
              <p:nvPr/>
            </p:nvSpPr>
            <p:spPr>
              <a:xfrm>
                <a:off x="5424136" y="2971848"/>
                <a:ext cx="154517" cy="294755"/>
              </a:xfrm>
              <a:custGeom>
                <a:rect b="b" l="l" r="r" t="t"/>
                <a:pathLst>
                  <a:path extrusionOk="0" h="1610" w="844">
                    <a:moveTo>
                      <a:pt x="0" y="1"/>
                    </a:moveTo>
                    <a:lnTo>
                      <a:pt x="0" y="1126"/>
                    </a:lnTo>
                    <a:lnTo>
                      <a:pt x="844" y="1609"/>
                    </a:lnTo>
                    <a:lnTo>
                      <a:pt x="844" y="484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F5F5F5">
                  <a:alpha val="6398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84" name="Google Shape;984;p32"/>
              <p:cNvSpPr/>
              <p:nvPr/>
            </p:nvSpPr>
            <p:spPr>
              <a:xfrm>
                <a:off x="6242312" y="2305267"/>
                <a:ext cx="243127" cy="191865"/>
              </a:xfrm>
              <a:custGeom>
                <a:rect b="b" l="l" r="r" t="t"/>
                <a:pathLst>
                  <a:path extrusionOk="0" h="1048" w="1328">
                    <a:moveTo>
                      <a:pt x="484" y="1"/>
                    </a:moveTo>
                    <a:lnTo>
                      <a:pt x="1" y="282"/>
                    </a:lnTo>
                    <a:lnTo>
                      <a:pt x="360" y="1047"/>
                    </a:lnTo>
                    <a:lnTo>
                      <a:pt x="1328" y="485"/>
                    </a:lnTo>
                    <a:lnTo>
                      <a:pt x="484" y="1"/>
                    </a:lnTo>
                    <a:close/>
                  </a:path>
                </a:pathLst>
              </a:custGeom>
              <a:solidFill>
                <a:srgbClr val="F5F5F5">
                  <a:alpha val="6398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85" name="Google Shape;985;p32"/>
              <p:cNvSpPr/>
              <p:nvPr/>
            </p:nvSpPr>
            <p:spPr>
              <a:xfrm>
                <a:off x="5727497" y="2328700"/>
                <a:ext cx="280292" cy="309035"/>
              </a:xfrm>
              <a:custGeom>
                <a:rect b="b" l="l" r="r" t="t"/>
                <a:pathLst>
                  <a:path extrusionOk="0" h="1688" w="1531">
                    <a:moveTo>
                      <a:pt x="687" y="0"/>
                    </a:moveTo>
                    <a:lnTo>
                      <a:pt x="0" y="1200"/>
                    </a:lnTo>
                    <a:lnTo>
                      <a:pt x="844" y="1688"/>
                    </a:lnTo>
                    <a:lnTo>
                      <a:pt x="1530" y="499"/>
                    </a:lnTo>
                    <a:lnTo>
                      <a:pt x="687" y="0"/>
                    </a:lnTo>
                    <a:close/>
                  </a:path>
                </a:pathLst>
              </a:custGeom>
              <a:solidFill>
                <a:srgbClr val="F5F5F5">
                  <a:alpha val="3416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986" name="Google Shape;986;p32"/>
            <p:cNvGrpSpPr/>
            <p:nvPr/>
          </p:nvGrpSpPr>
          <p:grpSpPr>
            <a:xfrm>
              <a:off x="6319687" y="1294946"/>
              <a:ext cx="853295" cy="797776"/>
              <a:chOff x="5424136" y="2234050"/>
              <a:chExt cx="1184145" cy="1107253"/>
            </a:xfrm>
          </p:grpSpPr>
          <p:sp>
            <p:nvSpPr>
              <p:cNvPr id="987" name="Google Shape;987;p32"/>
              <p:cNvSpPr/>
              <p:nvPr/>
            </p:nvSpPr>
            <p:spPr>
              <a:xfrm>
                <a:off x="5424136" y="2234050"/>
                <a:ext cx="1184145" cy="1107253"/>
              </a:xfrm>
              <a:custGeom>
                <a:rect b="b" l="l" r="r" t="t"/>
                <a:pathLst>
                  <a:path extrusionOk="0" h="6048" w="6468">
                    <a:moveTo>
                      <a:pt x="3300" y="0"/>
                    </a:moveTo>
                    <a:lnTo>
                      <a:pt x="2377" y="532"/>
                    </a:lnTo>
                    <a:lnTo>
                      <a:pt x="1657" y="1717"/>
                    </a:lnTo>
                    <a:lnTo>
                      <a:pt x="1672" y="2280"/>
                    </a:lnTo>
                    <a:lnTo>
                      <a:pt x="705" y="2812"/>
                    </a:lnTo>
                    <a:lnTo>
                      <a:pt x="0" y="4031"/>
                    </a:lnTo>
                    <a:lnTo>
                      <a:pt x="0" y="5156"/>
                    </a:lnTo>
                    <a:lnTo>
                      <a:pt x="1519" y="6048"/>
                    </a:lnTo>
                    <a:lnTo>
                      <a:pt x="5797" y="3577"/>
                    </a:lnTo>
                    <a:lnTo>
                      <a:pt x="6468" y="2392"/>
                    </a:lnTo>
                    <a:lnTo>
                      <a:pt x="6468" y="1282"/>
                    </a:lnTo>
                    <a:lnTo>
                      <a:pt x="4953" y="390"/>
                    </a:lnTo>
                    <a:lnTo>
                      <a:pt x="4470" y="671"/>
                    </a:lnTo>
                    <a:lnTo>
                      <a:pt x="3300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88" name="Google Shape;988;p32"/>
              <p:cNvSpPr/>
              <p:nvPr/>
            </p:nvSpPr>
            <p:spPr>
              <a:xfrm>
                <a:off x="5850342" y="2234050"/>
                <a:ext cx="332469" cy="191682"/>
              </a:xfrm>
              <a:custGeom>
                <a:rect b="b" l="l" r="r" t="t"/>
                <a:pathLst>
                  <a:path extrusionOk="0" h="1047" w="1816">
                    <a:moveTo>
                      <a:pt x="972" y="0"/>
                    </a:moveTo>
                    <a:lnTo>
                      <a:pt x="1" y="562"/>
                    </a:lnTo>
                    <a:lnTo>
                      <a:pt x="844" y="1046"/>
                    </a:lnTo>
                    <a:lnTo>
                      <a:pt x="1815" y="484"/>
                    </a:lnTo>
                    <a:lnTo>
                      <a:pt x="972" y="0"/>
                    </a:lnTo>
                    <a:close/>
                  </a:path>
                </a:pathLst>
              </a:custGeom>
              <a:solidFill>
                <a:srgbClr val="F5F5F5">
                  <a:alpha val="6398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89" name="Google Shape;989;p32"/>
              <p:cNvSpPr/>
              <p:nvPr/>
            </p:nvSpPr>
            <p:spPr>
              <a:xfrm>
                <a:off x="5553206" y="2651281"/>
                <a:ext cx="328990" cy="192414"/>
              </a:xfrm>
              <a:custGeom>
                <a:rect b="b" l="l" r="r" t="t"/>
                <a:pathLst>
                  <a:path extrusionOk="0" h="1051" w="1797">
                    <a:moveTo>
                      <a:pt x="967" y="1"/>
                    </a:moveTo>
                    <a:lnTo>
                      <a:pt x="0" y="533"/>
                    </a:lnTo>
                    <a:lnTo>
                      <a:pt x="829" y="1051"/>
                    </a:lnTo>
                    <a:lnTo>
                      <a:pt x="1796" y="488"/>
                    </a:lnTo>
                    <a:lnTo>
                      <a:pt x="967" y="1"/>
                    </a:lnTo>
                    <a:close/>
                  </a:path>
                </a:pathLst>
              </a:custGeom>
              <a:solidFill>
                <a:srgbClr val="F5F5F5">
                  <a:alpha val="6398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90" name="Google Shape;990;p32"/>
              <p:cNvSpPr/>
              <p:nvPr/>
            </p:nvSpPr>
            <p:spPr>
              <a:xfrm>
                <a:off x="5424136" y="2748861"/>
                <a:ext cx="280841" cy="311781"/>
              </a:xfrm>
              <a:custGeom>
                <a:rect b="b" l="l" r="r" t="t"/>
                <a:pathLst>
                  <a:path extrusionOk="0" h="1703" w="1534">
                    <a:moveTo>
                      <a:pt x="705" y="0"/>
                    </a:moveTo>
                    <a:lnTo>
                      <a:pt x="0" y="1219"/>
                    </a:lnTo>
                    <a:lnTo>
                      <a:pt x="844" y="1702"/>
                    </a:lnTo>
                    <a:lnTo>
                      <a:pt x="1534" y="518"/>
                    </a:lnTo>
                    <a:lnTo>
                      <a:pt x="705" y="0"/>
                    </a:lnTo>
                    <a:close/>
                  </a:path>
                </a:pathLst>
              </a:custGeom>
              <a:solidFill>
                <a:srgbClr val="F5F5F5">
                  <a:alpha val="3416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91" name="Google Shape;991;p32"/>
              <p:cNvSpPr/>
              <p:nvPr/>
            </p:nvSpPr>
            <p:spPr>
              <a:xfrm>
                <a:off x="5727497" y="2548392"/>
                <a:ext cx="154700" cy="192414"/>
              </a:xfrm>
              <a:custGeom>
                <a:rect b="b" l="l" r="r" t="t"/>
                <a:pathLst>
                  <a:path extrusionOk="0" h="1051" w="845">
                    <a:moveTo>
                      <a:pt x="0" y="0"/>
                    </a:moveTo>
                    <a:lnTo>
                      <a:pt x="0" y="563"/>
                    </a:lnTo>
                    <a:lnTo>
                      <a:pt x="844" y="1050"/>
                    </a:lnTo>
                    <a:lnTo>
                      <a:pt x="844" y="48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5F5F5">
                  <a:alpha val="3416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92" name="Google Shape;992;p32"/>
              <p:cNvSpPr/>
              <p:nvPr/>
            </p:nvSpPr>
            <p:spPr>
              <a:xfrm>
                <a:off x="5424136" y="2971848"/>
                <a:ext cx="154517" cy="294755"/>
              </a:xfrm>
              <a:custGeom>
                <a:rect b="b" l="l" r="r" t="t"/>
                <a:pathLst>
                  <a:path extrusionOk="0" h="1610" w="844">
                    <a:moveTo>
                      <a:pt x="0" y="1"/>
                    </a:moveTo>
                    <a:lnTo>
                      <a:pt x="0" y="1126"/>
                    </a:lnTo>
                    <a:lnTo>
                      <a:pt x="844" y="1609"/>
                    </a:lnTo>
                    <a:lnTo>
                      <a:pt x="844" y="484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F5F5F5">
                  <a:alpha val="6398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93" name="Google Shape;993;p32"/>
              <p:cNvSpPr/>
              <p:nvPr/>
            </p:nvSpPr>
            <p:spPr>
              <a:xfrm>
                <a:off x="6242312" y="2305267"/>
                <a:ext cx="243127" cy="191865"/>
              </a:xfrm>
              <a:custGeom>
                <a:rect b="b" l="l" r="r" t="t"/>
                <a:pathLst>
                  <a:path extrusionOk="0" h="1048" w="1328">
                    <a:moveTo>
                      <a:pt x="484" y="1"/>
                    </a:moveTo>
                    <a:lnTo>
                      <a:pt x="1" y="282"/>
                    </a:lnTo>
                    <a:lnTo>
                      <a:pt x="360" y="1047"/>
                    </a:lnTo>
                    <a:lnTo>
                      <a:pt x="1328" y="485"/>
                    </a:lnTo>
                    <a:lnTo>
                      <a:pt x="484" y="1"/>
                    </a:lnTo>
                    <a:close/>
                  </a:path>
                </a:pathLst>
              </a:custGeom>
              <a:solidFill>
                <a:srgbClr val="F5F5F5">
                  <a:alpha val="6398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94" name="Google Shape;994;p32"/>
              <p:cNvSpPr/>
              <p:nvPr/>
            </p:nvSpPr>
            <p:spPr>
              <a:xfrm>
                <a:off x="5727497" y="2328700"/>
                <a:ext cx="280292" cy="309035"/>
              </a:xfrm>
              <a:custGeom>
                <a:rect b="b" l="l" r="r" t="t"/>
                <a:pathLst>
                  <a:path extrusionOk="0" h="1688" w="1531">
                    <a:moveTo>
                      <a:pt x="687" y="0"/>
                    </a:moveTo>
                    <a:lnTo>
                      <a:pt x="0" y="1200"/>
                    </a:lnTo>
                    <a:lnTo>
                      <a:pt x="844" y="1688"/>
                    </a:lnTo>
                    <a:lnTo>
                      <a:pt x="1530" y="499"/>
                    </a:lnTo>
                    <a:lnTo>
                      <a:pt x="687" y="0"/>
                    </a:lnTo>
                    <a:close/>
                  </a:path>
                </a:pathLst>
              </a:custGeom>
              <a:solidFill>
                <a:srgbClr val="F5F5F5">
                  <a:alpha val="3416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 1">
  <p:cSld name="CUSTOM_9_1">
    <p:spTree>
      <p:nvGrpSpPr>
        <p:cNvPr id="995" name="Shape 9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6" name="Google Shape;996;p33"/>
          <p:cNvSpPr/>
          <p:nvPr/>
        </p:nvSpPr>
        <p:spPr>
          <a:xfrm>
            <a:off x="280800" y="279300"/>
            <a:ext cx="8582400" cy="45849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7" name="Google Shape;997;p33"/>
          <p:cNvSpPr/>
          <p:nvPr/>
        </p:nvSpPr>
        <p:spPr>
          <a:xfrm>
            <a:off x="281825" y="4702200"/>
            <a:ext cx="8582400" cy="162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998" name="Google Shape;998;p33"/>
          <p:cNvGrpSpPr/>
          <p:nvPr/>
        </p:nvGrpSpPr>
        <p:grpSpPr>
          <a:xfrm>
            <a:off x="8052625" y="3862232"/>
            <a:ext cx="690806" cy="1183135"/>
            <a:chOff x="367825" y="3862232"/>
            <a:chExt cx="690806" cy="1183135"/>
          </a:xfrm>
        </p:grpSpPr>
        <p:grpSp>
          <p:nvGrpSpPr>
            <p:cNvPr id="999" name="Google Shape;999;p33"/>
            <p:cNvGrpSpPr/>
            <p:nvPr/>
          </p:nvGrpSpPr>
          <p:grpSpPr>
            <a:xfrm>
              <a:off x="744487" y="3862232"/>
              <a:ext cx="314144" cy="1183135"/>
              <a:chOff x="8297005" y="513279"/>
              <a:chExt cx="159084" cy="599177"/>
            </a:xfrm>
          </p:grpSpPr>
          <p:sp>
            <p:nvSpPr>
              <p:cNvPr id="1000" name="Google Shape;1000;p33"/>
              <p:cNvSpPr/>
              <p:nvPr/>
            </p:nvSpPr>
            <p:spPr>
              <a:xfrm>
                <a:off x="8388526" y="1082678"/>
                <a:ext cx="42392" cy="29778"/>
              </a:xfrm>
              <a:custGeom>
                <a:rect b="b" l="l" r="r" t="t"/>
                <a:pathLst>
                  <a:path extrusionOk="0" h="517" w="736">
                    <a:moveTo>
                      <a:pt x="735" y="1"/>
                    </a:moveTo>
                    <a:lnTo>
                      <a:pt x="1" y="216"/>
                    </a:lnTo>
                    <a:lnTo>
                      <a:pt x="194" y="517"/>
                    </a:lnTo>
                    <a:lnTo>
                      <a:pt x="735" y="190"/>
                    </a:lnTo>
                    <a:lnTo>
                      <a:pt x="735" y="1"/>
                    </a:lnTo>
                    <a:close/>
                  </a:path>
                </a:pathLst>
              </a:custGeom>
              <a:solidFill>
                <a:srgbClr val="87878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01" name="Google Shape;1001;p33"/>
              <p:cNvSpPr/>
              <p:nvPr/>
            </p:nvSpPr>
            <p:spPr>
              <a:xfrm>
                <a:off x="8322751" y="1038732"/>
                <a:ext cx="108168" cy="62090"/>
              </a:xfrm>
              <a:custGeom>
                <a:rect b="b" l="l" r="r" t="t"/>
                <a:pathLst>
                  <a:path extrusionOk="0" h="1078" w="1878">
                    <a:moveTo>
                      <a:pt x="546" y="0"/>
                    </a:moveTo>
                    <a:lnTo>
                      <a:pt x="1" y="314"/>
                    </a:lnTo>
                    <a:lnTo>
                      <a:pt x="1" y="764"/>
                    </a:lnTo>
                    <a:lnTo>
                      <a:pt x="546" y="1077"/>
                    </a:lnTo>
                    <a:lnTo>
                      <a:pt x="1336" y="1077"/>
                    </a:lnTo>
                    <a:lnTo>
                      <a:pt x="1877" y="764"/>
                    </a:lnTo>
                    <a:lnTo>
                      <a:pt x="1877" y="314"/>
                    </a:lnTo>
                    <a:lnTo>
                      <a:pt x="1336" y="0"/>
                    </a:lnTo>
                    <a:close/>
                  </a:path>
                </a:pathLst>
              </a:custGeom>
              <a:solidFill>
                <a:srgbClr val="F5F5F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02" name="Google Shape;1002;p33"/>
              <p:cNvSpPr/>
              <p:nvPr/>
            </p:nvSpPr>
            <p:spPr>
              <a:xfrm>
                <a:off x="8339281" y="1047372"/>
                <a:ext cx="75280" cy="21311"/>
              </a:xfrm>
              <a:custGeom>
                <a:rect b="b" l="l" r="r" t="t"/>
                <a:pathLst>
                  <a:path extrusionOk="0" h="370" w="1307">
                    <a:moveTo>
                      <a:pt x="379" y="0"/>
                    </a:moveTo>
                    <a:lnTo>
                      <a:pt x="1" y="219"/>
                    </a:lnTo>
                    <a:lnTo>
                      <a:pt x="1" y="369"/>
                    </a:lnTo>
                    <a:lnTo>
                      <a:pt x="1306" y="369"/>
                    </a:lnTo>
                    <a:lnTo>
                      <a:pt x="1306" y="219"/>
                    </a:lnTo>
                    <a:lnTo>
                      <a:pt x="924" y="0"/>
                    </a:lnTo>
                    <a:close/>
                  </a:path>
                </a:pathLst>
              </a:custGeom>
              <a:solidFill>
                <a:srgbClr val="A39C9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03" name="Google Shape;1003;p33"/>
              <p:cNvSpPr/>
              <p:nvPr/>
            </p:nvSpPr>
            <p:spPr>
              <a:xfrm>
                <a:off x="8339281" y="1056011"/>
                <a:ext cx="75280" cy="34443"/>
              </a:xfrm>
              <a:custGeom>
                <a:rect b="b" l="l" r="r" t="t"/>
                <a:pathLst>
                  <a:path extrusionOk="0" h="598" w="1307">
                    <a:moveTo>
                      <a:pt x="379" y="0"/>
                    </a:moveTo>
                    <a:lnTo>
                      <a:pt x="1" y="219"/>
                    </a:lnTo>
                    <a:lnTo>
                      <a:pt x="1" y="382"/>
                    </a:lnTo>
                    <a:lnTo>
                      <a:pt x="379" y="598"/>
                    </a:lnTo>
                    <a:lnTo>
                      <a:pt x="924" y="598"/>
                    </a:lnTo>
                    <a:lnTo>
                      <a:pt x="1306" y="382"/>
                    </a:lnTo>
                    <a:lnTo>
                      <a:pt x="1306" y="219"/>
                    </a:lnTo>
                    <a:lnTo>
                      <a:pt x="924" y="0"/>
                    </a:lnTo>
                    <a:close/>
                  </a:path>
                </a:pathLst>
              </a:custGeom>
              <a:solidFill>
                <a:srgbClr val="5E4439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04" name="Google Shape;1004;p33"/>
              <p:cNvSpPr/>
              <p:nvPr/>
            </p:nvSpPr>
            <p:spPr>
              <a:xfrm>
                <a:off x="8350224" y="1100764"/>
                <a:ext cx="49476" cy="11692"/>
              </a:xfrm>
              <a:custGeom>
                <a:rect b="b" l="l" r="r" t="t"/>
                <a:pathLst>
                  <a:path extrusionOk="0" h="203" w="859">
                    <a:moveTo>
                      <a:pt x="69" y="0"/>
                    </a:moveTo>
                    <a:lnTo>
                      <a:pt x="0" y="26"/>
                    </a:lnTo>
                    <a:lnTo>
                      <a:pt x="69" y="203"/>
                    </a:lnTo>
                    <a:lnTo>
                      <a:pt x="859" y="203"/>
                    </a:lnTo>
                    <a:lnTo>
                      <a:pt x="859" y="0"/>
                    </a:lnTo>
                    <a:close/>
                  </a:path>
                </a:pathLst>
              </a:custGeom>
              <a:solidFill>
                <a:srgbClr val="87878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05" name="Google Shape;1005;p33"/>
              <p:cNvSpPr/>
              <p:nvPr/>
            </p:nvSpPr>
            <p:spPr>
              <a:xfrm>
                <a:off x="8322751" y="1082678"/>
                <a:ext cx="31448" cy="29778"/>
              </a:xfrm>
              <a:custGeom>
                <a:rect b="b" l="l" r="r" t="t"/>
                <a:pathLst>
                  <a:path extrusionOk="0" h="517" w="546">
                    <a:moveTo>
                      <a:pt x="1" y="1"/>
                    </a:moveTo>
                    <a:lnTo>
                      <a:pt x="1" y="190"/>
                    </a:lnTo>
                    <a:lnTo>
                      <a:pt x="546" y="517"/>
                    </a:lnTo>
                    <a:lnTo>
                      <a:pt x="546" y="314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rgbClr val="87878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06" name="Google Shape;1006;p33"/>
              <p:cNvSpPr/>
              <p:nvPr/>
            </p:nvSpPr>
            <p:spPr>
              <a:xfrm>
                <a:off x="8331390" y="1043397"/>
                <a:ext cx="90889" cy="51780"/>
              </a:xfrm>
              <a:custGeom>
                <a:rect b="b" l="l" r="r" t="t"/>
                <a:pathLst>
                  <a:path extrusionOk="0" h="899" w="1578">
                    <a:moveTo>
                      <a:pt x="464" y="1"/>
                    </a:moveTo>
                    <a:lnTo>
                      <a:pt x="1" y="262"/>
                    </a:lnTo>
                    <a:lnTo>
                      <a:pt x="1" y="641"/>
                    </a:lnTo>
                    <a:lnTo>
                      <a:pt x="464" y="898"/>
                    </a:lnTo>
                    <a:lnTo>
                      <a:pt x="1117" y="898"/>
                    </a:lnTo>
                    <a:lnTo>
                      <a:pt x="1577" y="641"/>
                    </a:lnTo>
                    <a:lnTo>
                      <a:pt x="1577" y="262"/>
                    </a:lnTo>
                    <a:lnTo>
                      <a:pt x="1117" y="1"/>
                    </a:lnTo>
                    <a:close/>
                  </a:path>
                </a:pathLst>
              </a:custGeom>
              <a:solidFill>
                <a:srgbClr val="2D2C3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07" name="Google Shape;1007;p33"/>
              <p:cNvSpPr/>
              <p:nvPr/>
            </p:nvSpPr>
            <p:spPr>
              <a:xfrm>
                <a:off x="8372169" y="968234"/>
                <a:ext cx="9504" cy="120724"/>
              </a:xfrm>
              <a:custGeom>
                <a:rect b="b" l="l" r="r" t="t"/>
                <a:pathLst>
                  <a:path extrusionOk="0" h="2096" w="165">
                    <a:moveTo>
                      <a:pt x="1" y="0"/>
                    </a:moveTo>
                    <a:lnTo>
                      <a:pt x="1" y="2096"/>
                    </a:lnTo>
                    <a:lnTo>
                      <a:pt x="164" y="2096"/>
                    </a:lnTo>
                    <a:lnTo>
                      <a:pt x="164" y="0"/>
                    </a:lnTo>
                    <a:close/>
                  </a:path>
                </a:pathLst>
              </a:custGeom>
              <a:solidFill>
                <a:srgbClr val="50505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08" name="Google Shape;1008;p33"/>
              <p:cNvSpPr/>
              <p:nvPr/>
            </p:nvSpPr>
            <p:spPr>
              <a:xfrm>
                <a:off x="8381614" y="964433"/>
                <a:ext cx="6969" cy="124526"/>
              </a:xfrm>
              <a:custGeom>
                <a:rect b="b" l="l" r="r" t="t"/>
                <a:pathLst>
                  <a:path extrusionOk="0" h="2162" w="121">
                    <a:moveTo>
                      <a:pt x="121" y="1"/>
                    </a:moveTo>
                    <a:lnTo>
                      <a:pt x="0" y="66"/>
                    </a:lnTo>
                    <a:lnTo>
                      <a:pt x="0" y="2162"/>
                    </a:lnTo>
                    <a:lnTo>
                      <a:pt x="121" y="2093"/>
                    </a:lnTo>
                    <a:lnTo>
                      <a:pt x="121" y="1"/>
                    </a:lnTo>
                    <a:close/>
                  </a:path>
                </a:pathLst>
              </a:custGeom>
              <a:solidFill>
                <a:srgbClr val="50505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09" name="Google Shape;1009;p33"/>
              <p:cNvSpPr/>
              <p:nvPr/>
            </p:nvSpPr>
            <p:spPr>
              <a:xfrm>
                <a:off x="8365027" y="964433"/>
                <a:ext cx="7200" cy="124526"/>
              </a:xfrm>
              <a:custGeom>
                <a:rect b="b" l="l" r="r" t="t"/>
                <a:pathLst>
                  <a:path extrusionOk="0" h="2162" w="125">
                    <a:moveTo>
                      <a:pt x="1" y="1"/>
                    </a:moveTo>
                    <a:lnTo>
                      <a:pt x="1" y="2093"/>
                    </a:lnTo>
                    <a:lnTo>
                      <a:pt x="125" y="2162"/>
                    </a:lnTo>
                    <a:lnTo>
                      <a:pt x="125" y="66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rgbClr val="50505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10" name="Google Shape;1010;p33"/>
              <p:cNvSpPr/>
              <p:nvPr/>
            </p:nvSpPr>
            <p:spPr>
              <a:xfrm>
                <a:off x="8365027" y="955044"/>
                <a:ext cx="23557" cy="13247"/>
              </a:xfrm>
              <a:custGeom>
                <a:rect b="b" l="l" r="r" t="t"/>
                <a:pathLst>
                  <a:path extrusionOk="0" h="230" w="409">
                    <a:moveTo>
                      <a:pt x="125" y="1"/>
                    </a:moveTo>
                    <a:lnTo>
                      <a:pt x="1" y="66"/>
                    </a:lnTo>
                    <a:lnTo>
                      <a:pt x="1" y="164"/>
                    </a:lnTo>
                    <a:lnTo>
                      <a:pt x="125" y="229"/>
                    </a:lnTo>
                    <a:lnTo>
                      <a:pt x="288" y="229"/>
                    </a:lnTo>
                    <a:lnTo>
                      <a:pt x="409" y="164"/>
                    </a:lnTo>
                    <a:lnTo>
                      <a:pt x="409" y="66"/>
                    </a:lnTo>
                    <a:lnTo>
                      <a:pt x="288" y="1"/>
                    </a:lnTo>
                    <a:close/>
                  </a:path>
                </a:pathLst>
              </a:custGeom>
              <a:solidFill>
                <a:srgbClr val="50505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11" name="Google Shape;1011;p33"/>
              <p:cNvSpPr/>
              <p:nvPr/>
            </p:nvSpPr>
            <p:spPr>
              <a:xfrm>
                <a:off x="8297005" y="513279"/>
                <a:ext cx="159084" cy="470053"/>
              </a:xfrm>
              <a:custGeom>
                <a:rect b="b" l="l" r="r" t="t"/>
                <a:pathLst>
                  <a:path extrusionOk="0" h="8161" w="2762">
                    <a:moveTo>
                      <a:pt x="1388" y="0"/>
                    </a:moveTo>
                    <a:lnTo>
                      <a:pt x="0" y="7031"/>
                    </a:lnTo>
                    <a:lnTo>
                      <a:pt x="0" y="7684"/>
                    </a:lnTo>
                    <a:lnTo>
                      <a:pt x="816" y="8160"/>
                    </a:lnTo>
                    <a:lnTo>
                      <a:pt x="1959" y="8160"/>
                    </a:lnTo>
                    <a:lnTo>
                      <a:pt x="2762" y="7684"/>
                    </a:lnTo>
                    <a:lnTo>
                      <a:pt x="2762" y="7031"/>
                    </a:lnTo>
                    <a:lnTo>
                      <a:pt x="1388" y="0"/>
                    </a:lnTo>
                    <a:close/>
                  </a:path>
                </a:pathLst>
              </a:custGeom>
              <a:solidFill>
                <a:srgbClr val="7FA31D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12" name="Google Shape;1012;p33"/>
              <p:cNvSpPr/>
              <p:nvPr/>
            </p:nvSpPr>
            <p:spPr>
              <a:xfrm>
                <a:off x="8344004" y="513279"/>
                <a:ext cx="112085" cy="470053"/>
              </a:xfrm>
              <a:custGeom>
                <a:rect b="b" l="l" r="r" t="t"/>
                <a:pathLst>
                  <a:path extrusionOk="0" h="8161" w="1946">
                    <a:moveTo>
                      <a:pt x="572" y="0"/>
                    </a:moveTo>
                    <a:lnTo>
                      <a:pt x="0" y="8160"/>
                    </a:lnTo>
                    <a:lnTo>
                      <a:pt x="1143" y="8160"/>
                    </a:lnTo>
                    <a:lnTo>
                      <a:pt x="1946" y="7684"/>
                    </a:lnTo>
                    <a:lnTo>
                      <a:pt x="1946" y="7031"/>
                    </a:lnTo>
                    <a:lnTo>
                      <a:pt x="572" y="0"/>
                    </a:lnTo>
                    <a:close/>
                  </a:path>
                </a:pathLst>
              </a:custGeom>
              <a:solidFill>
                <a:srgbClr val="2D2C37">
                  <a:alpha val="3354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013" name="Google Shape;1013;p33"/>
            <p:cNvGrpSpPr/>
            <p:nvPr/>
          </p:nvGrpSpPr>
          <p:grpSpPr>
            <a:xfrm>
              <a:off x="367825" y="4612356"/>
              <a:ext cx="283952" cy="404337"/>
              <a:chOff x="6191950" y="4314625"/>
              <a:chExt cx="330100" cy="470050"/>
            </a:xfrm>
          </p:grpSpPr>
          <p:sp>
            <p:nvSpPr>
              <p:cNvPr id="1014" name="Google Shape;1014;p33"/>
              <p:cNvSpPr/>
              <p:nvPr/>
            </p:nvSpPr>
            <p:spPr>
              <a:xfrm>
                <a:off x="6191950" y="4601275"/>
                <a:ext cx="330100" cy="183400"/>
              </a:xfrm>
              <a:custGeom>
                <a:rect b="b" l="l" r="r" t="t"/>
                <a:pathLst>
                  <a:path extrusionOk="0" h="7336" w="13204">
                    <a:moveTo>
                      <a:pt x="6664" y="1"/>
                    </a:moveTo>
                    <a:cubicBezTo>
                      <a:pt x="6066" y="1"/>
                      <a:pt x="5439" y="145"/>
                      <a:pt x="4949" y="427"/>
                    </a:cubicBezTo>
                    <a:lnTo>
                      <a:pt x="993" y="2711"/>
                    </a:lnTo>
                    <a:cubicBezTo>
                      <a:pt x="95" y="3230"/>
                      <a:pt x="1" y="4017"/>
                      <a:pt x="774" y="4467"/>
                    </a:cubicBezTo>
                    <a:lnTo>
                      <a:pt x="5207" y="7036"/>
                    </a:lnTo>
                    <a:cubicBezTo>
                      <a:pt x="5555" y="7238"/>
                      <a:pt x="6023" y="7336"/>
                      <a:pt x="6514" y="7336"/>
                    </a:cubicBezTo>
                    <a:cubicBezTo>
                      <a:pt x="7119" y="7336"/>
                      <a:pt x="7760" y="7187"/>
                      <a:pt x="8256" y="6902"/>
                    </a:cubicBezTo>
                    <a:lnTo>
                      <a:pt x="12212" y="4618"/>
                    </a:lnTo>
                    <a:cubicBezTo>
                      <a:pt x="13109" y="4099"/>
                      <a:pt x="13204" y="3312"/>
                      <a:pt x="12430" y="2862"/>
                    </a:cubicBezTo>
                    <a:lnTo>
                      <a:pt x="7998" y="306"/>
                    </a:lnTo>
                    <a:cubicBezTo>
                      <a:pt x="7639" y="101"/>
                      <a:pt x="7162" y="1"/>
                      <a:pt x="6664" y="1"/>
                    </a:cubicBezTo>
                    <a:close/>
                  </a:path>
                </a:pathLst>
              </a:custGeom>
              <a:solidFill>
                <a:srgbClr val="87878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15" name="Google Shape;1015;p33"/>
              <p:cNvSpPr/>
              <p:nvPr/>
            </p:nvSpPr>
            <p:spPr>
              <a:xfrm>
                <a:off x="6191950" y="4593500"/>
                <a:ext cx="330100" cy="183500"/>
              </a:xfrm>
              <a:custGeom>
                <a:rect b="b" l="l" r="r" t="t"/>
                <a:pathLst>
                  <a:path extrusionOk="0" h="7340" w="13204">
                    <a:moveTo>
                      <a:pt x="6664" y="0"/>
                    </a:moveTo>
                    <a:cubicBezTo>
                      <a:pt x="6066" y="0"/>
                      <a:pt x="5439" y="144"/>
                      <a:pt x="4949" y="428"/>
                    </a:cubicBezTo>
                    <a:lnTo>
                      <a:pt x="2462" y="1867"/>
                    </a:lnTo>
                    <a:lnTo>
                      <a:pt x="993" y="2725"/>
                    </a:lnTo>
                    <a:cubicBezTo>
                      <a:pt x="95" y="3241"/>
                      <a:pt x="1" y="4031"/>
                      <a:pt x="774" y="4478"/>
                    </a:cubicBezTo>
                    <a:lnTo>
                      <a:pt x="2759" y="5621"/>
                    </a:lnTo>
                    <a:lnTo>
                      <a:pt x="5207" y="7037"/>
                    </a:lnTo>
                    <a:cubicBezTo>
                      <a:pt x="5559" y="7240"/>
                      <a:pt x="6034" y="7339"/>
                      <a:pt x="6532" y="7339"/>
                    </a:cubicBezTo>
                    <a:cubicBezTo>
                      <a:pt x="7132" y="7339"/>
                      <a:pt x="7765" y="7195"/>
                      <a:pt x="8256" y="6913"/>
                    </a:cubicBezTo>
                    <a:lnTo>
                      <a:pt x="12212" y="4628"/>
                    </a:lnTo>
                    <a:cubicBezTo>
                      <a:pt x="13109" y="4113"/>
                      <a:pt x="13204" y="3323"/>
                      <a:pt x="12430" y="2876"/>
                    </a:cubicBezTo>
                    <a:lnTo>
                      <a:pt x="7998" y="303"/>
                    </a:lnTo>
                    <a:cubicBezTo>
                      <a:pt x="7639" y="100"/>
                      <a:pt x="7162" y="0"/>
                      <a:pt x="6664" y="0"/>
                    </a:cubicBezTo>
                    <a:close/>
                  </a:path>
                </a:pathLst>
              </a:custGeom>
              <a:solidFill>
                <a:srgbClr val="2D2C3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16" name="Google Shape;1016;p33"/>
              <p:cNvSpPr/>
              <p:nvPr/>
            </p:nvSpPr>
            <p:spPr>
              <a:xfrm>
                <a:off x="6248675" y="4639175"/>
                <a:ext cx="218300" cy="105225"/>
              </a:xfrm>
              <a:custGeom>
                <a:rect b="b" l="l" r="r" t="t"/>
                <a:pathLst>
                  <a:path extrusionOk="0" h="4209" w="8732">
                    <a:moveTo>
                      <a:pt x="914" y="1"/>
                    </a:moveTo>
                    <a:lnTo>
                      <a:pt x="111" y="1130"/>
                    </a:lnTo>
                    <a:cubicBezTo>
                      <a:pt x="43" y="1319"/>
                      <a:pt x="0" y="1509"/>
                      <a:pt x="0" y="1701"/>
                    </a:cubicBezTo>
                    <a:cubicBezTo>
                      <a:pt x="0" y="2204"/>
                      <a:pt x="275" y="2720"/>
                      <a:pt x="803" y="3154"/>
                    </a:cubicBezTo>
                    <a:cubicBezTo>
                      <a:pt x="846" y="3183"/>
                      <a:pt x="885" y="3209"/>
                      <a:pt x="927" y="3235"/>
                    </a:cubicBezTo>
                    <a:cubicBezTo>
                      <a:pt x="1035" y="3317"/>
                      <a:pt x="1159" y="3399"/>
                      <a:pt x="1280" y="3467"/>
                    </a:cubicBezTo>
                    <a:cubicBezTo>
                      <a:pt x="2136" y="3960"/>
                      <a:pt x="3253" y="4208"/>
                      <a:pt x="4367" y="4208"/>
                    </a:cubicBezTo>
                    <a:cubicBezTo>
                      <a:pt x="5466" y="4208"/>
                      <a:pt x="6562" y="3967"/>
                      <a:pt x="7400" y="3480"/>
                    </a:cubicBezTo>
                    <a:cubicBezTo>
                      <a:pt x="8311" y="2951"/>
                      <a:pt x="8732" y="2243"/>
                      <a:pt x="8650" y="1564"/>
                    </a:cubicBezTo>
                    <a:lnTo>
                      <a:pt x="8666" y="1551"/>
                    </a:lnTo>
                    <a:lnTo>
                      <a:pt x="8650" y="1509"/>
                    </a:lnTo>
                    <a:cubicBezTo>
                      <a:pt x="8611" y="1319"/>
                      <a:pt x="8542" y="1130"/>
                      <a:pt x="8448" y="938"/>
                    </a:cubicBezTo>
                    <a:lnTo>
                      <a:pt x="7752" y="40"/>
                    </a:lnTo>
                    <a:lnTo>
                      <a:pt x="1714" y="1"/>
                    </a:lnTo>
                    <a:close/>
                  </a:path>
                </a:pathLst>
              </a:custGeom>
              <a:solidFill>
                <a:srgbClr val="E7363C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17" name="Google Shape;1017;p33"/>
              <p:cNvSpPr/>
              <p:nvPr/>
            </p:nvSpPr>
            <p:spPr>
              <a:xfrm>
                <a:off x="6248675" y="4678925"/>
                <a:ext cx="217650" cy="65475"/>
              </a:xfrm>
              <a:custGeom>
                <a:rect b="b" l="l" r="r" t="t"/>
                <a:pathLst>
                  <a:path extrusionOk="0" h="2619" w="8706">
                    <a:moveTo>
                      <a:pt x="17" y="0"/>
                    </a:moveTo>
                    <a:cubicBezTo>
                      <a:pt x="17" y="43"/>
                      <a:pt x="0" y="69"/>
                      <a:pt x="0" y="111"/>
                    </a:cubicBezTo>
                    <a:cubicBezTo>
                      <a:pt x="0" y="614"/>
                      <a:pt x="275" y="1130"/>
                      <a:pt x="803" y="1564"/>
                    </a:cubicBezTo>
                    <a:cubicBezTo>
                      <a:pt x="846" y="1593"/>
                      <a:pt x="885" y="1619"/>
                      <a:pt x="927" y="1645"/>
                    </a:cubicBezTo>
                    <a:cubicBezTo>
                      <a:pt x="1035" y="1727"/>
                      <a:pt x="1159" y="1809"/>
                      <a:pt x="1280" y="1877"/>
                    </a:cubicBezTo>
                    <a:cubicBezTo>
                      <a:pt x="2136" y="2370"/>
                      <a:pt x="3253" y="2618"/>
                      <a:pt x="4367" y="2618"/>
                    </a:cubicBezTo>
                    <a:cubicBezTo>
                      <a:pt x="5466" y="2618"/>
                      <a:pt x="6562" y="2377"/>
                      <a:pt x="7400" y="1890"/>
                    </a:cubicBezTo>
                    <a:cubicBezTo>
                      <a:pt x="8298" y="1375"/>
                      <a:pt x="8706" y="696"/>
                      <a:pt x="8650" y="13"/>
                    </a:cubicBezTo>
                    <a:lnTo>
                      <a:pt x="8650" y="13"/>
                    </a:lnTo>
                    <a:cubicBezTo>
                      <a:pt x="8598" y="614"/>
                      <a:pt x="8190" y="1198"/>
                      <a:pt x="7400" y="1645"/>
                    </a:cubicBezTo>
                    <a:cubicBezTo>
                      <a:pt x="6556" y="2135"/>
                      <a:pt x="5451" y="2380"/>
                      <a:pt x="4345" y="2380"/>
                    </a:cubicBezTo>
                    <a:cubicBezTo>
                      <a:pt x="3238" y="2380"/>
                      <a:pt x="2130" y="2135"/>
                      <a:pt x="1280" y="1645"/>
                    </a:cubicBezTo>
                    <a:cubicBezTo>
                      <a:pt x="1159" y="1564"/>
                      <a:pt x="1035" y="1499"/>
                      <a:pt x="927" y="1417"/>
                    </a:cubicBezTo>
                    <a:cubicBezTo>
                      <a:pt x="885" y="1388"/>
                      <a:pt x="846" y="1348"/>
                      <a:pt x="803" y="1319"/>
                    </a:cubicBezTo>
                    <a:cubicBezTo>
                      <a:pt x="327" y="927"/>
                      <a:pt x="56" y="464"/>
                      <a:pt x="17" y="0"/>
                    </a:cubicBezTo>
                    <a:close/>
                  </a:path>
                </a:pathLst>
              </a:custGeom>
              <a:solidFill>
                <a:srgbClr val="CE181E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18" name="Google Shape;1018;p33"/>
              <p:cNvSpPr/>
              <p:nvPr/>
            </p:nvSpPr>
            <p:spPr>
              <a:xfrm>
                <a:off x="6465325" y="4677950"/>
                <a:ext cx="25" cy="25"/>
              </a:xfrm>
              <a:custGeom>
                <a:rect b="b" l="l" r="r" t="t"/>
                <a:pathLst>
                  <a:path extrusionOk="0" h="1" w="1">
                    <a:moveTo>
                      <a:pt x="0" y="0"/>
                    </a:move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CE181E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19" name="Google Shape;1019;p33"/>
              <p:cNvSpPr/>
              <p:nvPr/>
            </p:nvSpPr>
            <p:spPr>
              <a:xfrm>
                <a:off x="6268750" y="4327375"/>
                <a:ext cx="176200" cy="366125"/>
              </a:xfrm>
              <a:custGeom>
                <a:rect b="b" l="l" r="r" t="t"/>
                <a:pathLst>
                  <a:path extrusionOk="0" h="14645" w="7048">
                    <a:moveTo>
                      <a:pt x="2654" y="1"/>
                    </a:moveTo>
                    <a:lnTo>
                      <a:pt x="150" y="12323"/>
                    </a:lnTo>
                    <a:cubicBezTo>
                      <a:pt x="0" y="12812"/>
                      <a:pt x="177" y="13328"/>
                      <a:pt x="682" y="13749"/>
                    </a:cubicBezTo>
                    <a:cubicBezTo>
                      <a:pt x="803" y="13860"/>
                      <a:pt x="953" y="13968"/>
                      <a:pt x="1117" y="14062"/>
                    </a:cubicBezTo>
                    <a:cubicBezTo>
                      <a:pt x="1782" y="14451"/>
                      <a:pt x="2660" y="14645"/>
                      <a:pt x="3537" y="14645"/>
                    </a:cubicBezTo>
                    <a:cubicBezTo>
                      <a:pt x="4414" y="14645"/>
                      <a:pt x="5291" y="14451"/>
                      <a:pt x="5957" y="14062"/>
                    </a:cubicBezTo>
                    <a:cubicBezTo>
                      <a:pt x="6721" y="13628"/>
                      <a:pt x="7047" y="13031"/>
                      <a:pt x="6936" y="12460"/>
                    </a:cubicBezTo>
                    <a:lnTo>
                      <a:pt x="6936" y="12443"/>
                    </a:lnTo>
                    <a:cubicBezTo>
                      <a:pt x="6936" y="12430"/>
                      <a:pt x="6936" y="12417"/>
                      <a:pt x="6923" y="12404"/>
                    </a:cubicBezTo>
                    <a:lnTo>
                      <a:pt x="4407" y="1"/>
                    </a:lnTo>
                    <a:close/>
                  </a:path>
                </a:pathLst>
              </a:custGeom>
              <a:solidFill>
                <a:srgbClr val="E7363C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20" name="Google Shape;1020;p33"/>
              <p:cNvSpPr/>
              <p:nvPr/>
            </p:nvSpPr>
            <p:spPr>
              <a:xfrm>
                <a:off x="6285800" y="4480725"/>
                <a:ext cx="142425" cy="127925"/>
              </a:xfrm>
              <a:custGeom>
                <a:rect b="b" l="l" r="r" t="t"/>
                <a:pathLst>
                  <a:path extrusionOk="0" h="5117" w="5697">
                    <a:moveTo>
                      <a:pt x="719" y="0"/>
                    </a:moveTo>
                    <a:lnTo>
                      <a:pt x="0" y="3564"/>
                    </a:lnTo>
                    <a:cubicBezTo>
                      <a:pt x="40" y="3943"/>
                      <a:pt x="311" y="4325"/>
                      <a:pt x="830" y="4625"/>
                    </a:cubicBezTo>
                    <a:cubicBezTo>
                      <a:pt x="1397" y="4953"/>
                      <a:pt x="2136" y="5116"/>
                      <a:pt x="2870" y="5116"/>
                    </a:cubicBezTo>
                    <a:cubicBezTo>
                      <a:pt x="3597" y="5116"/>
                      <a:pt x="4320" y="4956"/>
                      <a:pt x="4867" y="4638"/>
                    </a:cubicBezTo>
                    <a:cubicBezTo>
                      <a:pt x="5386" y="4338"/>
                      <a:pt x="5657" y="3959"/>
                      <a:pt x="5696" y="3564"/>
                    </a:cubicBezTo>
                    <a:lnTo>
                      <a:pt x="4978" y="26"/>
                    </a:lnTo>
                    <a:cubicBezTo>
                      <a:pt x="4949" y="326"/>
                      <a:pt x="4717" y="614"/>
                      <a:pt x="4338" y="829"/>
                    </a:cubicBezTo>
                    <a:cubicBezTo>
                      <a:pt x="3930" y="1067"/>
                      <a:pt x="3393" y="1187"/>
                      <a:pt x="2853" y="1187"/>
                    </a:cubicBezTo>
                    <a:cubicBezTo>
                      <a:pt x="2314" y="1187"/>
                      <a:pt x="1773" y="1067"/>
                      <a:pt x="1358" y="829"/>
                    </a:cubicBezTo>
                    <a:cubicBezTo>
                      <a:pt x="980" y="597"/>
                      <a:pt x="748" y="287"/>
                      <a:pt x="719" y="0"/>
                    </a:cubicBezTo>
                    <a:close/>
                  </a:path>
                </a:pathLst>
              </a:custGeom>
              <a:solidFill>
                <a:srgbClr val="F5F5F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21" name="Google Shape;1021;p33"/>
              <p:cNvSpPr/>
              <p:nvPr/>
            </p:nvSpPr>
            <p:spPr>
              <a:xfrm>
                <a:off x="6332725" y="4314625"/>
                <a:ext cx="48250" cy="25325"/>
              </a:xfrm>
              <a:custGeom>
                <a:rect b="b" l="l" r="r" t="t"/>
                <a:pathLst>
                  <a:path extrusionOk="0" h="1013" w="1930">
                    <a:moveTo>
                      <a:pt x="971" y="0"/>
                    </a:moveTo>
                    <a:cubicBezTo>
                      <a:pt x="747" y="0"/>
                      <a:pt x="523" y="47"/>
                      <a:pt x="353" y="142"/>
                    </a:cubicBezTo>
                    <a:cubicBezTo>
                      <a:pt x="0" y="348"/>
                      <a:pt x="13" y="661"/>
                      <a:pt x="353" y="863"/>
                    </a:cubicBezTo>
                    <a:cubicBezTo>
                      <a:pt x="525" y="961"/>
                      <a:pt x="754" y="1013"/>
                      <a:pt x="982" y="1013"/>
                    </a:cubicBezTo>
                    <a:cubicBezTo>
                      <a:pt x="1203" y="1013"/>
                      <a:pt x="1423" y="965"/>
                      <a:pt x="1590" y="863"/>
                    </a:cubicBezTo>
                    <a:cubicBezTo>
                      <a:pt x="1929" y="661"/>
                      <a:pt x="1929" y="348"/>
                      <a:pt x="1590" y="142"/>
                    </a:cubicBezTo>
                    <a:cubicBezTo>
                      <a:pt x="1420" y="47"/>
                      <a:pt x="1196" y="0"/>
                      <a:pt x="971" y="0"/>
                    </a:cubicBezTo>
                    <a:close/>
                  </a:path>
                </a:pathLst>
              </a:custGeom>
              <a:solidFill>
                <a:srgbClr val="B1282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22" name="Google Shape;1022;p33"/>
              <p:cNvSpPr/>
              <p:nvPr/>
            </p:nvSpPr>
            <p:spPr>
              <a:xfrm>
                <a:off x="6340875" y="4318700"/>
                <a:ext cx="32250" cy="17025"/>
              </a:xfrm>
              <a:custGeom>
                <a:rect b="b" l="l" r="r" t="t"/>
                <a:pathLst>
                  <a:path extrusionOk="0" h="681" w="1290">
                    <a:moveTo>
                      <a:pt x="645" y="0"/>
                    </a:moveTo>
                    <a:cubicBezTo>
                      <a:pt x="495" y="0"/>
                      <a:pt x="345" y="35"/>
                      <a:pt x="229" y="103"/>
                    </a:cubicBezTo>
                    <a:cubicBezTo>
                      <a:pt x="1" y="240"/>
                      <a:pt x="1" y="443"/>
                      <a:pt x="229" y="580"/>
                    </a:cubicBezTo>
                    <a:cubicBezTo>
                      <a:pt x="345" y="647"/>
                      <a:pt x="495" y="680"/>
                      <a:pt x="645" y="680"/>
                    </a:cubicBezTo>
                    <a:cubicBezTo>
                      <a:pt x="795" y="680"/>
                      <a:pt x="946" y="647"/>
                      <a:pt x="1062" y="580"/>
                    </a:cubicBezTo>
                    <a:cubicBezTo>
                      <a:pt x="1290" y="443"/>
                      <a:pt x="1290" y="240"/>
                      <a:pt x="1062" y="103"/>
                    </a:cubicBezTo>
                    <a:cubicBezTo>
                      <a:pt x="946" y="35"/>
                      <a:pt x="795" y="0"/>
                      <a:pt x="645" y="0"/>
                    </a:cubicBezTo>
                    <a:close/>
                  </a:path>
                </a:pathLst>
              </a:custGeom>
              <a:solidFill>
                <a:srgbClr val="50505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1023" name="Google Shape;1023;p33"/>
          <p:cNvGrpSpPr/>
          <p:nvPr/>
        </p:nvGrpSpPr>
        <p:grpSpPr>
          <a:xfrm>
            <a:off x="50768" y="539493"/>
            <a:ext cx="662463" cy="775160"/>
            <a:chOff x="5424136" y="1294946"/>
            <a:chExt cx="1748846" cy="2046356"/>
          </a:xfrm>
        </p:grpSpPr>
        <p:grpSp>
          <p:nvGrpSpPr>
            <p:cNvPr id="1024" name="Google Shape;1024;p33"/>
            <p:cNvGrpSpPr/>
            <p:nvPr/>
          </p:nvGrpSpPr>
          <p:grpSpPr>
            <a:xfrm>
              <a:off x="5424136" y="2234050"/>
              <a:ext cx="1184145" cy="1107253"/>
              <a:chOff x="5424136" y="2234050"/>
              <a:chExt cx="1184145" cy="1107253"/>
            </a:xfrm>
          </p:grpSpPr>
          <p:sp>
            <p:nvSpPr>
              <p:cNvPr id="1025" name="Google Shape;1025;p33"/>
              <p:cNvSpPr/>
              <p:nvPr/>
            </p:nvSpPr>
            <p:spPr>
              <a:xfrm>
                <a:off x="5424136" y="2234050"/>
                <a:ext cx="1184145" cy="1107253"/>
              </a:xfrm>
              <a:custGeom>
                <a:rect b="b" l="l" r="r" t="t"/>
                <a:pathLst>
                  <a:path extrusionOk="0" h="6048" w="6468">
                    <a:moveTo>
                      <a:pt x="3300" y="0"/>
                    </a:moveTo>
                    <a:lnTo>
                      <a:pt x="2377" y="532"/>
                    </a:lnTo>
                    <a:lnTo>
                      <a:pt x="1657" y="1717"/>
                    </a:lnTo>
                    <a:lnTo>
                      <a:pt x="1672" y="2280"/>
                    </a:lnTo>
                    <a:lnTo>
                      <a:pt x="705" y="2812"/>
                    </a:lnTo>
                    <a:lnTo>
                      <a:pt x="0" y="4031"/>
                    </a:lnTo>
                    <a:lnTo>
                      <a:pt x="0" y="5156"/>
                    </a:lnTo>
                    <a:lnTo>
                      <a:pt x="1519" y="6048"/>
                    </a:lnTo>
                    <a:lnTo>
                      <a:pt x="5797" y="3577"/>
                    </a:lnTo>
                    <a:lnTo>
                      <a:pt x="6468" y="2392"/>
                    </a:lnTo>
                    <a:lnTo>
                      <a:pt x="6468" y="1282"/>
                    </a:lnTo>
                    <a:lnTo>
                      <a:pt x="4953" y="390"/>
                    </a:lnTo>
                    <a:lnTo>
                      <a:pt x="4470" y="671"/>
                    </a:lnTo>
                    <a:lnTo>
                      <a:pt x="3300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26" name="Google Shape;1026;p33"/>
              <p:cNvSpPr/>
              <p:nvPr/>
            </p:nvSpPr>
            <p:spPr>
              <a:xfrm>
                <a:off x="5850342" y="2234050"/>
                <a:ext cx="332469" cy="191682"/>
              </a:xfrm>
              <a:custGeom>
                <a:rect b="b" l="l" r="r" t="t"/>
                <a:pathLst>
                  <a:path extrusionOk="0" h="1047" w="1816">
                    <a:moveTo>
                      <a:pt x="972" y="0"/>
                    </a:moveTo>
                    <a:lnTo>
                      <a:pt x="1" y="562"/>
                    </a:lnTo>
                    <a:lnTo>
                      <a:pt x="844" y="1046"/>
                    </a:lnTo>
                    <a:lnTo>
                      <a:pt x="1815" y="484"/>
                    </a:lnTo>
                    <a:lnTo>
                      <a:pt x="972" y="0"/>
                    </a:lnTo>
                    <a:close/>
                  </a:path>
                </a:pathLst>
              </a:custGeom>
              <a:solidFill>
                <a:srgbClr val="F5F5F5">
                  <a:alpha val="6398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27" name="Google Shape;1027;p33"/>
              <p:cNvSpPr/>
              <p:nvPr/>
            </p:nvSpPr>
            <p:spPr>
              <a:xfrm>
                <a:off x="5553206" y="2651281"/>
                <a:ext cx="328990" cy="192414"/>
              </a:xfrm>
              <a:custGeom>
                <a:rect b="b" l="l" r="r" t="t"/>
                <a:pathLst>
                  <a:path extrusionOk="0" h="1051" w="1797">
                    <a:moveTo>
                      <a:pt x="967" y="1"/>
                    </a:moveTo>
                    <a:lnTo>
                      <a:pt x="0" y="533"/>
                    </a:lnTo>
                    <a:lnTo>
                      <a:pt x="829" y="1051"/>
                    </a:lnTo>
                    <a:lnTo>
                      <a:pt x="1796" y="488"/>
                    </a:lnTo>
                    <a:lnTo>
                      <a:pt x="967" y="1"/>
                    </a:lnTo>
                    <a:close/>
                  </a:path>
                </a:pathLst>
              </a:custGeom>
              <a:solidFill>
                <a:srgbClr val="F5F5F5">
                  <a:alpha val="6398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28" name="Google Shape;1028;p33"/>
              <p:cNvSpPr/>
              <p:nvPr/>
            </p:nvSpPr>
            <p:spPr>
              <a:xfrm>
                <a:off x="5424136" y="2748861"/>
                <a:ext cx="280841" cy="311781"/>
              </a:xfrm>
              <a:custGeom>
                <a:rect b="b" l="l" r="r" t="t"/>
                <a:pathLst>
                  <a:path extrusionOk="0" h="1703" w="1534">
                    <a:moveTo>
                      <a:pt x="705" y="0"/>
                    </a:moveTo>
                    <a:lnTo>
                      <a:pt x="0" y="1219"/>
                    </a:lnTo>
                    <a:lnTo>
                      <a:pt x="844" y="1702"/>
                    </a:lnTo>
                    <a:lnTo>
                      <a:pt x="1534" y="518"/>
                    </a:lnTo>
                    <a:lnTo>
                      <a:pt x="705" y="0"/>
                    </a:lnTo>
                    <a:close/>
                  </a:path>
                </a:pathLst>
              </a:custGeom>
              <a:solidFill>
                <a:srgbClr val="F5F5F5">
                  <a:alpha val="3416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29" name="Google Shape;1029;p33"/>
              <p:cNvSpPr/>
              <p:nvPr/>
            </p:nvSpPr>
            <p:spPr>
              <a:xfrm>
                <a:off x="5727497" y="2548392"/>
                <a:ext cx="154700" cy="192414"/>
              </a:xfrm>
              <a:custGeom>
                <a:rect b="b" l="l" r="r" t="t"/>
                <a:pathLst>
                  <a:path extrusionOk="0" h="1051" w="845">
                    <a:moveTo>
                      <a:pt x="0" y="0"/>
                    </a:moveTo>
                    <a:lnTo>
                      <a:pt x="0" y="563"/>
                    </a:lnTo>
                    <a:lnTo>
                      <a:pt x="844" y="1050"/>
                    </a:lnTo>
                    <a:lnTo>
                      <a:pt x="844" y="48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5F5F5">
                  <a:alpha val="3416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30" name="Google Shape;1030;p33"/>
              <p:cNvSpPr/>
              <p:nvPr/>
            </p:nvSpPr>
            <p:spPr>
              <a:xfrm>
                <a:off x="5424136" y="2971848"/>
                <a:ext cx="154517" cy="294755"/>
              </a:xfrm>
              <a:custGeom>
                <a:rect b="b" l="l" r="r" t="t"/>
                <a:pathLst>
                  <a:path extrusionOk="0" h="1610" w="844">
                    <a:moveTo>
                      <a:pt x="0" y="1"/>
                    </a:moveTo>
                    <a:lnTo>
                      <a:pt x="0" y="1126"/>
                    </a:lnTo>
                    <a:lnTo>
                      <a:pt x="844" y="1609"/>
                    </a:lnTo>
                    <a:lnTo>
                      <a:pt x="844" y="484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F5F5F5">
                  <a:alpha val="6398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31" name="Google Shape;1031;p33"/>
              <p:cNvSpPr/>
              <p:nvPr/>
            </p:nvSpPr>
            <p:spPr>
              <a:xfrm>
                <a:off x="6242312" y="2305267"/>
                <a:ext cx="243127" cy="191865"/>
              </a:xfrm>
              <a:custGeom>
                <a:rect b="b" l="l" r="r" t="t"/>
                <a:pathLst>
                  <a:path extrusionOk="0" h="1048" w="1328">
                    <a:moveTo>
                      <a:pt x="484" y="1"/>
                    </a:moveTo>
                    <a:lnTo>
                      <a:pt x="1" y="282"/>
                    </a:lnTo>
                    <a:lnTo>
                      <a:pt x="360" y="1047"/>
                    </a:lnTo>
                    <a:lnTo>
                      <a:pt x="1328" y="485"/>
                    </a:lnTo>
                    <a:lnTo>
                      <a:pt x="484" y="1"/>
                    </a:lnTo>
                    <a:close/>
                  </a:path>
                </a:pathLst>
              </a:custGeom>
              <a:solidFill>
                <a:srgbClr val="F5F5F5">
                  <a:alpha val="6398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32" name="Google Shape;1032;p33"/>
              <p:cNvSpPr/>
              <p:nvPr/>
            </p:nvSpPr>
            <p:spPr>
              <a:xfrm>
                <a:off x="5727497" y="2328700"/>
                <a:ext cx="280292" cy="309035"/>
              </a:xfrm>
              <a:custGeom>
                <a:rect b="b" l="l" r="r" t="t"/>
                <a:pathLst>
                  <a:path extrusionOk="0" h="1688" w="1531">
                    <a:moveTo>
                      <a:pt x="687" y="0"/>
                    </a:moveTo>
                    <a:lnTo>
                      <a:pt x="0" y="1200"/>
                    </a:lnTo>
                    <a:lnTo>
                      <a:pt x="844" y="1688"/>
                    </a:lnTo>
                    <a:lnTo>
                      <a:pt x="1530" y="499"/>
                    </a:lnTo>
                    <a:lnTo>
                      <a:pt x="687" y="0"/>
                    </a:lnTo>
                    <a:close/>
                  </a:path>
                </a:pathLst>
              </a:custGeom>
              <a:solidFill>
                <a:srgbClr val="F5F5F5">
                  <a:alpha val="3416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033" name="Google Shape;1033;p33"/>
            <p:cNvGrpSpPr/>
            <p:nvPr/>
          </p:nvGrpSpPr>
          <p:grpSpPr>
            <a:xfrm>
              <a:off x="6319687" y="1294946"/>
              <a:ext cx="853295" cy="797776"/>
              <a:chOff x="5424136" y="2234050"/>
              <a:chExt cx="1184145" cy="1107253"/>
            </a:xfrm>
          </p:grpSpPr>
          <p:sp>
            <p:nvSpPr>
              <p:cNvPr id="1034" name="Google Shape;1034;p33"/>
              <p:cNvSpPr/>
              <p:nvPr/>
            </p:nvSpPr>
            <p:spPr>
              <a:xfrm>
                <a:off x="5424136" y="2234050"/>
                <a:ext cx="1184145" cy="1107253"/>
              </a:xfrm>
              <a:custGeom>
                <a:rect b="b" l="l" r="r" t="t"/>
                <a:pathLst>
                  <a:path extrusionOk="0" h="6048" w="6468">
                    <a:moveTo>
                      <a:pt x="3300" y="0"/>
                    </a:moveTo>
                    <a:lnTo>
                      <a:pt x="2377" y="532"/>
                    </a:lnTo>
                    <a:lnTo>
                      <a:pt x="1657" y="1717"/>
                    </a:lnTo>
                    <a:lnTo>
                      <a:pt x="1672" y="2280"/>
                    </a:lnTo>
                    <a:lnTo>
                      <a:pt x="705" y="2812"/>
                    </a:lnTo>
                    <a:lnTo>
                      <a:pt x="0" y="4031"/>
                    </a:lnTo>
                    <a:lnTo>
                      <a:pt x="0" y="5156"/>
                    </a:lnTo>
                    <a:lnTo>
                      <a:pt x="1519" y="6048"/>
                    </a:lnTo>
                    <a:lnTo>
                      <a:pt x="5797" y="3577"/>
                    </a:lnTo>
                    <a:lnTo>
                      <a:pt x="6468" y="2392"/>
                    </a:lnTo>
                    <a:lnTo>
                      <a:pt x="6468" y="1282"/>
                    </a:lnTo>
                    <a:lnTo>
                      <a:pt x="4953" y="390"/>
                    </a:lnTo>
                    <a:lnTo>
                      <a:pt x="4470" y="671"/>
                    </a:lnTo>
                    <a:lnTo>
                      <a:pt x="3300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35" name="Google Shape;1035;p33"/>
              <p:cNvSpPr/>
              <p:nvPr/>
            </p:nvSpPr>
            <p:spPr>
              <a:xfrm>
                <a:off x="5850342" y="2234050"/>
                <a:ext cx="332469" cy="191682"/>
              </a:xfrm>
              <a:custGeom>
                <a:rect b="b" l="l" r="r" t="t"/>
                <a:pathLst>
                  <a:path extrusionOk="0" h="1047" w="1816">
                    <a:moveTo>
                      <a:pt x="972" y="0"/>
                    </a:moveTo>
                    <a:lnTo>
                      <a:pt x="1" y="562"/>
                    </a:lnTo>
                    <a:lnTo>
                      <a:pt x="844" y="1046"/>
                    </a:lnTo>
                    <a:lnTo>
                      <a:pt x="1815" y="484"/>
                    </a:lnTo>
                    <a:lnTo>
                      <a:pt x="972" y="0"/>
                    </a:lnTo>
                    <a:close/>
                  </a:path>
                </a:pathLst>
              </a:custGeom>
              <a:solidFill>
                <a:srgbClr val="F5F5F5">
                  <a:alpha val="6398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36" name="Google Shape;1036;p33"/>
              <p:cNvSpPr/>
              <p:nvPr/>
            </p:nvSpPr>
            <p:spPr>
              <a:xfrm>
                <a:off x="5553206" y="2651281"/>
                <a:ext cx="328990" cy="192414"/>
              </a:xfrm>
              <a:custGeom>
                <a:rect b="b" l="l" r="r" t="t"/>
                <a:pathLst>
                  <a:path extrusionOk="0" h="1051" w="1797">
                    <a:moveTo>
                      <a:pt x="967" y="1"/>
                    </a:moveTo>
                    <a:lnTo>
                      <a:pt x="0" y="533"/>
                    </a:lnTo>
                    <a:lnTo>
                      <a:pt x="829" y="1051"/>
                    </a:lnTo>
                    <a:lnTo>
                      <a:pt x="1796" y="488"/>
                    </a:lnTo>
                    <a:lnTo>
                      <a:pt x="967" y="1"/>
                    </a:lnTo>
                    <a:close/>
                  </a:path>
                </a:pathLst>
              </a:custGeom>
              <a:solidFill>
                <a:srgbClr val="F5F5F5">
                  <a:alpha val="6398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37" name="Google Shape;1037;p33"/>
              <p:cNvSpPr/>
              <p:nvPr/>
            </p:nvSpPr>
            <p:spPr>
              <a:xfrm>
                <a:off x="5424136" y="2748861"/>
                <a:ext cx="280841" cy="311781"/>
              </a:xfrm>
              <a:custGeom>
                <a:rect b="b" l="l" r="r" t="t"/>
                <a:pathLst>
                  <a:path extrusionOk="0" h="1703" w="1534">
                    <a:moveTo>
                      <a:pt x="705" y="0"/>
                    </a:moveTo>
                    <a:lnTo>
                      <a:pt x="0" y="1219"/>
                    </a:lnTo>
                    <a:lnTo>
                      <a:pt x="844" y="1702"/>
                    </a:lnTo>
                    <a:lnTo>
                      <a:pt x="1534" y="518"/>
                    </a:lnTo>
                    <a:lnTo>
                      <a:pt x="705" y="0"/>
                    </a:lnTo>
                    <a:close/>
                  </a:path>
                </a:pathLst>
              </a:custGeom>
              <a:solidFill>
                <a:srgbClr val="F5F5F5">
                  <a:alpha val="3416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38" name="Google Shape;1038;p33"/>
              <p:cNvSpPr/>
              <p:nvPr/>
            </p:nvSpPr>
            <p:spPr>
              <a:xfrm>
                <a:off x="5727497" y="2548392"/>
                <a:ext cx="154700" cy="192414"/>
              </a:xfrm>
              <a:custGeom>
                <a:rect b="b" l="l" r="r" t="t"/>
                <a:pathLst>
                  <a:path extrusionOk="0" h="1051" w="845">
                    <a:moveTo>
                      <a:pt x="0" y="0"/>
                    </a:moveTo>
                    <a:lnTo>
                      <a:pt x="0" y="563"/>
                    </a:lnTo>
                    <a:lnTo>
                      <a:pt x="844" y="1050"/>
                    </a:lnTo>
                    <a:lnTo>
                      <a:pt x="844" y="48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5F5F5">
                  <a:alpha val="3416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39" name="Google Shape;1039;p33"/>
              <p:cNvSpPr/>
              <p:nvPr/>
            </p:nvSpPr>
            <p:spPr>
              <a:xfrm>
                <a:off x="5424136" y="2971848"/>
                <a:ext cx="154517" cy="294755"/>
              </a:xfrm>
              <a:custGeom>
                <a:rect b="b" l="l" r="r" t="t"/>
                <a:pathLst>
                  <a:path extrusionOk="0" h="1610" w="844">
                    <a:moveTo>
                      <a:pt x="0" y="1"/>
                    </a:moveTo>
                    <a:lnTo>
                      <a:pt x="0" y="1126"/>
                    </a:lnTo>
                    <a:lnTo>
                      <a:pt x="844" y="1609"/>
                    </a:lnTo>
                    <a:lnTo>
                      <a:pt x="844" y="484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F5F5F5">
                  <a:alpha val="6398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40" name="Google Shape;1040;p33"/>
              <p:cNvSpPr/>
              <p:nvPr/>
            </p:nvSpPr>
            <p:spPr>
              <a:xfrm>
                <a:off x="6242312" y="2305267"/>
                <a:ext cx="243127" cy="191865"/>
              </a:xfrm>
              <a:custGeom>
                <a:rect b="b" l="l" r="r" t="t"/>
                <a:pathLst>
                  <a:path extrusionOk="0" h="1048" w="1328">
                    <a:moveTo>
                      <a:pt x="484" y="1"/>
                    </a:moveTo>
                    <a:lnTo>
                      <a:pt x="1" y="282"/>
                    </a:lnTo>
                    <a:lnTo>
                      <a:pt x="360" y="1047"/>
                    </a:lnTo>
                    <a:lnTo>
                      <a:pt x="1328" y="485"/>
                    </a:lnTo>
                    <a:lnTo>
                      <a:pt x="484" y="1"/>
                    </a:lnTo>
                    <a:close/>
                  </a:path>
                </a:pathLst>
              </a:custGeom>
              <a:solidFill>
                <a:srgbClr val="F5F5F5">
                  <a:alpha val="6398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41" name="Google Shape;1041;p33"/>
              <p:cNvSpPr/>
              <p:nvPr/>
            </p:nvSpPr>
            <p:spPr>
              <a:xfrm>
                <a:off x="5727497" y="2328700"/>
                <a:ext cx="280292" cy="309035"/>
              </a:xfrm>
              <a:custGeom>
                <a:rect b="b" l="l" r="r" t="t"/>
                <a:pathLst>
                  <a:path extrusionOk="0" h="1688" w="1531">
                    <a:moveTo>
                      <a:pt x="687" y="0"/>
                    </a:moveTo>
                    <a:lnTo>
                      <a:pt x="0" y="1200"/>
                    </a:lnTo>
                    <a:lnTo>
                      <a:pt x="844" y="1688"/>
                    </a:lnTo>
                    <a:lnTo>
                      <a:pt x="1530" y="499"/>
                    </a:lnTo>
                    <a:lnTo>
                      <a:pt x="687" y="0"/>
                    </a:lnTo>
                    <a:close/>
                  </a:path>
                </a:pathLst>
              </a:custGeom>
              <a:solidFill>
                <a:srgbClr val="F5F5F5">
                  <a:alpha val="3416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20.xml"/><Relationship Id="rId22" Type="http://schemas.openxmlformats.org/officeDocument/2006/relationships/slideLayout" Target="../slideLayouts/slideLayout22.xml"/><Relationship Id="rId21" Type="http://schemas.openxmlformats.org/officeDocument/2006/relationships/slideLayout" Target="../slideLayouts/slideLayout21.xml"/><Relationship Id="rId24" Type="http://schemas.openxmlformats.org/officeDocument/2006/relationships/slideLayout" Target="../slideLayouts/slideLayout24.xml"/><Relationship Id="rId23" Type="http://schemas.openxmlformats.org/officeDocument/2006/relationships/slideLayout" Target="../slideLayouts/slideLayout23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26" Type="http://schemas.openxmlformats.org/officeDocument/2006/relationships/slideLayout" Target="../slideLayouts/slideLayout26.xml"/><Relationship Id="rId25" Type="http://schemas.openxmlformats.org/officeDocument/2006/relationships/slideLayout" Target="../slideLayouts/slideLayout25.xml"/><Relationship Id="rId28" Type="http://schemas.openxmlformats.org/officeDocument/2006/relationships/slideLayout" Target="../slideLayouts/slideLayout28.xml"/><Relationship Id="rId27" Type="http://schemas.openxmlformats.org/officeDocument/2006/relationships/slideLayout" Target="../slideLayouts/slideLayout27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29" Type="http://schemas.openxmlformats.org/officeDocument/2006/relationships/slideLayout" Target="../slideLayouts/slideLayout29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31" Type="http://schemas.openxmlformats.org/officeDocument/2006/relationships/slideLayout" Target="../slideLayouts/slideLayout31.xml"/><Relationship Id="rId30" Type="http://schemas.openxmlformats.org/officeDocument/2006/relationships/slideLayout" Target="../slideLayouts/slideLayout30.xml"/><Relationship Id="rId11" Type="http://schemas.openxmlformats.org/officeDocument/2006/relationships/slideLayout" Target="../slideLayouts/slideLayout11.xml"/><Relationship Id="rId33" Type="http://schemas.openxmlformats.org/officeDocument/2006/relationships/theme" Target="../theme/theme2.xml"/><Relationship Id="rId10" Type="http://schemas.openxmlformats.org/officeDocument/2006/relationships/slideLayout" Target="../slideLayouts/slideLayout10.xml"/><Relationship Id="rId32" Type="http://schemas.openxmlformats.org/officeDocument/2006/relationships/slideLayout" Target="../slideLayouts/slideLayout32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dk2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Lexend Black"/>
              <a:buNone/>
              <a:defRPr sz="2700">
                <a:solidFill>
                  <a:schemeClr val="dk1"/>
                </a:solidFill>
                <a:latin typeface="Lexend Black"/>
                <a:ea typeface="Lexend Black"/>
                <a:cs typeface="Lexend Black"/>
                <a:sym typeface="Lexend Black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713225" y="1152475"/>
            <a:ext cx="77175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Light"/>
              <a:buChar char="●"/>
              <a:defRPr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indent="-317500" lvl="1" marL="9144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Light"/>
              <a:buChar char="○"/>
              <a:defRPr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defRPr>
            </a:lvl2pPr>
            <a:lvl3pPr indent="-317500" lvl="2" marL="13716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Light"/>
              <a:buChar char="■"/>
              <a:defRPr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defRPr>
            </a:lvl3pPr>
            <a:lvl4pPr indent="-317500" lvl="3" marL="18288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Light"/>
              <a:buChar char="●"/>
              <a:defRPr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defRPr>
            </a:lvl4pPr>
            <a:lvl5pPr indent="-317500" lvl="4" marL="22860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Light"/>
              <a:buChar char="○"/>
              <a:defRPr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defRPr>
            </a:lvl5pPr>
            <a:lvl6pPr indent="-317500" lvl="5" marL="27432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Light"/>
              <a:buChar char="■"/>
              <a:defRPr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defRPr>
            </a:lvl6pPr>
            <a:lvl7pPr indent="-317500" lvl="6" marL="32004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Light"/>
              <a:buChar char="●"/>
              <a:defRPr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defRPr>
            </a:lvl7pPr>
            <a:lvl8pPr indent="-317500" lvl="7" marL="36576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 Light"/>
              <a:buChar char="○"/>
              <a:defRPr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defRPr>
            </a:lvl8pPr>
            <a:lvl9pPr indent="-317500" lvl="8" marL="411480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Font typeface="Lexend Light"/>
              <a:buChar char="■"/>
              <a:defRPr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  <p:sldLayoutId id="2147483676" r:id="rId29"/>
    <p:sldLayoutId id="2147483677" r:id="rId30"/>
    <p:sldLayoutId id="2147483678" r:id="rId31"/>
    <p:sldLayoutId id="2147483679" r:id="rId32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6.png"/><Relationship Id="rId4" Type="http://schemas.openxmlformats.org/officeDocument/2006/relationships/image" Target="../media/image17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4.png"/><Relationship Id="rId4" Type="http://schemas.openxmlformats.org/officeDocument/2006/relationships/image" Target="../media/image9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png"/><Relationship Id="rId4" Type="http://schemas.openxmlformats.org/officeDocument/2006/relationships/image" Target="../media/image18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1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1.png"/><Relationship Id="rId4" Type="http://schemas.openxmlformats.org/officeDocument/2006/relationships/image" Target="../media/image13.png"/><Relationship Id="rId5" Type="http://schemas.openxmlformats.org/officeDocument/2006/relationships/image" Target="../media/image10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8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5.png"/><Relationship Id="rId4" Type="http://schemas.openxmlformats.org/officeDocument/2006/relationships/image" Target="../media/image20.png"/><Relationship Id="rId5" Type="http://schemas.openxmlformats.org/officeDocument/2006/relationships/image" Target="../media/image21.png"/><Relationship Id="rId6" Type="http://schemas.openxmlformats.org/officeDocument/2006/relationships/image" Target="../media/image3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7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7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5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4.png"/><Relationship Id="rId4" Type="http://schemas.openxmlformats.org/officeDocument/2006/relationships/hyperlink" Target="https://docs.google.com/spreadsheets/d/19wEdod6AtodFinwVzPH_JOCJTYuaHdDFw-9aTiHZiow/edit?gid=1685826567#gid=1685826567" TargetMode="Externa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9.png"/><Relationship Id="rId4" Type="http://schemas.openxmlformats.org/officeDocument/2006/relationships/image" Target="../media/image23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9.png"/><Relationship Id="rId4" Type="http://schemas.openxmlformats.org/officeDocument/2006/relationships/image" Target="../media/image2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5" name="Shape 10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6" name="Google Shape;1046;p34"/>
          <p:cNvSpPr txBox="1"/>
          <p:nvPr>
            <p:ph type="ctrTitle"/>
          </p:nvPr>
        </p:nvSpPr>
        <p:spPr>
          <a:xfrm>
            <a:off x="609325" y="2065449"/>
            <a:ext cx="4403700" cy="1849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PRF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</a:rPr>
              <a:t>Accident Clustering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1047" name="Google Shape;1047;p34"/>
          <p:cNvSpPr txBox="1"/>
          <p:nvPr>
            <p:ph idx="1" type="subTitle"/>
          </p:nvPr>
        </p:nvSpPr>
        <p:spPr>
          <a:xfrm>
            <a:off x="393225" y="3967939"/>
            <a:ext cx="4403700" cy="475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latin typeface="Lexend"/>
                <a:ea typeface="Lexend"/>
                <a:cs typeface="Lexend"/>
                <a:sym typeface="Lexend"/>
              </a:rPr>
              <a:t>Uma análise end-to-end de 18 anos de acidentes (2007-2024).</a:t>
            </a:r>
            <a:endParaRPr b="1" sz="1200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048" name="Google Shape;1048;p34"/>
          <p:cNvCxnSpPr/>
          <p:nvPr/>
        </p:nvCxnSpPr>
        <p:spPr>
          <a:xfrm>
            <a:off x="285100" y="1893675"/>
            <a:ext cx="47343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1049" name="Google Shape;1049;p34"/>
          <p:cNvGrpSpPr/>
          <p:nvPr/>
        </p:nvGrpSpPr>
        <p:grpSpPr>
          <a:xfrm>
            <a:off x="713235" y="872239"/>
            <a:ext cx="564966" cy="804491"/>
            <a:chOff x="6191950" y="4314625"/>
            <a:chExt cx="330100" cy="470050"/>
          </a:xfrm>
        </p:grpSpPr>
        <p:sp>
          <p:nvSpPr>
            <p:cNvPr id="1050" name="Google Shape;1050;p34"/>
            <p:cNvSpPr/>
            <p:nvPr/>
          </p:nvSpPr>
          <p:spPr>
            <a:xfrm>
              <a:off x="6191950" y="4601275"/>
              <a:ext cx="330100" cy="183400"/>
            </a:xfrm>
            <a:custGeom>
              <a:rect b="b" l="l" r="r" t="t"/>
              <a:pathLst>
                <a:path extrusionOk="0" h="7336" w="13204">
                  <a:moveTo>
                    <a:pt x="6664" y="1"/>
                  </a:moveTo>
                  <a:cubicBezTo>
                    <a:pt x="6066" y="1"/>
                    <a:pt x="5439" y="145"/>
                    <a:pt x="4949" y="427"/>
                  </a:cubicBezTo>
                  <a:lnTo>
                    <a:pt x="993" y="2711"/>
                  </a:lnTo>
                  <a:cubicBezTo>
                    <a:pt x="95" y="3230"/>
                    <a:pt x="1" y="4017"/>
                    <a:pt x="774" y="4467"/>
                  </a:cubicBezTo>
                  <a:lnTo>
                    <a:pt x="5207" y="7036"/>
                  </a:lnTo>
                  <a:cubicBezTo>
                    <a:pt x="5555" y="7238"/>
                    <a:pt x="6023" y="7336"/>
                    <a:pt x="6514" y="7336"/>
                  </a:cubicBezTo>
                  <a:cubicBezTo>
                    <a:pt x="7119" y="7336"/>
                    <a:pt x="7760" y="7187"/>
                    <a:pt x="8256" y="6902"/>
                  </a:cubicBezTo>
                  <a:lnTo>
                    <a:pt x="12212" y="4618"/>
                  </a:lnTo>
                  <a:cubicBezTo>
                    <a:pt x="13109" y="4099"/>
                    <a:pt x="13204" y="3312"/>
                    <a:pt x="12430" y="2862"/>
                  </a:cubicBezTo>
                  <a:lnTo>
                    <a:pt x="7998" y="306"/>
                  </a:lnTo>
                  <a:cubicBezTo>
                    <a:pt x="7639" y="101"/>
                    <a:pt x="7162" y="1"/>
                    <a:pt x="6664" y="1"/>
                  </a:cubicBezTo>
                  <a:close/>
                </a:path>
              </a:pathLst>
            </a:custGeom>
            <a:solidFill>
              <a:srgbClr val="87878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51" name="Google Shape;1051;p34"/>
            <p:cNvSpPr/>
            <p:nvPr/>
          </p:nvSpPr>
          <p:spPr>
            <a:xfrm>
              <a:off x="6191950" y="4593500"/>
              <a:ext cx="330100" cy="183500"/>
            </a:xfrm>
            <a:custGeom>
              <a:rect b="b" l="l" r="r" t="t"/>
              <a:pathLst>
                <a:path extrusionOk="0" h="7340" w="13204">
                  <a:moveTo>
                    <a:pt x="6664" y="0"/>
                  </a:moveTo>
                  <a:cubicBezTo>
                    <a:pt x="6066" y="0"/>
                    <a:pt x="5439" y="144"/>
                    <a:pt x="4949" y="428"/>
                  </a:cubicBezTo>
                  <a:lnTo>
                    <a:pt x="2462" y="1867"/>
                  </a:lnTo>
                  <a:lnTo>
                    <a:pt x="993" y="2725"/>
                  </a:lnTo>
                  <a:cubicBezTo>
                    <a:pt x="95" y="3241"/>
                    <a:pt x="1" y="4031"/>
                    <a:pt x="774" y="4478"/>
                  </a:cubicBezTo>
                  <a:lnTo>
                    <a:pt x="2759" y="5621"/>
                  </a:lnTo>
                  <a:lnTo>
                    <a:pt x="5207" y="7037"/>
                  </a:lnTo>
                  <a:cubicBezTo>
                    <a:pt x="5559" y="7240"/>
                    <a:pt x="6034" y="7339"/>
                    <a:pt x="6532" y="7339"/>
                  </a:cubicBezTo>
                  <a:cubicBezTo>
                    <a:pt x="7132" y="7339"/>
                    <a:pt x="7765" y="7195"/>
                    <a:pt x="8256" y="6913"/>
                  </a:cubicBezTo>
                  <a:lnTo>
                    <a:pt x="12212" y="4628"/>
                  </a:lnTo>
                  <a:cubicBezTo>
                    <a:pt x="13109" y="4113"/>
                    <a:pt x="13204" y="3323"/>
                    <a:pt x="12430" y="2876"/>
                  </a:cubicBezTo>
                  <a:lnTo>
                    <a:pt x="7998" y="303"/>
                  </a:lnTo>
                  <a:cubicBezTo>
                    <a:pt x="7639" y="100"/>
                    <a:pt x="7162" y="0"/>
                    <a:pt x="6664" y="0"/>
                  </a:cubicBezTo>
                  <a:close/>
                </a:path>
              </a:pathLst>
            </a:custGeom>
            <a:solidFill>
              <a:srgbClr val="2D2C3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52" name="Google Shape;1052;p34"/>
            <p:cNvSpPr/>
            <p:nvPr/>
          </p:nvSpPr>
          <p:spPr>
            <a:xfrm>
              <a:off x="6248675" y="4639175"/>
              <a:ext cx="218300" cy="105225"/>
            </a:xfrm>
            <a:custGeom>
              <a:rect b="b" l="l" r="r" t="t"/>
              <a:pathLst>
                <a:path extrusionOk="0" h="4209" w="8732">
                  <a:moveTo>
                    <a:pt x="914" y="1"/>
                  </a:moveTo>
                  <a:lnTo>
                    <a:pt x="111" y="1130"/>
                  </a:lnTo>
                  <a:cubicBezTo>
                    <a:pt x="43" y="1319"/>
                    <a:pt x="0" y="1509"/>
                    <a:pt x="0" y="1701"/>
                  </a:cubicBezTo>
                  <a:cubicBezTo>
                    <a:pt x="0" y="2204"/>
                    <a:pt x="275" y="2720"/>
                    <a:pt x="803" y="3154"/>
                  </a:cubicBezTo>
                  <a:cubicBezTo>
                    <a:pt x="846" y="3183"/>
                    <a:pt x="885" y="3209"/>
                    <a:pt x="927" y="3235"/>
                  </a:cubicBezTo>
                  <a:cubicBezTo>
                    <a:pt x="1035" y="3317"/>
                    <a:pt x="1159" y="3399"/>
                    <a:pt x="1280" y="3467"/>
                  </a:cubicBezTo>
                  <a:cubicBezTo>
                    <a:pt x="2136" y="3960"/>
                    <a:pt x="3253" y="4208"/>
                    <a:pt x="4367" y="4208"/>
                  </a:cubicBezTo>
                  <a:cubicBezTo>
                    <a:pt x="5466" y="4208"/>
                    <a:pt x="6562" y="3967"/>
                    <a:pt x="7400" y="3480"/>
                  </a:cubicBezTo>
                  <a:cubicBezTo>
                    <a:pt x="8311" y="2951"/>
                    <a:pt x="8732" y="2243"/>
                    <a:pt x="8650" y="1564"/>
                  </a:cubicBezTo>
                  <a:lnTo>
                    <a:pt x="8666" y="1551"/>
                  </a:lnTo>
                  <a:lnTo>
                    <a:pt x="8650" y="1509"/>
                  </a:lnTo>
                  <a:cubicBezTo>
                    <a:pt x="8611" y="1319"/>
                    <a:pt x="8542" y="1130"/>
                    <a:pt x="8448" y="938"/>
                  </a:cubicBezTo>
                  <a:lnTo>
                    <a:pt x="7752" y="40"/>
                  </a:lnTo>
                  <a:lnTo>
                    <a:pt x="1714" y="1"/>
                  </a:lnTo>
                  <a:close/>
                </a:path>
              </a:pathLst>
            </a:custGeom>
            <a:solidFill>
              <a:srgbClr val="E7363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53" name="Google Shape;1053;p34"/>
            <p:cNvSpPr/>
            <p:nvPr/>
          </p:nvSpPr>
          <p:spPr>
            <a:xfrm>
              <a:off x="6248675" y="4678925"/>
              <a:ext cx="217650" cy="65475"/>
            </a:xfrm>
            <a:custGeom>
              <a:rect b="b" l="l" r="r" t="t"/>
              <a:pathLst>
                <a:path extrusionOk="0" h="2619" w="8706">
                  <a:moveTo>
                    <a:pt x="17" y="0"/>
                  </a:moveTo>
                  <a:cubicBezTo>
                    <a:pt x="17" y="43"/>
                    <a:pt x="0" y="69"/>
                    <a:pt x="0" y="111"/>
                  </a:cubicBezTo>
                  <a:cubicBezTo>
                    <a:pt x="0" y="614"/>
                    <a:pt x="275" y="1130"/>
                    <a:pt x="803" y="1564"/>
                  </a:cubicBezTo>
                  <a:cubicBezTo>
                    <a:pt x="846" y="1593"/>
                    <a:pt x="885" y="1619"/>
                    <a:pt x="927" y="1645"/>
                  </a:cubicBezTo>
                  <a:cubicBezTo>
                    <a:pt x="1035" y="1727"/>
                    <a:pt x="1159" y="1809"/>
                    <a:pt x="1280" y="1877"/>
                  </a:cubicBezTo>
                  <a:cubicBezTo>
                    <a:pt x="2136" y="2370"/>
                    <a:pt x="3253" y="2618"/>
                    <a:pt x="4367" y="2618"/>
                  </a:cubicBezTo>
                  <a:cubicBezTo>
                    <a:pt x="5466" y="2618"/>
                    <a:pt x="6562" y="2377"/>
                    <a:pt x="7400" y="1890"/>
                  </a:cubicBezTo>
                  <a:cubicBezTo>
                    <a:pt x="8298" y="1375"/>
                    <a:pt x="8706" y="696"/>
                    <a:pt x="8650" y="13"/>
                  </a:cubicBezTo>
                  <a:lnTo>
                    <a:pt x="8650" y="13"/>
                  </a:lnTo>
                  <a:cubicBezTo>
                    <a:pt x="8598" y="614"/>
                    <a:pt x="8190" y="1198"/>
                    <a:pt x="7400" y="1645"/>
                  </a:cubicBezTo>
                  <a:cubicBezTo>
                    <a:pt x="6556" y="2135"/>
                    <a:pt x="5451" y="2380"/>
                    <a:pt x="4345" y="2380"/>
                  </a:cubicBezTo>
                  <a:cubicBezTo>
                    <a:pt x="3238" y="2380"/>
                    <a:pt x="2130" y="2135"/>
                    <a:pt x="1280" y="1645"/>
                  </a:cubicBezTo>
                  <a:cubicBezTo>
                    <a:pt x="1159" y="1564"/>
                    <a:pt x="1035" y="1499"/>
                    <a:pt x="927" y="1417"/>
                  </a:cubicBezTo>
                  <a:cubicBezTo>
                    <a:pt x="885" y="1388"/>
                    <a:pt x="846" y="1348"/>
                    <a:pt x="803" y="1319"/>
                  </a:cubicBezTo>
                  <a:cubicBezTo>
                    <a:pt x="327" y="927"/>
                    <a:pt x="56" y="464"/>
                    <a:pt x="17" y="0"/>
                  </a:cubicBezTo>
                  <a:close/>
                </a:path>
              </a:pathLst>
            </a:custGeom>
            <a:solidFill>
              <a:srgbClr val="CE181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54" name="Google Shape;1054;p34"/>
            <p:cNvSpPr/>
            <p:nvPr/>
          </p:nvSpPr>
          <p:spPr>
            <a:xfrm>
              <a:off x="6465325" y="4677950"/>
              <a:ext cx="25" cy="25"/>
            </a:xfrm>
            <a:custGeom>
              <a:rect b="b" l="l" r="r" t="t"/>
              <a:pathLst>
                <a:path extrusionOk="0" h="1" w="1">
                  <a:moveTo>
                    <a:pt x="0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E181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55" name="Google Shape;1055;p34"/>
            <p:cNvSpPr/>
            <p:nvPr/>
          </p:nvSpPr>
          <p:spPr>
            <a:xfrm>
              <a:off x="6268750" y="4327375"/>
              <a:ext cx="176200" cy="366125"/>
            </a:xfrm>
            <a:custGeom>
              <a:rect b="b" l="l" r="r" t="t"/>
              <a:pathLst>
                <a:path extrusionOk="0" h="14645" w="7048">
                  <a:moveTo>
                    <a:pt x="2654" y="1"/>
                  </a:moveTo>
                  <a:lnTo>
                    <a:pt x="150" y="12323"/>
                  </a:lnTo>
                  <a:cubicBezTo>
                    <a:pt x="0" y="12812"/>
                    <a:pt x="177" y="13328"/>
                    <a:pt x="682" y="13749"/>
                  </a:cubicBezTo>
                  <a:cubicBezTo>
                    <a:pt x="803" y="13860"/>
                    <a:pt x="953" y="13968"/>
                    <a:pt x="1117" y="14062"/>
                  </a:cubicBezTo>
                  <a:cubicBezTo>
                    <a:pt x="1782" y="14451"/>
                    <a:pt x="2660" y="14645"/>
                    <a:pt x="3537" y="14645"/>
                  </a:cubicBezTo>
                  <a:cubicBezTo>
                    <a:pt x="4414" y="14645"/>
                    <a:pt x="5291" y="14451"/>
                    <a:pt x="5957" y="14062"/>
                  </a:cubicBezTo>
                  <a:cubicBezTo>
                    <a:pt x="6721" y="13628"/>
                    <a:pt x="7047" y="13031"/>
                    <a:pt x="6936" y="12460"/>
                  </a:cubicBezTo>
                  <a:lnTo>
                    <a:pt x="6936" y="12443"/>
                  </a:lnTo>
                  <a:cubicBezTo>
                    <a:pt x="6936" y="12430"/>
                    <a:pt x="6936" y="12417"/>
                    <a:pt x="6923" y="12404"/>
                  </a:cubicBezTo>
                  <a:lnTo>
                    <a:pt x="4407" y="1"/>
                  </a:lnTo>
                  <a:close/>
                </a:path>
              </a:pathLst>
            </a:custGeom>
            <a:solidFill>
              <a:srgbClr val="E7363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56" name="Google Shape;1056;p34"/>
            <p:cNvSpPr/>
            <p:nvPr/>
          </p:nvSpPr>
          <p:spPr>
            <a:xfrm>
              <a:off x="6285800" y="4480725"/>
              <a:ext cx="142425" cy="127925"/>
            </a:xfrm>
            <a:custGeom>
              <a:rect b="b" l="l" r="r" t="t"/>
              <a:pathLst>
                <a:path extrusionOk="0" h="5117" w="5697">
                  <a:moveTo>
                    <a:pt x="719" y="0"/>
                  </a:moveTo>
                  <a:lnTo>
                    <a:pt x="0" y="3564"/>
                  </a:lnTo>
                  <a:cubicBezTo>
                    <a:pt x="40" y="3943"/>
                    <a:pt x="311" y="4325"/>
                    <a:pt x="830" y="4625"/>
                  </a:cubicBezTo>
                  <a:cubicBezTo>
                    <a:pt x="1397" y="4953"/>
                    <a:pt x="2136" y="5116"/>
                    <a:pt x="2870" y="5116"/>
                  </a:cubicBezTo>
                  <a:cubicBezTo>
                    <a:pt x="3597" y="5116"/>
                    <a:pt x="4320" y="4956"/>
                    <a:pt x="4867" y="4638"/>
                  </a:cubicBezTo>
                  <a:cubicBezTo>
                    <a:pt x="5386" y="4338"/>
                    <a:pt x="5657" y="3959"/>
                    <a:pt x="5696" y="3564"/>
                  </a:cubicBezTo>
                  <a:lnTo>
                    <a:pt x="4978" y="26"/>
                  </a:lnTo>
                  <a:cubicBezTo>
                    <a:pt x="4949" y="326"/>
                    <a:pt x="4717" y="614"/>
                    <a:pt x="4338" y="829"/>
                  </a:cubicBezTo>
                  <a:cubicBezTo>
                    <a:pt x="3930" y="1067"/>
                    <a:pt x="3393" y="1187"/>
                    <a:pt x="2853" y="1187"/>
                  </a:cubicBezTo>
                  <a:cubicBezTo>
                    <a:pt x="2314" y="1187"/>
                    <a:pt x="1773" y="1067"/>
                    <a:pt x="1358" y="829"/>
                  </a:cubicBezTo>
                  <a:cubicBezTo>
                    <a:pt x="980" y="597"/>
                    <a:pt x="748" y="287"/>
                    <a:pt x="719" y="0"/>
                  </a:cubicBezTo>
                  <a:close/>
                </a:path>
              </a:pathLst>
            </a:custGeom>
            <a:solidFill>
              <a:srgbClr val="F5F5F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57" name="Google Shape;1057;p34"/>
            <p:cNvSpPr/>
            <p:nvPr/>
          </p:nvSpPr>
          <p:spPr>
            <a:xfrm>
              <a:off x="6332725" y="4314625"/>
              <a:ext cx="48250" cy="25325"/>
            </a:xfrm>
            <a:custGeom>
              <a:rect b="b" l="l" r="r" t="t"/>
              <a:pathLst>
                <a:path extrusionOk="0" h="1013" w="1930">
                  <a:moveTo>
                    <a:pt x="971" y="0"/>
                  </a:moveTo>
                  <a:cubicBezTo>
                    <a:pt x="747" y="0"/>
                    <a:pt x="523" y="47"/>
                    <a:pt x="353" y="142"/>
                  </a:cubicBezTo>
                  <a:cubicBezTo>
                    <a:pt x="0" y="348"/>
                    <a:pt x="13" y="661"/>
                    <a:pt x="353" y="863"/>
                  </a:cubicBezTo>
                  <a:cubicBezTo>
                    <a:pt x="525" y="961"/>
                    <a:pt x="754" y="1013"/>
                    <a:pt x="982" y="1013"/>
                  </a:cubicBezTo>
                  <a:cubicBezTo>
                    <a:pt x="1203" y="1013"/>
                    <a:pt x="1423" y="965"/>
                    <a:pt x="1590" y="863"/>
                  </a:cubicBezTo>
                  <a:cubicBezTo>
                    <a:pt x="1929" y="661"/>
                    <a:pt x="1929" y="348"/>
                    <a:pt x="1590" y="142"/>
                  </a:cubicBezTo>
                  <a:cubicBezTo>
                    <a:pt x="1420" y="47"/>
                    <a:pt x="1196" y="0"/>
                    <a:pt x="971" y="0"/>
                  </a:cubicBezTo>
                  <a:close/>
                </a:path>
              </a:pathLst>
            </a:custGeom>
            <a:solidFill>
              <a:srgbClr val="B1282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58" name="Google Shape;1058;p34"/>
            <p:cNvSpPr/>
            <p:nvPr/>
          </p:nvSpPr>
          <p:spPr>
            <a:xfrm>
              <a:off x="6340875" y="4318700"/>
              <a:ext cx="32250" cy="17025"/>
            </a:xfrm>
            <a:custGeom>
              <a:rect b="b" l="l" r="r" t="t"/>
              <a:pathLst>
                <a:path extrusionOk="0" h="681" w="1290">
                  <a:moveTo>
                    <a:pt x="645" y="0"/>
                  </a:moveTo>
                  <a:cubicBezTo>
                    <a:pt x="495" y="0"/>
                    <a:pt x="345" y="35"/>
                    <a:pt x="229" y="103"/>
                  </a:cubicBezTo>
                  <a:cubicBezTo>
                    <a:pt x="1" y="240"/>
                    <a:pt x="1" y="443"/>
                    <a:pt x="229" y="580"/>
                  </a:cubicBezTo>
                  <a:cubicBezTo>
                    <a:pt x="345" y="647"/>
                    <a:pt x="495" y="680"/>
                    <a:pt x="645" y="680"/>
                  </a:cubicBezTo>
                  <a:cubicBezTo>
                    <a:pt x="795" y="680"/>
                    <a:pt x="946" y="647"/>
                    <a:pt x="1062" y="580"/>
                  </a:cubicBezTo>
                  <a:cubicBezTo>
                    <a:pt x="1290" y="443"/>
                    <a:pt x="1290" y="240"/>
                    <a:pt x="1062" y="103"/>
                  </a:cubicBezTo>
                  <a:cubicBezTo>
                    <a:pt x="946" y="35"/>
                    <a:pt x="795" y="0"/>
                    <a:pt x="645" y="0"/>
                  </a:cubicBezTo>
                  <a:close/>
                </a:path>
              </a:pathLst>
            </a:custGeom>
            <a:solidFill>
              <a:srgbClr val="50505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059" name="Google Shape;1059;p34"/>
          <p:cNvGrpSpPr/>
          <p:nvPr/>
        </p:nvGrpSpPr>
        <p:grpSpPr>
          <a:xfrm>
            <a:off x="4475016" y="327242"/>
            <a:ext cx="4347097" cy="4067885"/>
            <a:chOff x="4475016" y="327242"/>
            <a:chExt cx="4347097" cy="4067885"/>
          </a:xfrm>
        </p:grpSpPr>
        <p:grpSp>
          <p:nvGrpSpPr>
            <p:cNvPr id="1060" name="Google Shape;1060;p34"/>
            <p:cNvGrpSpPr/>
            <p:nvPr/>
          </p:nvGrpSpPr>
          <p:grpSpPr>
            <a:xfrm>
              <a:off x="4475016" y="821237"/>
              <a:ext cx="4347097" cy="3573889"/>
              <a:chOff x="1900997" y="762837"/>
              <a:chExt cx="4274432" cy="3514149"/>
            </a:xfrm>
          </p:grpSpPr>
          <p:sp>
            <p:nvSpPr>
              <p:cNvPr id="1061" name="Google Shape;1061;p34"/>
              <p:cNvSpPr/>
              <p:nvPr/>
            </p:nvSpPr>
            <p:spPr>
              <a:xfrm>
                <a:off x="1900997" y="2385357"/>
                <a:ext cx="3053299" cy="1891629"/>
              </a:xfrm>
              <a:custGeom>
                <a:rect b="b" l="l" r="r" t="t"/>
                <a:pathLst>
                  <a:path extrusionOk="0" h="30317" w="48935">
                    <a:moveTo>
                      <a:pt x="0" y="1"/>
                    </a:moveTo>
                    <a:lnTo>
                      <a:pt x="0" y="1483"/>
                    </a:lnTo>
                    <a:lnTo>
                      <a:pt x="48934" y="30317"/>
                    </a:lnTo>
                    <a:lnTo>
                      <a:pt x="48934" y="28630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2D2C3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62" name="Google Shape;1062;p34"/>
              <p:cNvSpPr/>
              <p:nvPr/>
            </p:nvSpPr>
            <p:spPr>
              <a:xfrm>
                <a:off x="4954234" y="3531740"/>
                <a:ext cx="1054787" cy="745246"/>
              </a:xfrm>
              <a:custGeom>
                <a:rect b="b" l="l" r="r" t="t"/>
                <a:pathLst>
                  <a:path extrusionOk="0" h="11944" w="16905">
                    <a:moveTo>
                      <a:pt x="16866" y="1"/>
                    </a:moveTo>
                    <a:lnTo>
                      <a:pt x="0" y="10257"/>
                    </a:lnTo>
                    <a:lnTo>
                      <a:pt x="0" y="11944"/>
                    </a:lnTo>
                    <a:lnTo>
                      <a:pt x="16905" y="1662"/>
                    </a:lnTo>
                    <a:lnTo>
                      <a:pt x="16866" y="1"/>
                    </a:lnTo>
                    <a:close/>
                  </a:path>
                </a:pathLst>
              </a:custGeom>
              <a:solidFill>
                <a:srgbClr val="2D2C3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63" name="Google Shape;1063;p34"/>
              <p:cNvSpPr/>
              <p:nvPr/>
            </p:nvSpPr>
            <p:spPr>
              <a:xfrm>
                <a:off x="1900997" y="1770142"/>
                <a:ext cx="4091989" cy="2401584"/>
              </a:xfrm>
              <a:custGeom>
                <a:rect b="b" l="l" r="r" t="t"/>
                <a:pathLst>
                  <a:path extrusionOk="0" h="38490" w="65582">
                    <a:moveTo>
                      <a:pt x="16852" y="0"/>
                    </a:moveTo>
                    <a:lnTo>
                      <a:pt x="0" y="9861"/>
                    </a:lnTo>
                    <a:lnTo>
                      <a:pt x="48934" y="38490"/>
                    </a:lnTo>
                    <a:lnTo>
                      <a:pt x="65581" y="28384"/>
                    </a:lnTo>
                    <a:lnTo>
                      <a:pt x="16852" y="0"/>
                    </a:lnTo>
                    <a:close/>
                  </a:path>
                </a:pathLst>
              </a:custGeom>
              <a:solidFill>
                <a:srgbClr val="50505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64" name="Google Shape;1064;p34"/>
              <p:cNvSpPr/>
              <p:nvPr/>
            </p:nvSpPr>
            <p:spPr>
              <a:xfrm>
                <a:off x="2952478" y="1751611"/>
                <a:ext cx="804521" cy="494730"/>
              </a:xfrm>
              <a:custGeom>
                <a:rect b="b" l="l" r="r" t="t"/>
                <a:pathLst>
                  <a:path extrusionOk="0" h="7929" w="12894">
                    <a:moveTo>
                      <a:pt x="0" y="0"/>
                    </a:moveTo>
                    <a:lnTo>
                      <a:pt x="0" y="408"/>
                    </a:lnTo>
                    <a:lnTo>
                      <a:pt x="12893" y="7928"/>
                    </a:lnTo>
                    <a:lnTo>
                      <a:pt x="12893" y="7507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2D2C3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65" name="Google Shape;1065;p34"/>
              <p:cNvSpPr/>
              <p:nvPr/>
            </p:nvSpPr>
            <p:spPr>
              <a:xfrm>
                <a:off x="6006526" y="3434217"/>
                <a:ext cx="168903" cy="201286"/>
              </a:xfrm>
              <a:custGeom>
                <a:rect b="b" l="l" r="r" t="t"/>
                <a:pathLst>
                  <a:path extrusionOk="0" h="3226" w="2707">
                    <a:moveTo>
                      <a:pt x="2707" y="0"/>
                    </a:moveTo>
                    <a:lnTo>
                      <a:pt x="1" y="1564"/>
                    </a:lnTo>
                    <a:lnTo>
                      <a:pt x="40" y="3225"/>
                    </a:lnTo>
                    <a:lnTo>
                      <a:pt x="2707" y="1619"/>
                    </a:lnTo>
                    <a:lnTo>
                      <a:pt x="2707" y="0"/>
                    </a:lnTo>
                    <a:close/>
                  </a:path>
                </a:pathLst>
              </a:custGeom>
              <a:solidFill>
                <a:srgbClr val="2D2C3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66" name="Google Shape;1066;p34"/>
              <p:cNvSpPr/>
              <p:nvPr/>
            </p:nvSpPr>
            <p:spPr>
              <a:xfrm>
                <a:off x="2952478" y="1653838"/>
                <a:ext cx="3222951" cy="1878776"/>
              </a:xfrm>
              <a:custGeom>
                <a:rect b="b" l="l" r="r" t="t"/>
                <a:pathLst>
                  <a:path extrusionOk="0" h="30111" w="51654">
                    <a:moveTo>
                      <a:pt x="2693" y="0"/>
                    </a:moveTo>
                    <a:lnTo>
                      <a:pt x="0" y="1567"/>
                    </a:lnTo>
                    <a:lnTo>
                      <a:pt x="49029" y="30111"/>
                    </a:lnTo>
                    <a:lnTo>
                      <a:pt x="51654" y="28534"/>
                    </a:lnTo>
                    <a:lnTo>
                      <a:pt x="2693" y="0"/>
                    </a:lnTo>
                    <a:close/>
                  </a:path>
                </a:pathLst>
              </a:custGeom>
              <a:solidFill>
                <a:srgbClr val="87878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67" name="Google Shape;1067;p34"/>
              <p:cNvSpPr/>
              <p:nvPr/>
            </p:nvSpPr>
            <p:spPr>
              <a:xfrm>
                <a:off x="2938002" y="1765026"/>
                <a:ext cx="200288" cy="130031"/>
              </a:xfrm>
              <a:custGeom>
                <a:rect b="b" l="l" r="r" t="t"/>
                <a:pathLst>
                  <a:path extrusionOk="0" h="2084" w="3210">
                    <a:moveTo>
                      <a:pt x="1" y="1"/>
                    </a:moveTo>
                    <a:lnTo>
                      <a:pt x="1" y="219"/>
                    </a:lnTo>
                    <a:lnTo>
                      <a:pt x="3209" y="2083"/>
                    </a:lnTo>
                    <a:lnTo>
                      <a:pt x="3209" y="1864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rgbClr val="FFE03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68" name="Google Shape;1068;p34"/>
              <p:cNvSpPr/>
              <p:nvPr/>
            </p:nvSpPr>
            <p:spPr>
              <a:xfrm>
                <a:off x="2943119" y="1751611"/>
                <a:ext cx="209585" cy="122232"/>
              </a:xfrm>
              <a:custGeom>
                <a:rect b="b" l="l" r="r" t="t"/>
                <a:pathLst>
                  <a:path extrusionOk="0" h="1959" w="3359">
                    <a:moveTo>
                      <a:pt x="150" y="0"/>
                    </a:moveTo>
                    <a:lnTo>
                      <a:pt x="0" y="82"/>
                    </a:lnTo>
                    <a:lnTo>
                      <a:pt x="3196" y="1959"/>
                    </a:lnTo>
                    <a:lnTo>
                      <a:pt x="3359" y="1861"/>
                    </a:lnTo>
                    <a:lnTo>
                      <a:pt x="150" y="0"/>
                    </a:lnTo>
                    <a:close/>
                  </a:path>
                </a:pathLst>
              </a:custGeom>
              <a:solidFill>
                <a:srgbClr val="FFE03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69" name="Google Shape;1069;p34"/>
              <p:cNvSpPr/>
              <p:nvPr/>
            </p:nvSpPr>
            <p:spPr>
              <a:xfrm>
                <a:off x="2938002" y="1756665"/>
                <a:ext cx="204531" cy="124728"/>
              </a:xfrm>
              <a:custGeom>
                <a:rect b="b" l="l" r="r" t="t"/>
                <a:pathLst>
                  <a:path extrusionOk="0" h="1999" w="3278">
                    <a:moveTo>
                      <a:pt x="82" y="1"/>
                    </a:moveTo>
                    <a:cubicBezTo>
                      <a:pt x="27" y="27"/>
                      <a:pt x="1" y="82"/>
                      <a:pt x="1" y="135"/>
                    </a:cubicBezTo>
                    <a:lnTo>
                      <a:pt x="3209" y="1998"/>
                    </a:lnTo>
                    <a:cubicBezTo>
                      <a:pt x="3209" y="1959"/>
                      <a:pt x="3238" y="1891"/>
                      <a:pt x="3278" y="1878"/>
                    </a:cubicBezTo>
                    <a:lnTo>
                      <a:pt x="82" y="1"/>
                    </a:lnTo>
                    <a:close/>
                  </a:path>
                </a:pathLst>
              </a:custGeom>
              <a:solidFill>
                <a:srgbClr val="DBAE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70" name="Google Shape;1070;p34"/>
              <p:cNvSpPr/>
              <p:nvPr/>
            </p:nvSpPr>
            <p:spPr>
              <a:xfrm>
                <a:off x="3138228" y="1867665"/>
                <a:ext cx="14476" cy="27391"/>
              </a:xfrm>
              <a:custGeom>
                <a:rect b="b" l="l" r="r" t="t"/>
                <a:pathLst>
                  <a:path extrusionOk="0" h="439" w="232">
                    <a:moveTo>
                      <a:pt x="232" y="1"/>
                    </a:moveTo>
                    <a:lnTo>
                      <a:pt x="69" y="99"/>
                    </a:lnTo>
                    <a:cubicBezTo>
                      <a:pt x="29" y="112"/>
                      <a:pt x="0" y="180"/>
                      <a:pt x="0" y="219"/>
                    </a:cubicBezTo>
                    <a:lnTo>
                      <a:pt x="0" y="438"/>
                    </a:lnTo>
                    <a:lnTo>
                      <a:pt x="232" y="301"/>
                    </a:lnTo>
                    <a:lnTo>
                      <a:pt x="232" y="1"/>
                    </a:lnTo>
                    <a:close/>
                  </a:path>
                </a:pathLst>
              </a:custGeom>
              <a:solidFill>
                <a:srgbClr val="DBAE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71" name="Google Shape;1071;p34"/>
              <p:cNvSpPr/>
              <p:nvPr/>
            </p:nvSpPr>
            <p:spPr>
              <a:xfrm>
                <a:off x="3139039" y="1882141"/>
                <a:ext cx="200413" cy="130780"/>
              </a:xfrm>
              <a:custGeom>
                <a:rect b="b" l="l" r="r" t="t"/>
                <a:pathLst>
                  <a:path extrusionOk="0" h="2096" w="3212">
                    <a:moveTo>
                      <a:pt x="0" y="0"/>
                    </a:moveTo>
                    <a:lnTo>
                      <a:pt x="0" y="219"/>
                    </a:lnTo>
                    <a:lnTo>
                      <a:pt x="3212" y="2096"/>
                    </a:lnTo>
                    <a:lnTo>
                      <a:pt x="3212" y="1877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E03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72" name="Google Shape;1072;p34"/>
              <p:cNvSpPr/>
              <p:nvPr/>
            </p:nvSpPr>
            <p:spPr>
              <a:xfrm>
                <a:off x="3144093" y="1868664"/>
                <a:ext cx="209834" cy="122294"/>
              </a:xfrm>
              <a:custGeom>
                <a:rect b="b" l="l" r="r" t="t"/>
                <a:pathLst>
                  <a:path extrusionOk="0" h="1960" w="3363">
                    <a:moveTo>
                      <a:pt x="151" y="1"/>
                    </a:moveTo>
                    <a:lnTo>
                      <a:pt x="1" y="96"/>
                    </a:lnTo>
                    <a:lnTo>
                      <a:pt x="3213" y="1959"/>
                    </a:lnTo>
                    <a:lnTo>
                      <a:pt x="3363" y="1861"/>
                    </a:lnTo>
                    <a:lnTo>
                      <a:pt x="151" y="1"/>
                    </a:lnTo>
                    <a:close/>
                  </a:path>
                </a:pathLst>
              </a:custGeom>
              <a:solidFill>
                <a:srgbClr val="FFE03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73" name="Google Shape;1073;p34"/>
              <p:cNvSpPr/>
              <p:nvPr/>
            </p:nvSpPr>
            <p:spPr>
              <a:xfrm>
                <a:off x="3139039" y="1874591"/>
                <a:ext cx="205529" cy="124728"/>
              </a:xfrm>
              <a:custGeom>
                <a:rect b="b" l="l" r="r" t="t"/>
                <a:pathLst>
                  <a:path extrusionOk="0" h="1999" w="3294">
                    <a:moveTo>
                      <a:pt x="82" y="1"/>
                    </a:moveTo>
                    <a:cubicBezTo>
                      <a:pt x="43" y="14"/>
                      <a:pt x="0" y="82"/>
                      <a:pt x="0" y="121"/>
                    </a:cubicBezTo>
                    <a:lnTo>
                      <a:pt x="3212" y="1998"/>
                    </a:lnTo>
                    <a:cubicBezTo>
                      <a:pt x="3212" y="1946"/>
                      <a:pt x="3251" y="1890"/>
                      <a:pt x="3294" y="1864"/>
                    </a:cubicBezTo>
                    <a:lnTo>
                      <a:pt x="82" y="1"/>
                    </a:lnTo>
                    <a:close/>
                  </a:path>
                </a:pathLst>
              </a:custGeom>
              <a:solidFill>
                <a:srgbClr val="DBAE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74" name="Google Shape;1074;p34"/>
              <p:cNvSpPr/>
              <p:nvPr/>
            </p:nvSpPr>
            <p:spPr>
              <a:xfrm>
                <a:off x="3339389" y="1984781"/>
                <a:ext cx="14538" cy="28140"/>
              </a:xfrm>
              <a:custGeom>
                <a:rect b="b" l="l" r="r" t="t"/>
                <a:pathLst>
                  <a:path extrusionOk="0" h="451" w="233">
                    <a:moveTo>
                      <a:pt x="233" y="0"/>
                    </a:moveTo>
                    <a:lnTo>
                      <a:pt x="83" y="98"/>
                    </a:lnTo>
                    <a:cubicBezTo>
                      <a:pt x="40" y="124"/>
                      <a:pt x="1" y="180"/>
                      <a:pt x="1" y="232"/>
                    </a:cubicBezTo>
                    <a:lnTo>
                      <a:pt x="1" y="451"/>
                    </a:lnTo>
                    <a:lnTo>
                      <a:pt x="233" y="314"/>
                    </a:lnTo>
                    <a:lnTo>
                      <a:pt x="233" y="0"/>
                    </a:lnTo>
                    <a:close/>
                  </a:path>
                </a:pathLst>
              </a:custGeom>
              <a:solidFill>
                <a:srgbClr val="DBAE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75" name="Google Shape;1075;p34"/>
              <p:cNvSpPr/>
              <p:nvPr/>
            </p:nvSpPr>
            <p:spPr>
              <a:xfrm>
                <a:off x="3341074" y="2000068"/>
                <a:ext cx="200226" cy="129969"/>
              </a:xfrm>
              <a:custGeom>
                <a:rect b="b" l="l" r="r" t="t"/>
                <a:pathLst>
                  <a:path extrusionOk="0" h="2083" w="3209">
                    <a:moveTo>
                      <a:pt x="0" y="0"/>
                    </a:moveTo>
                    <a:lnTo>
                      <a:pt x="0" y="219"/>
                    </a:lnTo>
                    <a:lnTo>
                      <a:pt x="3209" y="2083"/>
                    </a:lnTo>
                    <a:lnTo>
                      <a:pt x="3209" y="1864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E03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76" name="Google Shape;1076;p34"/>
              <p:cNvSpPr/>
              <p:nvPr/>
            </p:nvSpPr>
            <p:spPr>
              <a:xfrm>
                <a:off x="3345317" y="1985779"/>
                <a:ext cx="209647" cy="122294"/>
              </a:xfrm>
              <a:custGeom>
                <a:rect b="b" l="l" r="r" t="t"/>
                <a:pathLst>
                  <a:path extrusionOk="0" h="1960" w="3360">
                    <a:moveTo>
                      <a:pt x="164" y="1"/>
                    </a:moveTo>
                    <a:lnTo>
                      <a:pt x="1" y="95"/>
                    </a:lnTo>
                    <a:lnTo>
                      <a:pt x="3209" y="1959"/>
                    </a:lnTo>
                    <a:lnTo>
                      <a:pt x="3359" y="1878"/>
                    </a:lnTo>
                    <a:lnTo>
                      <a:pt x="164" y="1"/>
                    </a:lnTo>
                    <a:close/>
                  </a:path>
                </a:pathLst>
              </a:custGeom>
              <a:solidFill>
                <a:srgbClr val="FFE03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77" name="Google Shape;1077;p34"/>
              <p:cNvSpPr/>
              <p:nvPr/>
            </p:nvSpPr>
            <p:spPr>
              <a:xfrm>
                <a:off x="3341074" y="1991707"/>
                <a:ext cx="204531" cy="124665"/>
              </a:xfrm>
              <a:custGeom>
                <a:rect b="b" l="l" r="r" t="t"/>
                <a:pathLst>
                  <a:path extrusionOk="0" h="1998" w="3278">
                    <a:moveTo>
                      <a:pt x="69" y="0"/>
                    </a:moveTo>
                    <a:cubicBezTo>
                      <a:pt x="26" y="27"/>
                      <a:pt x="0" y="82"/>
                      <a:pt x="0" y="134"/>
                    </a:cubicBezTo>
                    <a:lnTo>
                      <a:pt x="3209" y="1998"/>
                    </a:lnTo>
                    <a:cubicBezTo>
                      <a:pt x="3209" y="1946"/>
                      <a:pt x="3238" y="1890"/>
                      <a:pt x="3277" y="1864"/>
                    </a:cubicBezTo>
                    <a:lnTo>
                      <a:pt x="69" y="0"/>
                    </a:lnTo>
                    <a:close/>
                  </a:path>
                </a:pathLst>
              </a:custGeom>
              <a:solidFill>
                <a:srgbClr val="DBAE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78" name="Google Shape;1078;p34"/>
              <p:cNvSpPr/>
              <p:nvPr/>
            </p:nvSpPr>
            <p:spPr>
              <a:xfrm>
                <a:off x="3541237" y="2102895"/>
                <a:ext cx="14538" cy="27142"/>
              </a:xfrm>
              <a:custGeom>
                <a:rect b="b" l="l" r="r" t="t"/>
                <a:pathLst>
                  <a:path extrusionOk="0" h="435" w="233">
                    <a:moveTo>
                      <a:pt x="219" y="1"/>
                    </a:moveTo>
                    <a:lnTo>
                      <a:pt x="69" y="82"/>
                    </a:lnTo>
                    <a:cubicBezTo>
                      <a:pt x="30" y="108"/>
                      <a:pt x="1" y="164"/>
                      <a:pt x="1" y="216"/>
                    </a:cubicBezTo>
                    <a:lnTo>
                      <a:pt x="1" y="435"/>
                    </a:lnTo>
                    <a:lnTo>
                      <a:pt x="232" y="298"/>
                    </a:lnTo>
                    <a:lnTo>
                      <a:pt x="219" y="1"/>
                    </a:lnTo>
                    <a:close/>
                  </a:path>
                </a:pathLst>
              </a:custGeom>
              <a:solidFill>
                <a:srgbClr val="DBAE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79" name="Google Shape;1079;p34"/>
              <p:cNvSpPr/>
              <p:nvPr/>
            </p:nvSpPr>
            <p:spPr>
              <a:xfrm>
                <a:off x="3542236" y="2117183"/>
                <a:ext cx="200288" cy="129969"/>
              </a:xfrm>
              <a:custGeom>
                <a:rect b="b" l="l" r="r" t="t"/>
                <a:pathLst>
                  <a:path extrusionOk="0" h="2083" w="3210">
                    <a:moveTo>
                      <a:pt x="1" y="0"/>
                    </a:moveTo>
                    <a:lnTo>
                      <a:pt x="1" y="219"/>
                    </a:lnTo>
                    <a:lnTo>
                      <a:pt x="3209" y="2083"/>
                    </a:lnTo>
                    <a:lnTo>
                      <a:pt x="3209" y="1864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rgbClr val="FFE03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80" name="Google Shape;1080;p34"/>
              <p:cNvSpPr/>
              <p:nvPr/>
            </p:nvSpPr>
            <p:spPr>
              <a:xfrm>
                <a:off x="3547352" y="2103706"/>
                <a:ext cx="209647" cy="122294"/>
              </a:xfrm>
              <a:custGeom>
                <a:rect b="b" l="l" r="r" t="t"/>
                <a:pathLst>
                  <a:path extrusionOk="0" h="1960" w="3360">
                    <a:moveTo>
                      <a:pt x="147" y="1"/>
                    </a:moveTo>
                    <a:lnTo>
                      <a:pt x="1" y="82"/>
                    </a:lnTo>
                    <a:lnTo>
                      <a:pt x="3209" y="1959"/>
                    </a:lnTo>
                    <a:lnTo>
                      <a:pt x="3359" y="1864"/>
                    </a:lnTo>
                    <a:lnTo>
                      <a:pt x="147" y="1"/>
                    </a:lnTo>
                    <a:close/>
                  </a:path>
                </a:pathLst>
              </a:custGeom>
              <a:solidFill>
                <a:srgbClr val="FFE03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81" name="Google Shape;1081;p34"/>
              <p:cNvSpPr/>
              <p:nvPr/>
            </p:nvSpPr>
            <p:spPr>
              <a:xfrm>
                <a:off x="3542236" y="2108822"/>
                <a:ext cx="205404" cy="124665"/>
              </a:xfrm>
              <a:custGeom>
                <a:rect b="b" l="l" r="r" t="t"/>
                <a:pathLst>
                  <a:path extrusionOk="0" h="1998" w="3292">
                    <a:moveTo>
                      <a:pt x="83" y="0"/>
                    </a:moveTo>
                    <a:cubicBezTo>
                      <a:pt x="40" y="26"/>
                      <a:pt x="1" y="82"/>
                      <a:pt x="1" y="134"/>
                    </a:cubicBezTo>
                    <a:lnTo>
                      <a:pt x="3209" y="1998"/>
                    </a:lnTo>
                    <a:cubicBezTo>
                      <a:pt x="3209" y="1959"/>
                      <a:pt x="3236" y="1890"/>
                      <a:pt x="3291" y="1877"/>
                    </a:cubicBezTo>
                    <a:lnTo>
                      <a:pt x="83" y="0"/>
                    </a:lnTo>
                    <a:close/>
                  </a:path>
                </a:pathLst>
              </a:custGeom>
              <a:solidFill>
                <a:srgbClr val="DBAE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82" name="Google Shape;1082;p34"/>
              <p:cNvSpPr/>
              <p:nvPr/>
            </p:nvSpPr>
            <p:spPr>
              <a:xfrm>
                <a:off x="3742461" y="2220010"/>
                <a:ext cx="14538" cy="27142"/>
              </a:xfrm>
              <a:custGeom>
                <a:rect b="b" l="l" r="r" t="t"/>
                <a:pathLst>
                  <a:path extrusionOk="0" h="435" w="233">
                    <a:moveTo>
                      <a:pt x="232" y="0"/>
                    </a:moveTo>
                    <a:lnTo>
                      <a:pt x="82" y="95"/>
                    </a:lnTo>
                    <a:cubicBezTo>
                      <a:pt x="27" y="108"/>
                      <a:pt x="0" y="177"/>
                      <a:pt x="0" y="216"/>
                    </a:cubicBezTo>
                    <a:lnTo>
                      <a:pt x="0" y="435"/>
                    </a:lnTo>
                    <a:lnTo>
                      <a:pt x="232" y="310"/>
                    </a:lnTo>
                    <a:lnTo>
                      <a:pt x="232" y="0"/>
                    </a:lnTo>
                    <a:close/>
                  </a:path>
                </a:pathLst>
              </a:custGeom>
              <a:solidFill>
                <a:srgbClr val="DBAE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83" name="Google Shape;1083;p34"/>
              <p:cNvSpPr/>
              <p:nvPr/>
            </p:nvSpPr>
            <p:spPr>
              <a:xfrm>
                <a:off x="3742461" y="2233425"/>
                <a:ext cx="200288" cy="130842"/>
              </a:xfrm>
              <a:custGeom>
                <a:rect b="b" l="l" r="r" t="t"/>
                <a:pathLst>
                  <a:path extrusionOk="0" h="2097" w="3210">
                    <a:moveTo>
                      <a:pt x="0" y="1"/>
                    </a:moveTo>
                    <a:lnTo>
                      <a:pt x="0" y="220"/>
                    </a:lnTo>
                    <a:lnTo>
                      <a:pt x="3209" y="2096"/>
                    </a:lnTo>
                    <a:lnTo>
                      <a:pt x="3209" y="1878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FFE03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84" name="Google Shape;1084;p34"/>
              <p:cNvSpPr/>
              <p:nvPr/>
            </p:nvSpPr>
            <p:spPr>
              <a:xfrm>
                <a:off x="3747578" y="2220010"/>
                <a:ext cx="209585" cy="122232"/>
              </a:xfrm>
              <a:custGeom>
                <a:rect b="b" l="l" r="r" t="t"/>
                <a:pathLst>
                  <a:path extrusionOk="0" h="1959" w="3359">
                    <a:moveTo>
                      <a:pt x="150" y="0"/>
                    </a:moveTo>
                    <a:lnTo>
                      <a:pt x="0" y="95"/>
                    </a:lnTo>
                    <a:lnTo>
                      <a:pt x="3196" y="1959"/>
                    </a:lnTo>
                    <a:lnTo>
                      <a:pt x="3359" y="1877"/>
                    </a:lnTo>
                    <a:lnTo>
                      <a:pt x="150" y="0"/>
                    </a:lnTo>
                    <a:close/>
                  </a:path>
                </a:pathLst>
              </a:custGeom>
              <a:solidFill>
                <a:srgbClr val="FFE03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85" name="Google Shape;1085;p34"/>
              <p:cNvSpPr/>
              <p:nvPr/>
            </p:nvSpPr>
            <p:spPr>
              <a:xfrm>
                <a:off x="3742461" y="2225938"/>
                <a:ext cx="204531" cy="124665"/>
              </a:xfrm>
              <a:custGeom>
                <a:rect b="b" l="l" r="r" t="t"/>
                <a:pathLst>
                  <a:path extrusionOk="0" h="1998" w="3278">
                    <a:moveTo>
                      <a:pt x="82" y="0"/>
                    </a:moveTo>
                    <a:cubicBezTo>
                      <a:pt x="40" y="13"/>
                      <a:pt x="0" y="82"/>
                      <a:pt x="0" y="121"/>
                    </a:cubicBezTo>
                    <a:lnTo>
                      <a:pt x="3209" y="1998"/>
                    </a:lnTo>
                    <a:cubicBezTo>
                      <a:pt x="3209" y="1945"/>
                      <a:pt x="3238" y="1890"/>
                      <a:pt x="3278" y="1864"/>
                    </a:cubicBezTo>
                    <a:lnTo>
                      <a:pt x="82" y="0"/>
                    </a:lnTo>
                    <a:close/>
                  </a:path>
                </a:pathLst>
              </a:custGeom>
              <a:solidFill>
                <a:srgbClr val="DBAE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86" name="Google Shape;1086;p34"/>
              <p:cNvSpPr/>
              <p:nvPr/>
            </p:nvSpPr>
            <p:spPr>
              <a:xfrm>
                <a:off x="3942687" y="2337125"/>
                <a:ext cx="14476" cy="27142"/>
              </a:xfrm>
              <a:custGeom>
                <a:rect b="b" l="l" r="r" t="t"/>
                <a:pathLst>
                  <a:path extrusionOk="0" h="435" w="232">
                    <a:moveTo>
                      <a:pt x="232" y="0"/>
                    </a:moveTo>
                    <a:lnTo>
                      <a:pt x="69" y="82"/>
                    </a:lnTo>
                    <a:cubicBezTo>
                      <a:pt x="29" y="108"/>
                      <a:pt x="0" y="163"/>
                      <a:pt x="0" y="216"/>
                    </a:cubicBezTo>
                    <a:lnTo>
                      <a:pt x="0" y="434"/>
                    </a:lnTo>
                    <a:lnTo>
                      <a:pt x="232" y="297"/>
                    </a:lnTo>
                    <a:lnTo>
                      <a:pt x="232" y="0"/>
                    </a:lnTo>
                    <a:close/>
                  </a:path>
                </a:pathLst>
              </a:custGeom>
              <a:solidFill>
                <a:srgbClr val="DBAE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87" name="Google Shape;1087;p34"/>
              <p:cNvSpPr/>
              <p:nvPr/>
            </p:nvSpPr>
            <p:spPr>
              <a:xfrm>
                <a:off x="3941813" y="2349729"/>
                <a:ext cx="200288" cy="130031"/>
              </a:xfrm>
              <a:custGeom>
                <a:rect b="b" l="l" r="r" t="t"/>
                <a:pathLst>
                  <a:path extrusionOk="0" h="2084" w="3210">
                    <a:moveTo>
                      <a:pt x="1" y="1"/>
                    </a:moveTo>
                    <a:lnTo>
                      <a:pt x="1" y="219"/>
                    </a:lnTo>
                    <a:lnTo>
                      <a:pt x="3210" y="2083"/>
                    </a:lnTo>
                    <a:lnTo>
                      <a:pt x="3210" y="1864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rgbClr val="FFE03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88" name="Google Shape;1088;p34"/>
              <p:cNvSpPr/>
              <p:nvPr/>
            </p:nvSpPr>
            <p:spPr>
              <a:xfrm>
                <a:off x="3946930" y="2336065"/>
                <a:ext cx="209647" cy="122294"/>
              </a:xfrm>
              <a:custGeom>
                <a:rect b="b" l="l" r="r" t="t"/>
                <a:pathLst>
                  <a:path extrusionOk="0" h="1960" w="3360">
                    <a:moveTo>
                      <a:pt x="151" y="1"/>
                    </a:moveTo>
                    <a:lnTo>
                      <a:pt x="1" y="82"/>
                    </a:lnTo>
                    <a:lnTo>
                      <a:pt x="3196" y="1959"/>
                    </a:lnTo>
                    <a:lnTo>
                      <a:pt x="3359" y="1865"/>
                    </a:lnTo>
                    <a:lnTo>
                      <a:pt x="151" y="1"/>
                    </a:lnTo>
                    <a:close/>
                  </a:path>
                </a:pathLst>
              </a:custGeom>
              <a:solidFill>
                <a:srgbClr val="FFE03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89" name="Google Shape;1089;p34"/>
              <p:cNvSpPr/>
              <p:nvPr/>
            </p:nvSpPr>
            <p:spPr>
              <a:xfrm>
                <a:off x="3941813" y="2341181"/>
                <a:ext cx="204593" cy="124915"/>
              </a:xfrm>
              <a:custGeom>
                <a:rect b="b" l="l" r="r" t="t"/>
                <a:pathLst>
                  <a:path extrusionOk="0" h="2002" w="3279">
                    <a:moveTo>
                      <a:pt x="83" y="0"/>
                    </a:moveTo>
                    <a:cubicBezTo>
                      <a:pt x="43" y="30"/>
                      <a:pt x="1" y="82"/>
                      <a:pt x="1" y="138"/>
                    </a:cubicBezTo>
                    <a:lnTo>
                      <a:pt x="3210" y="2001"/>
                    </a:lnTo>
                    <a:cubicBezTo>
                      <a:pt x="3210" y="1959"/>
                      <a:pt x="3239" y="1894"/>
                      <a:pt x="3278" y="1877"/>
                    </a:cubicBezTo>
                    <a:lnTo>
                      <a:pt x="83" y="0"/>
                    </a:lnTo>
                    <a:close/>
                  </a:path>
                </a:pathLst>
              </a:custGeom>
              <a:solidFill>
                <a:srgbClr val="DBAE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90" name="Google Shape;1090;p34"/>
              <p:cNvSpPr/>
              <p:nvPr/>
            </p:nvSpPr>
            <p:spPr>
              <a:xfrm>
                <a:off x="4142039" y="2452369"/>
                <a:ext cx="14538" cy="27391"/>
              </a:xfrm>
              <a:custGeom>
                <a:rect b="b" l="l" r="r" t="t"/>
                <a:pathLst>
                  <a:path extrusionOk="0" h="439" w="233">
                    <a:moveTo>
                      <a:pt x="232" y="1"/>
                    </a:moveTo>
                    <a:lnTo>
                      <a:pt x="69" y="95"/>
                    </a:lnTo>
                    <a:cubicBezTo>
                      <a:pt x="30" y="112"/>
                      <a:pt x="1" y="177"/>
                      <a:pt x="1" y="219"/>
                    </a:cubicBezTo>
                    <a:lnTo>
                      <a:pt x="1" y="438"/>
                    </a:lnTo>
                    <a:lnTo>
                      <a:pt x="232" y="314"/>
                    </a:lnTo>
                    <a:lnTo>
                      <a:pt x="232" y="1"/>
                    </a:lnTo>
                    <a:close/>
                  </a:path>
                </a:pathLst>
              </a:custGeom>
              <a:solidFill>
                <a:srgbClr val="DBAE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91" name="Google Shape;1091;p34"/>
              <p:cNvSpPr/>
              <p:nvPr/>
            </p:nvSpPr>
            <p:spPr>
              <a:xfrm>
                <a:off x="4142039" y="2466034"/>
                <a:ext cx="200475" cy="130780"/>
              </a:xfrm>
              <a:custGeom>
                <a:rect b="b" l="l" r="r" t="t"/>
                <a:pathLst>
                  <a:path extrusionOk="0" h="2096" w="3213">
                    <a:moveTo>
                      <a:pt x="1" y="0"/>
                    </a:moveTo>
                    <a:lnTo>
                      <a:pt x="1" y="219"/>
                    </a:lnTo>
                    <a:lnTo>
                      <a:pt x="3212" y="2096"/>
                    </a:lnTo>
                    <a:lnTo>
                      <a:pt x="3212" y="1877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rgbClr val="FFE03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92" name="Google Shape;1092;p34"/>
              <p:cNvSpPr/>
              <p:nvPr/>
            </p:nvSpPr>
            <p:spPr>
              <a:xfrm>
                <a:off x="4147155" y="2452369"/>
                <a:ext cx="209834" cy="122294"/>
              </a:xfrm>
              <a:custGeom>
                <a:rect b="b" l="l" r="r" t="t"/>
                <a:pathLst>
                  <a:path extrusionOk="0" h="1960" w="3363">
                    <a:moveTo>
                      <a:pt x="150" y="1"/>
                    </a:moveTo>
                    <a:lnTo>
                      <a:pt x="0" y="95"/>
                    </a:lnTo>
                    <a:lnTo>
                      <a:pt x="3199" y="1959"/>
                    </a:lnTo>
                    <a:lnTo>
                      <a:pt x="3362" y="1864"/>
                    </a:lnTo>
                    <a:lnTo>
                      <a:pt x="150" y="1"/>
                    </a:lnTo>
                    <a:close/>
                  </a:path>
                </a:pathLst>
              </a:custGeom>
              <a:solidFill>
                <a:srgbClr val="FFE03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93" name="Google Shape;1093;p34"/>
              <p:cNvSpPr/>
              <p:nvPr/>
            </p:nvSpPr>
            <p:spPr>
              <a:xfrm>
                <a:off x="4142039" y="2458297"/>
                <a:ext cx="204718" cy="124915"/>
              </a:xfrm>
              <a:custGeom>
                <a:rect b="b" l="l" r="r" t="t"/>
                <a:pathLst>
                  <a:path extrusionOk="0" h="2002" w="3281">
                    <a:moveTo>
                      <a:pt x="82" y="0"/>
                    </a:moveTo>
                    <a:cubicBezTo>
                      <a:pt x="30" y="17"/>
                      <a:pt x="1" y="82"/>
                      <a:pt x="1" y="124"/>
                    </a:cubicBezTo>
                    <a:lnTo>
                      <a:pt x="3212" y="2001"/>
                    </a:lnTo>
                    <a:cubicBezTo>
                      <a:pt x="3212" y="1946"/>
                      <a:pt x="3238" y="1893"/>
                      <a:pt x="3281" y="1864"/>
                    </a:cubicBezTo>
                    <a:lnTo>
                      <a:pt x="82" y="0"/>
                    </a:lnTo>
                    <a:close/>
                  </a:path>
                </a:pathLst>
              </a:custGeom>
              <a:solidFill>
                <a:srgbClr val="DBAE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94" name="Google Shape;1094;p34"/>
              <p:cNvSpPr/>
              <p:nvPr/>
            </p:nvSpPr>
            <p:spPr>
              <a:xfrm>
                <a:off x="4342451" y="2568673"/>
                <a:ext cx="14538" cy="28140"/>
              </a:xfrm>
              <a:custGeom>
                <a:rect b="b" l="l" r="r" t="t"/>
                <a:pathLst>
                  <a:path extrusionOk="0" h="451" w="233">
                    <a:moveTo>
                      <a:pt x="232" y="0"/>
                    </a:moveTo>
                    <a:lnTo>
                      <a:pt x="69" y="95"/>
                    </a:lnTo>
                    <a:cubicBezTo>
                      <a:pt x="26" y="124"/>
                      <a:pt x="0" y="177"/>
                      <a:pt x="0" y="232"/>
                    </a:cubicBezTo>
                    <a:lnTo>
                      <a:pt x="0" y="451"/>
                    </a:lnTo>
                    <a:lnTo>
                      <a:pt x="232" y="314"/>
                    </a:lnTo>
                    <a:lnTo>
                      <a:pt x="232" y="0"/>
                    </a:lnTo>
                    <a:close/>
                  </a:path>
                </a:pathLst>
              </a:custGeom>
              <a:solidFill>
                <a:srgbClr val="DBAE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95" name="Google Shape;1095;p34"/>
              <p:cNvSpPr/>
              <p:nvPr/>
            </p:nvSpPr>
            <p:spPr>
              <a:xfrm>
                <a:off x="2952478" y="1653838"/>
                <a:ext cx="172335" cy="99458"/>
              </a:xfrm>
              <a:custGeom>
                <a:rect b="b" l="l" r="r" t="t"/>
                <a:pathLst>
                  <a:path extrusionOk="0" h="1594" w="2762">
                    <a:moveTo>
                      <a:pt x="2693" y="0"/>
                    </a:moveTo>
                    <a:lnTo>
                      <a:pt x="0" y="1567"/>
                    </a:lnTo>
                    <a:lnTo>
                      <a:pt x="69" y="1593"/>
                    </a:lnTo>
                    <a:lnTo>
                      <a:pt x="2762" y="30"/>
                    </a:lnTo>
                    <a:lnTo>
                      <a:pt x="2693" y="0"/>
                    </a:lnTo>
                    <a:close/>
                  </a:path>
                </a:pathLst>
              </a:custGeom>
              <a:solidFill>
                <a:srgbClr val="F5F5F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96" name="Google Shape;1096;p34"/>
              <p:cNvSpPr/>
              <p:nvPr/>
            </p:nvSpPr>
            <p:spPr>
              <a:xfrm>
                <a:off x="3152641" y="1770142"/>
                <a:ext cx="171586" cy="100269"/>
              </a:xfrm>
              <a:custGeom>
                <a:rect b="b" l="l" r="r" t="t"/>
                <a:pathLst>
                  <a:path extrusionOk="0" h="1607" w="2750">
                    <a:moveTo>
                      <a:pt x="2694" y="0"/>
                    </a:moveTo>
                    <a:lnTo>
                      <a:pt x="1" y="1564"/>
                    </a:lnTo>
                    <a:lnTo>
                      <a:pt x="69" y="1606"/>
                    </a:lnTo>
                    <a:lnTo>
                      <a:pt x="2749" y="43"/>
                    </a:lnTo>
                    <a:lnTo>
                      <a:pt x="2694" y="0"/>
                    </a:lnTo>
                    <a:close/>
                  </a:path>
                </a:pathLst>
              </a:custGeom>
              <a:solidFill>
                <a:srgbClr val="F5F5F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97" name="Google Shape;1097;p34"/>
              <p:cNvSpPr/>
              <p:nvPr/>
            </p:nvSpPr>
            <p:spPr>
              <a:xfrm>
                <a:off x="3352867" y="1887195"/>
                <a:ext cx="171524" cy="99458"/>
              </a:xfrm>
              <a:custGeom>
                <a:rect b="b" l="l" r="r" t="t"/>
                <a:pathLst>
                  <a:path extrusionOk="0" h="1594" w="2749">
                    <a:moveTo>
                      <a:pt x="2693" y="1"/>
                    </a:moveTo>
                    <a:lnTo>
                      <a:pt x="0" y="1564"/>
                    </a:lnTo>
                    <a:lnTo>
                      <a:pt x="69" y="1594"/>
                    </a:lnTo>
                    <a:lnTo>
                      <a:pt x="2749" y="30"/>
                    </a:lnTo>
                    <a:lnTo>
                      <a:pt x="2693" y="1"/>
                    </a:lnTo>
                    <a:close/>
                  </a:path>
                </a:pathLst>
              </a:custGeom>
              <a:solidFill>
                <a:srgbClr val="F5F5F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98" name="Google Shape;1098;p34"/>
              <p:cNvSpPr/>
              <p:nvPr/>
            </p:nvSpPr>
            <p:spPr>
              <a:xfrm>
                <a:off x="3553279" y="2003499"/>
                <a:ext cx="171337" cy="100269"/>
              </a:xfrm>
              <a:custGeom>
                <a:rect b="b" l="l" r="r" t="t"/>
                <a:pathLst>
                  <a:path extrusionOk="0" h="1607" w="2746">
                    <a:moveTo>
                      <a:pt x="2693" y="1"/>
                    </a:moveTo>
                    <a:lnTo>
                      <a:pt x="0" y="1564"/>
                    </a:lnTo>
                    <a:lnTo>
                      <a:pt x="69" y="1607"/>
                    </a:lnTo>
                    <a:lnTo>
                      <a:pt x="2745" y="43"/>
                    </a:lnTo>
                    <a:lnTo>
                      <a:pt x="2693" y="1"/>
                    </a:lnTo>
                    <a:close/>
                  </a:path>
                </a:pathLst>
              </a:custGeom>
              <a:solidFill>
                <a:srgbClr val="F5F5F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99" name="Google Shape;1099;p34"/>
              <p:cNvSpPr/>
              <p:nvPr/>
            </p:nvSpPr>
            <p:spPr>
              <a:xfrm>
                <a:off x="3753443" y="2120615"/>
                <a:ext cx="171586" cy="100269"/>
              </a:xfrm>
              <a:custGeom>
                <a:rect b="b" l="l" r="r" t="t"/>
                <a:pathLst>
                  <a:path extrusionOk="0" h="1607" w="2750">
                    <a:moveTo>
                      <a:pt x="2694" y="1"/>
                    </a:moveTo>
                    <a:lnTo>
                      <a:pt x="1" y="1564"/>
                    </a:lnTo>
                    <a:lnTo>
                      <a:pt x="69" y="1606"/>
                    </a:lnTo>
                    <a:lnTo>
                      <a:pt x="2749" y="27"/>
                    </a:lnTo>
                    <a:lnTo>
                      <a:pt x="2694" y="1"/>
                    </a:lnTo>
                    <a:close/>
                  </a:path>
                </a:pathLst>
              </a:custGeom>
              <a:solidFill>
                <a:srgbClr val="F5F5F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00" name="Google Shape;1100;p34"/>
              <p:cNvSpPr/>
              <p:nvPr/>
            </p:nvSpPr>
            <p:spPr>
              <a:xfrm>
                <a:off x="3953668" y="2236919"/>
                <a:ext cx="171524" cy="100269"/>
              </a:xfrm>
              <a:custGeom>
                <a:rect b="b" l="l" r="r" t="t"/>
                <a:pathLst>
                  <a:path extrusionOk="0" h="1607" w="2749">
                    <a:moveTo>
                      <a:pt x="2693" y="0"/>
                    </a:moveTo>
                    <a:lnTo>
                      <a:pt x="0" y="1564"/>
                    </a:lnTo>
                    <a:lnTo>
                      <a:pt x="56" y="1606"/>
                    </a:lnTo>
                    <a:lnTo>
                      <a:pt x="2749" y="39"/>
                    </a:lnTo>
                    <a:lnTo>
                      <a:pt x="2693" y="0"/>
                    </a:lnTo>
                    <a:close/>
                  </a:path>
                </a:pathLst>
              </a:custGeom>
              <a:solidFill>
                <a:srgbClr val="F5F5F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01" name="Google Shape;1101;p34"/>
              <p:cNvSpPr/>
              <p:nvPr/>
            </p:nvSpPr>
            <p:spPr>
              <a:xfrm>
                <a:off x="4152209" y="2354035"/>
                <a:ext cx="172397" cy="100269"/>
              </a:xfrm>
              <a:custGeom>
                <a:rect b="b" l="l" r="r" t="t"/>
                <a:pathLst>
                  <a:path extrusionOk="0" h="1607" w="2763">
                    <a:moveTo>
                      <a:pt x="2710" y="0"/>
                    </a:moveTo>
                    <a:lnTo>
                      <a:pt x="1" y="1564"/>
                    </a:lnTo>
                    <a:lnTo>
                      <a:pt x="69" y="1606"/>
                    </a:lnTo>
                    <a:lnTo>
                      <a:pt x="2762" y="26"/>
                    </a:lnTo>
                    <a:lnTo>
                      <a:pt x="2710" y="0"/>
                    </a:lnTo>
                    <a:close/>
                  </a:path>
                </a:pathLst>
              </a:custGeom>
              <a:solidFill>
                <a:srgbClr val="F5F5F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02" name="Google Shape;1102;p34"/>
              <p:cNvSpPr/>
              <p:nvPr/>
            </p:nvSpPr>
            <p:spPr>
              <a:xfrm>
                <a:off x="4352622" y="2470276"/>
                <a:ext cx="172335" cy="100082"/>
              </a:xfrm>
              <a:custGeom>
                <a:rect b="b" l="l" r="r" t="t"/>
                <a:pathLst>
                  <a:path extrusionOk="0" h="1604" w="2762">
                    <a:moveTo>
                      <a:pt x="2706" y="1"/>
                    </a:moveTo>
                    <a:lnTo>
                      <a:pt x="1" y="1564"/>
                    </a:lnTo>
                    <a:lnTo>
                      <a:pt x="69" y="1604"/>
                    </a:lnTo>
                    <a:lnTo>
                      <a:pt x="2762" y="40"/>
                    </a:lnTo>
                    <a:lnTo>
                      <a:pt x="2706" y="1"/>
                    </a:lnTo>
                    <a:close/>
                  </a:path>
                </a:pathLst>
              </a:custGeom>
              <a:solidFill>
                <a:srgbClr val="F5F5F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03" name="Google Shape;1103;p34"/>
              <p:cNvSpPr/>
              <p:nvPr/>
            </p:nvSpPr>
            <p:spPr>
              <a:xfrm>
                <a:off x="4342451" y="2583149"/>
                <a:ext cx="199414" cy="129782"/>
              </a:xfrm>
              <a:custGeom>
                <a:rect b="b" l="l" r="r" t="t"/>
                <a:pathLst>
                  <a:path extrusionOk="0" h="2080" w="3196">
                    <a:moveTo>
                      <a:pt x="0" y="0"/>
                    </a:moveTo>
                    <a:lnTo>
                      <a:pt x="0" y="219"/>
                    </a:lnTo>
                    <a:lnTo>
                      <a:pt x="3196" y="2079"/>
                    </a:lnTo>
                    <a:lnTo>
                      <a:pt x="3196" y="1864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E03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04" name="Google Shape;1104;p34"/>
              <p:cNvSpPr/>
              <p:nvPr/>
            </p:nvSpPr>
            <p:spPr>
              <a:xfrm>
                <a:off x="4346694" y="2568673"/>
                <a:ext cx="209647" cy="122232"/>
              </a:xfrm>
              <a:custGeom>
                <a:rect b="b" l="l" r="r" t="t"/>
                <a:pathLst>
                  <a:path extrusionOk="0" h="1959" w="3360">
                    <a:moveTo>
                      <a:pt x="164" y="0"/>
                    </a:moveTo>
                    <a:lnTo>
                      <a:pt x="1" y="95"/>
                    </a:lnTo>
                    <a:lnTo>
                      <a:pt x="3209" y="1959"/>
                    </a:lnTo>
                    <a:lnTo>
                      <a:pt x="3360" y="1877"/>
                    </a:lnTo>
                    <a:lnTo>
                      <a:pt x="164" y="0"/>
                    </a:lnTo>
                    <a:close/>
                  </a:path>
                </a:pathLst>
              </a:custGeom>
              <a:solidFill>
                <a:srgbClr val="FFE03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05" name="Google Shape;1105;p34"/>
              <p:cNvSpPr/>
              <p:nvPr/>
            </p:nvSpPr>
            <p:spPr>
              <a:xfrm>
                <a:off x="4342451" y="2574601"/>
                <a:ext cx="204531" cy="124852"/>
              </a:xfrm>
              <a:custGeom>
                <a:rect b="b" l="l" r="r" t="t"/>
                <a:pathLst>
                  <a:path extrusionOk="0" h="2001" w="3278">
                    <a:moveTo>
                      <a:pt x="69" y="0"/>
                    </a:moveTo>
                    <a:cubicBezTo>
                      <a:pt x="26" y="29"/>
                      <a:pt x="0" y="82"/>
                      <a:pt x="0" y="137"/>
                    </a:cubicBezTo>
                    <a:lnTo>
                      <a:pt x="3196" y="2001"/>
                    </a:lnTo>
                    <a:cubicBezTo>
                      <a:pt x="3196" y="1958"/>
                      <a:pt x="3235" y="1890"/>
                      <a:pt x="3277" y="1864"/>
                    </a:cubicBezTo>
                    <a:lnTo>
                      <a:pt x="69" y="0"/>
                    </a:lnTo>
                    <a:close/>
                  </a:path>
                </a:pathLst>
              </a:custGeom>
              <a:solidFill>
                <a:srgbClr val="DBAE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06" name="Google Shape;1106;p34"/>
              <p:cNvSpPr/>
              <p:nvPr/>
            </p:nvSpPr>
            <p:spPr>
              <a:xfrm>
                <a:off x="4541803" y="2685789"/>
                <a:ext cx="14538" cy="27142"/>
              </a:xfrm>
              <a:custGeom>
                <a:rect b="b" l="l" r="r" t="t"/>
                <a:pathLst>
                  <a:path extrusionOk="0" h="435" w="233">
                    <a:moveTo>
                      <a:pt x="233" y="0"/>
                    </a:moveTo>
                    <a:lnTo>
                      <a:pt x="82" y="82"/>
                    </a:lnTo>
                    <a:cubicBezTo>
                      <a:pt x="40" y="108"/>
                      <a:pt x="1" y="176"/>
                      <a:pt x="1" y="219"/>
                    </a:cubicBezTo>
                    <a:lnTo>
                      <a:pt x="1" y="434"/>
                    </a:lnTo>
                    <a:lnTo>
                      <a:pt x="233" y="300"/>
                    </a:lnTo>
                    <a:lnTo>
                      <a:pt x="233" y="0"/>
                    </a:lnTo>
                    <a:close/>
                  </a:path>
                </a:pathLst>
              </a:custGeom>
              <a:solidFill>
                <a:srgbClr val="DBAE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07" name="Google Shape;1107;p34"/>
              <p:cNvSpPr/>
              <p:nvPr/>
            </p:nvSpPr>
            <p:spPr>
              <a:xfrm>
                <a:off x="4552847" y="2587392"/>
                <a:ext cx="172335" cy="100082"/>
              </a:xfrm>
              <a:custGeom>
                <a:rect b="b" l="l" r="r" t="t"/>
                <a:pathLst>
                  <a:path extrusionOk="0" h="1604" w="2762">
                    <a:moveTo>
                      <a:pt x="2693" y="1"/>
                    </a:moveTo>
                    <a:lnTo>
                      <a:pt x="0" y="1564"/>
                    </a:lnTo>
                    <a:lnTo>
                      <a:pt x="69" y="1603"/>
                    </a:lnTo>
                    <a:lnTo>
                      <a:pt x="2761" y="27"/>
                    </a:lnTo>
                    <a:lnTo>
                      <a:pt x="2693" y="1"/>
                    </a:lnTo>
                    <a:close/>
                  </a:path>
                </a:pathLst>
              </a:custGeom>
              <a:solidFill>
                <a:srgbClr val="F5F5F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08" name="Google Shape;1108;p34"/>
              <p:cNvSpPr/>
              <p:nvPr/>
            </p:nvSpPr>
            <p:spPr>
              <a:xfrm>
                <a:off x="4541803" y="2699391"/>
                <a:ext cx="200288" cy="130655"/>
              </a:xfrm>
              <a:custGeom>
                <a:rect b="b" l="l" r="r" t="t"/>
                <a:pathLst>
                  <a:path extrusionOk="0" h="2094" w="3210">
                    <a:moveTo>
                      <a:pt x="1" y="1"/>
                    </a:moveTo>
                    <a:lnTo>
                      <a:pt x="1" y="216"/>
                    </a:lnTo>
                    <a:lnTo>
                      <a:pt x="3209" y="2093"/>
                    </a:lnTo>
                    <a:lnTo>
                      <a:pt x="3209" y="1865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rgbClr val="FFE03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09" name="Google Shape;1109;p34"/>
              <p:cNvSpPr/>
              <p:nvPr/>
            </p:nvSpPr>
            <p:spPr>
              <a:xfrm>
                <a:off x="4546920" y="2685789"/>
                <a:ext cx="209647" cy="122232"/>
              </a:xfrm>
              <a:custGeom>
                <a:rect b="b" l="l" r="r" t="t"/>
                <a:pathLst>
                  <a:path extrusionOk="0" h="1959" w="3360">
                    <a:moveTo>
                      <a:pt x="151" y="0"/>
                    </a:moveTo>
                    <a:lnTo>
                      <a:pt x="0" y="82"/>
                    </a:lnTo>
                    <a:lnTo>
                      <a:pt x="3209" y="1959"/>
                    </a:lnTo>
                    <a:lnTo>
                      <a:pt x="3359" y="1864"/>
                    </a:lnTo>
                    <a:lnTo>
                      <a:pt x="151" y="0"/>
                    </a:lnTo>
                    <a:close/>
                  </a:path>
                </a:pathLst>
              </a:custGeom>
              <a:solidFill>
                <a:srgbClr val="FFE03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10" name="Google Shape;1110;p34"/>
              <p:cNvSpPr/>
              <p:nvPr/>
            </p:nvSpPr>
            <p:spPr>
              <a:xfrm>
                <a:off x="4541803" y="2690843"/>
                <a:ext cx="205342" cy="124915"/>
              </a:xfrm>
              <a:custGeom>
                <a:rect b="b" l="l" r="r" t="t"/>
                <a:pathLst>
                  <a:path extrusionOk="0" h="2002" w="3291">
                    <a:moveTo>
                      <a:pt x="82" y="1"/>
                    </a:moveTo>
                    <a:cubicBezTo>
                      <a:pt x="40" y="27"/>
                      <a:pt x="1" y="95"/>
                      <a:pt x="1" y="138"/>
                    </a:cubicBezTo>
                    <a:lnTo>
                      <a:pt x="3209" y="2002"/>
                    </a:lnTo>
                    <a:cubicBezTo>
                      <a:pt x="3209" y="1959"/>
                      <a:pt x="3252" y="1904"/>
                      <a:pt x="3291" y="1878"/>
                    </a:cubicBezTo>
                    <a:lnTo>
                      <a:pt x="82" y="1"/>
                    </a:lnTo>
                    <a:close/>
                  </a:path>
                </a:pathLst>
              </a:custGeom>
              <a:solidFill>
                <a:srgbClr val="DBAE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11" name="Google Shape;1111;p34"/>
              <p:cNvSpPr/>
              <p:nvPr/>
            </p:nvSpPr>
            <p:spPr>
              <a:xfrm>
                <a:off x="4742029" y="2802031"/>
                <a:ext cx="14538" cy="28015"/>
              </a:xfrm>
              <a:custGeom>
                <a:rect b="b" l="l" r="r" t="t"/>
                <a:pathLst>
                  <a:path extrusionOk="0" h="449" w="233">
                    <a:moveTo>
                      <a:pt x="232" y="1"/>
                    </a:moveTo>
                    <a:lnTo>
                      <a:pt x="82" y="96"/>
                    </a:lnTo>
                    <a:cubicBezTo>
                      <a:pt x="43" y="122"/>
                      <a:pt x="0" y="177"/>
                      <a:pt x="0" y="220"/>
                    </a:cubicBezTo>
                    <a:lnTo>
                      <a:pt x="0" y="448"/>
                    </a:lnTo>
                    <a:lnTo>
                      <a:pt x="232" y="314"/>
                    </a:lnTo>
                    <a:lnTo>
                      <a:pt x="232" y="1"/>
                    </a:lnTo>
                    <a:close/>
                  </a:path>
                </a:pathLst>
              </a:custGeom>
              <a:solidFill>
                <a:srgbClr val="DBAE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12" name="Google Shape;1112;p34"/>
              <p:cNvSpPr/>
              <p:nvPr/>
            </p:nvSpPr>
            <p:spPr>
              <a:xfrm>
                <a:off x="4753011" y="2703696"/>
                <a:ext cx="171524" cy="100082"/>
              </a:xfrm>
              <a:custGeom>
                <a:rect b="b" l="l" r="r" t="t"/>
                <a:pathLst>
                  <a:path extrusionOk="0" h="1604" w="2749">
                    <a:moveTo>
                      <a:pt x="2693" y="0"/>
                    </a:moveTo>
                    <a:lnTo>
                      <a:pt x="1" y="1564"/>
                    </a:lnTo>
                    <a:lnTo>
                      <a:pt x="56" y="1603"/>
                    </a:lnTo>
                    <a:lnTo>
                      <a:pt x="2749" y="40"/>
                    </a:lnTo>
                    <a:lnTo>
                      <a:pt x="2693" y="0"/>
                    </a:lnTo>
                    <a:close/>
                  </a:path>
                </a:pathLst>
              </a:custGeom>
              <a:solidFill>
                <a:srgbClr val="F5F5F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13" name="Google Shape;1113;p34"/>
              <p:cNvSpPr/>
              <p:nvPr/>
            </p:nvSpPr>
            <p:spPr>
              <a:xfrm>
                <a:off x="4742029" y="2815695"/>
                <a:ext cx="200475" cy="130593"/>
              </a:xfrm>
              <a:custGeom>
                <a:rect b="b" l="l" r="r" t="t"/>
                <a:pathLst>
                  <a:path extrusionOk="0" h="2093" w="3213">
                    <a:moveTo>
                      <a:pt x="0" y="1"/>
                    </a:moveTo>
                    <a:lnTo>
                      <a:pt x="0" y="229"/>
                    </a:lnTo>
                    <a:lnTo>
                      <a:pt x="3212" y="2093"/>
                    </a:lnTo>
                    <a:lnTo>
                      <a:pt x="3212" y="1877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FFE03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14" name="Google Shape;1114;p34"/>
              <p:cNvSpPr/>
              <p:nvPr/>
            </p:nvSpPr>
            <p:spPr>
              <a:xfrm>
                <a:off x="4747083" y="2802031"/>
                <a:ext cx="209647" cy="122294"/>
              </a:xfrm>
              <a:custGeom>
                <a:rect b="b" l="l" r="r" t="t"/>
                <a:pathLst>
                  <a:path extrusionOk="0" h="1960" w="3360">
                    <a:moveTo>
                      <a:pt x="151" y="1"/>
                    </a:moveTo>
                    <a:lnTo>
                      <a:pt x="1" y="96"/>
                    </a:lnTo>
                    <a:lnTo>
                      <a:pt x="3196" y="1959"/>
                    </a:lnTo>
                    <a:lnTo>
                      <a:pt x="3360" y="1878"/>
                    </a:lnTo>
                    <a:lnTo>
                      <a:pt x="151" y="1"/>
                    </a:lnTo>
                    <a:close/>
                  </a:path>
                </a:pathLst>
              </a:custGeom>
              <a:solidFill>
                <a:srgbClr val="FFE03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15" name="Google Shape;1115;p34"/>
              <p:cNvSpPr/>
              <p:nvPr/>
            </p:nvSpPr>
            <p:spPr>
              <a:xfrm>
                <a:off x="4742029" y="2807958"/>
                <a:ext cx="204531" cy="124915"/>
              </a:xfrm>
              <a:custGeom>
                <a:rect b="b" l="l" r="r" t="t"/>
                <a:pathLst>
                  <a:path extrusionOk="0" h="2002" w="3278">
                    <a:moveTo>
                      <a:pt x="82" y="1"/>
                    </a:moveTo>
                    <a:cubicBezTo>
                      <a:pt x="43" y="27"/>
                      <a:pt x="0" y="82"/>
                      <a:pt x="0" y="125"/>
                    </a:cubicBezTo>
                    <a:lnTo>
                      <a:pt x="3212" y="2001"/>
                    </a:lnTo>
                    <a:cubicBezTo>
                      <a:pt x="3212" y="1946"/>
                      <a:pt x="3238" y="1890"/>
                      <a:pt x="3277" y="1864"/>
                    </a:cubicBezTo>
                    <a:lnTo>
                      <a:pt x="82" y="1"/>
                    </a:lnTo>
                    <a:close/>
                  </a:path>
                </a:pathLst>
              </a:custGeom>
              <a:solidFill>
                <a:srgbClr val="DBAE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16" name="Google Shape;1116;p34"/>
              <p:cNvSpPr/>
              <p:nvPr/>
            </p:nvSpPr>
            <p:spPr>
              <a:xfrm>
                <a:off x="4942442" y="2919146"/>
                <a:ext cx="14288" cy="27142"/>
              </a:xfrm>
              <a:custGeom>
                <a:rect b="b" l="l" r="r" t="t"/>
                <a:pathLst>
                  <a:path extrusionOk="0" h="435" w="229">
                    <a:moveTo>
                      <a:pt x="229" y="1"/>
                    </a:moveTo>
                    <a:lnTo>
                      <a:pt x="65" y="82"/>
                    </a:lnTo>
                    <a:cubicBezTo>
                      <a:pt x="26" y="108"/>
                      <a:pt x="0" y="164"/>
                      <a:pt x="0" y="219"/>
                    </a:cubicBezTo>
                    <a:lnTo>
                      <a:pt x="0" y="435"/>
                    </a:lnTo>
                    <a:lnTo>
                      <a:pt x="229" y="301"/>
                    </a:lnTo>
                    <a:lnTo>
                      <a:pt x="229" y="1"/>
                    </a:lnTo>
                    <a:close/>
                  </a:path>
                </a:pathLst>
              </a:custGeom>
              <a:solidFill>
                <a:srgbClr val="DBAE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17" name="Google Shape;1117;p34"/>
              <p:cNvSpPr/>
              <p:nvPr/>
            </p:nvSpPr>
            <p:spPr>
              <a:xfrm>
                <a:off x="4952612" y="2820812"/>
                <a:ext cx="172148" cy="99208"/>
              </a:xfrm>
              <a:custGeom>
                <a:rect b="b" l="l" r="r" t="t"/>
                <a:pathLst>
                  <a:path extrusionOk="0" h="1590" w="2759">
                    <a:moveTo>
                      <a:pt x="2706" y="0"/>
                    </a:moveTo>
                    <a:lnTo>
                      <a:pt x="0" y="1564"/>
                    </a:lnTo>
                    <a:lnTo>
                      <a:pt x="66" y="1590"/>
                    </a:lnTo>
                    <a:lnTo>
                      <a:pt x="2758" y="26"/>
                    </a:lnTo>
                    <a:lnTo>
                      <a:pt x="2706" y="0"/>
                    </a:lnTo>
                    <a:close/>
                  </a:path>
                </a:pathLst>
              </a:custGeom>
              <a:solidFill>
                <a:srgbClr val="F5F5F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18" name="Google Shape;1118;p34"/>
              <p:cNvSpPr/>
              <p:nvPr/>
            </p:nvSpPr>
            <p:spPr>
              <a:xfrm>
                <a:off x="4942442" y="2932811"/>
                <a:ext cx="199414" cy="129782"/>
              </a:xfrm>
              <a:custGeom>
                <a:rect b="b" l="l" r="r" t="t"/>
                <a:pathLst>
                  <a:path extrusionOk="0" h="2080" w="3196">
                    <a:moveTo>
                      <a:pt x="0" y="0"/>
                    </a:moveTo>
                    <a:lnTo>
                      <a:pt x="0" y="216"/>
                    </a:lnTo>
                    <a:lnTo>
                      <a:pt x="3196" y="2080"/>
                    </a:lnTo>
                    <a:lnTo>
                      <a:pt x="3196" y="186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E03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19" name="Google Shape;1119;p34"/>
              <p:cNvSpPr/>
              <p:nvPr/>
            </p:nvSpPr>
            <p:spPr>
              <a:xfrm>
                <a:off x="4946497" y="2918335"/>
                <a:ext cx="209834" cy="122294"/>
              </a:xfrm>
              <a:custGeom>
                <a:rect b="b" l="l" r="r" t="t"/>
                <a:pathLst>
                  <a:path extrusionOk="0" h="1960" w="3363">
                    <a:moveTo>
                      <a:pt x="151" y="1"/>
                    </a:moveTo>
                    <a:lnTo>
                      <a:pt x="0" y="95"/>
                    </a:lnTo>
                    <a:lnTo>
                      <a:pt x="3212" y="1959"/>
                    </a:lnTo>
                    <a:lnTo>
                      <a:pt x="3362" y="1878"/>
                    </a:lnTo>
                    <a:lnTo>
                      <a:pt x="151" y="1"/>
                    </a:lnTo>
                    <a:close/>
                  </a:path>
                </a:pathLst>
              </a:custGeom>
              <a:solidFill>
                <a:srgbClr val="FFE03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20" name="Google Shape;1120;p34"/>
              <p:cNvSpPr/>
              <p:nvPr/>
            </p:nvSpPr>
            <p:spPr>
              <a:xfrm>
                <a:off x="4942442" y="2924262"/>
                <a:ext cx="204531" cy="124665"/>
              </a:xfrm>
              <a:custGeom>
                <a:rect b="b" l="l" r="r" t="t"/>
                <a:pathLst>
                  <a:path extrusionOk="0" h="1998" w="3278">
                    <a:moveTo>
                      <a:pt x="65" y="0"/>
                    </a:moveTo>
                    <a:cubicBezTo>
                      <a:pt x="26" y="26"/>
                      <a:pt x="0" y="82"/>
                      <a:pt x="0" y="137"/>
                    </a:cubicBezTo>
                    <a:lnTo>
                      <a:pt x="3196" y="1998"/>
                    </a:lnTo>
                    <a:cubicBezTo>
                      <a:pt x="3196" y="1959"/>
                      <a:pt x="3235" y="1890"/>
                      <a:pt x="3277" y="1864"/>
                    </a:cubicBezTo>
                    <a:lnTo>
                      <a:pt x="65" y="0"/>
                    </a:lnTo>
                    <a:close/>
                  </a:path>
                </a:pathLst>
              </a:custGeom>
              <a:solidFill>
                <a:srgbClr val="DBAE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21" name="Google Shape;1121;p34"/>
              <p:cNvSpPr/>
              <p:nvPr/>
            </p:nvSpPr>
            <p:spPr>
              <a:xfrm>
                <a:off x="5141794" y="3035450"/>
                <a:ext cx="14538" cy="27142"/>
              </a:xfrm>
              <a:custGeom>
                <a:rect b="b" l="l" r="r" t="t"/>
                <a:pathLst>
                  <a:path extrusionOk="0" h="435" w="233">
                    <a:moveTo>
                      <a:pt x="232" y="1"/>
                    </a:moveTo>
                    <a:lnTo>
                      <a:pt x="82" y="82"/>
                    </a:lnTo>
                    <a:cubicBezTo>
                      <a:pt x="40" y="108"/>
                      <a:pt x="1" y="177"/>
                      <a:pt x="1" y="216"/>
                    </a:cubicBezTo>
                    <a:lnTo>
                      <a:pt x="1" y="435"/>
                    </a:lnTo>
                    <a:lnTo>
                      <a:pt x="232" y="298"/>
                    </a:lnTo>
                    <a:lnTo>
                      <a:pt x="232" y="1"/>
                    </a:lnTo>
                    <a:close/>
                  </a:path>
                </a:pathLst>
              </a:custGeom>
              <a:solidFill>
                <a:srgbClr val="DBAE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22" name="Google Shape;1122;p34"/>
              <p:cNvSpPr/>
              <p:nvPr/>
            </p:nvSpPr>
            <p:spPr>
              <a:xfrm>
                <a:off x="5152775" y="2936866"/>
                <a:ext cx="172397" cy="100269"/>
              </a:xfrm>
              <a:custGeom>
                <a:rect b="b" l="l" r="r" t="t"/>
                <a:pathLst>
                  <a:path extrusionOk="0" h="1607" w="2763">
                    <a:moveTo>
                      <a:pt x="2694" y="1"/>
                    </a:moveTo>
                    <a:lnTo>
                      <a:pt x="1" y="1567"/>
                    </a:lnTo>
                    <a:lnTo>
                      <a:pt x="69" y="1607"/>
                    </a:lnTo>
                    <a:lnTo>
                      <a:pt x="2762" y="30"/>
                    </a:lnTo>
                    <a:lnTo>
                      <a:pt x="2694" y="1"/>
                    </a:lnTo>
                    <a:close/>
                  </a:path>
                </a:pathLst>
              </a:custGeom>
              <a:solidFill>
                <a:srgbClr val="F5F5F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23" name="Google Shape;1123;p34"/>
              <p:cNvSpPr/>
              <p:nvPr/>
            </p:nvSpPr>
            <p:spPr>
              <a:xfrm>
                <a:off x="5141794" y="3048865"/>
                <a:ext cx="200288" cy="130842"/>
              </a:xfrm>
              <a:custGeom>
                <a:rect b="b" l="l" r="r" t="t"/>
                <a:pathLst>
                  <a:path extrusionOk="0" h="2097" w="3210">
                    <a:moveTo>
                      <a:pt x="1" y="1"/>
                    </a:moveTo>
                    <a:lnTo>
                      <a:pt x="1" y="220"/>
                    </a:lnTo>
                    <a:lnTo>
                      <a:pt x="3209" y="2096"/>
                    </a:lnTo>
                    <a:lnTo>
                      <a:pt x="3209" y="1878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rgbClr val="FFE03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24" name="Google Shape;1124;p34"/>
              <p:cNvSpPr/>
              <p:nvPr/>
            </p:nvSpPr>
            <p:spPr>
              <a:xfrm>
                <a:off x="5146910" y="3035450"/>
                <a:ext cx="209585" cy="122232"/>
              </a:xfrm>
              <a:custGeom>
                <a:rect b="b" l="l" r="r" t="t"/>
                <a:pathLst>
                  <a:path extrusionOk="0" h="1959" w="3359">
                    <a:moveTo>
                      <a:pt x="150" y="1"/>
                    </a:moveTo>
                    <a:lnTo>
                      <a:pt x="0" y="82"/>
                    </a:lnTo>
                    <a:lnTo>
                      <a:pt x="3209" y="1959"/>
                    </a:lnTo>
                    <a:lnTo>
                      <a:pt x="3359" y="1864"/>
                    </a:lnTo>
                    <a:lnTo>
                      <a:pt x="150" y="1"/>
                    </a:lnTo>
                    <a:close/>
                  </a:path>
                </a:pathLst>
              </a:custGeom>
              <a:solidFill>
                <a:srgbClr val="FFE03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25" name="Google Shape;1125;p34"/>
              <p:cNvSpPr/>
              <p:nvPr/>
            </p:nvSpPr>
            <p:spPr>
              <a:xfrm>
                <a:off x="5141794" y="3040567"/>
                <a:ext cx="205342" cy="125476"/>
              </a:xfrm>
              <a:custGeom>
                <a:rect b="b" l="l" r="r" t="t"/>
                <a:pathLst>
                  <a:path extrusionOk="0" h="2011" w="3291">
                    <a:moveTo>
                      <a:pt x="82" y="0"/>
                    </a:moveTo>
                    <a:cubicBezTo>
                      <a:pt x="40" y="26"/>
                      <a:pt x="1" y="95"/>
                      <a:pt x="1" y="134"/>
                    </a:cubicBezTo>
                    <a:lnTo>
                      <a:pt x="3209" y="2011"/>
                    </a:lnTo>
                    <a:cubicBezTo>
                      <a:pt x="3209" y="1959"/>
                      <a:pt x="3252" y="1903"/>
                      <a:pt x="3291" y="1877"/>
                    </a:cubicBezTo>
                    <a:lnTo>
                      <a:pt x="82" y="0"/>
                    </a:lnTo>
                    <a:close/>
                  </a:path>
                </a:pathLst>
              </a:custGeom>
              <a:solidFill>
                <a:srgbClr val="DBAE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26" name="Google Shape;1126;p34"/>
              <p:cNvSpPr/>
              <p:nvPr/>
            </p:nvSpPr>
            <p:spPr>
              <a:xfrm>
                <a:off x="5342019" y="3151755"/>
                <a:ext cx="14476" cy="27953"/>
              </a:xfrm>
              <a:custGeom>
                <a:rect b="b" l="l" r="r" t="t"/>
                <a:pathLst>
                  <a:path extrusionOk="0" h="448" w="232">
                    <a:moveTo>
                      <a:pt x="232" y="0"/>
                    </a:moveTo>
                    <a:lnTo>
                      <a:pt x="82" y="95"/>
                    </a:lnTo>
                    <a:cubicBezTo>
                      <a:pt x="43" y="121"/>
                      <a:pt x="0" y="177"/>
                      <a:pt x="0" y="229"/>
                    </a:cubicBezTo>
                    <a:lnTo>
                      <a:pt x="0" y="447"/>
                    </a:lnTo>
                    <a:lnTo>
                      <a:pt x="232" y="310"/>
                    </a:lnTo>
                    <a:lnTo>
                      <a:pt x="232" y="0"/>
                    </a:lnTo>
                    <a:close/>
                  </a:path>
                </a:pathLst>
              </a:custGeom>
              <a:solidFill>
                <a:srgbClr val="DBAE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27" name="Google Shape;1127;p34"/>
              <p:cNvSpPr/>
              <p:nvPr/>
            </p:nvSpPr>
            <p:spPr>
              <a:xfrm>
                <a:off x="5353001" y="3053170"/>
                <a:ext cx="171524" cy="100269"/>
              </a:xfrm>
              <a:custGeom>
                <a:rect b="b" l="l" r="r" t="t"/>
                <a:pathLst>
                  <a:path extrusionOk="0" h="1607" w="2749">
                    <a:moveTo>
                      <a:pt x="2693" y="1"/>
                    </a:moveTo>
                    <a:lnTo>
                      <a:pt x="0" y="1564"/>
                    </a:lnTo>
                    <a:lnTo>
                      <a:pt x="56" y="1606"/>
                    </a:lnTo>
                    <a:lnTo>
                      <a:pt x="2749" y="43"/>
                    </a:lnTo>
                    <a:lnTo>
                      <a:pt x="2693" y="1"/>
                    </a:lnTo>
                    <a:close/>
                  </a:path>
                </a:pathLst>
              </a:custGeom>
              <a:solidFill>
                <a:srgbClr val="F5F5F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28" name="Google Shape;1128;p34"/>
              <p:cNvSpPr/>
              <p:nvPr/>
            </p:nvSpPr>
            <p:spPr>
              <a:xfrm>
                <a:off x="5342019" y="3164358"/>
                <a:ext cx="200226" cy="130842"/>
              </a:xfrm>
              <a:custGeom>
                <a:rect b="b" l="l" r="r" t="t"/>
                <a:pathLst>
                  <a:path extrusionOk="0" h="2097" w="3209">
                    <a:moveTo>
                      <a:pt x="0" y="1"/>
                    </a:moveTo>
                    <a:lnTo>
                      <a:pt x="0" y="219"/>
                    </a:lnTo>
                    <a:lnTo>
                      <a:pt x="3209" y="2096"/>
                    </a:lnTo>
                    <a:lnTo>
                      <a:pt x="3209" y="1877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FFE03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29" name="Google Shape;1129;p34"/>
              <p:cNvSpPr/>
              <p:nvPr/>
            </p:nvSpPr>
            <p:spPr>
              <a:xfrm>
                <a:off x="5347073" y="3150694"/>
                <a:ext cx="209647" cy="122294"/>
              </a:xfrm>
              <a:custGeom>
                <a:rect b="b" l="l" r="r" t="t"/>
                <a:pathLst>
                  <a:path extrusionOk="0" h="1960" w="3360">
                    <a:moveTo>
                      <a:pt x="151" y="1"/>
                    </a:moveTo>
                    <a:lnTo>
                      <a:pt x="1" y="99"/>
                    </a:lnTo>
                    <a:lnTo>
                      <a:pt x="3196" y="1959"/>
                    </a:lnTo>
                    <a:lnTo>
                      <a:pt x="3359" y="1865"/>
                    </a:lnTo>
                    <a:lnTo>
                      <a:pt x="151" y="1"/>
                    </a:lnTo>
                    <a:close/>
                  </a:path>
                </a:pathLst>
              </a:custGeom>
              <a:solidFill>
                <a:srgbClr val="FFE03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30" name="Google Shape;1130;p34"/>
              <p:cNvSpPr/>
              <p:nvPr/>
            </p:nvSpPr>
            <p:spPr>
              <a:xfrm>
                <a:off x="5342019" y="3156809"/>
                <a:ext cx="204531" cy="124728"/>
              </a:xfrm>
              <a:custGeom>
                <a:rect b="b" l="l" r="r" t="t"/>
                <a:pathLst>
                  <a:path extrusionOk="0" h="1999" w="3278">
                    <a:moveTo>
                      <a:pt x="82" y="1"/>
                    </a:moveTo>
                    <a:cubicBezTo>
                      <a:pt x="43" y="14"/>
                      <a:pt x="0" y="82"/>
                      <a:pt x="0" y="122"/>
                    </a:cubicBezTo>
                    <a:lnTo>
                      <a:pt x="3209" y="1998"/>
                    </a:lnTo>
                    <a:cubicBezTo>
                      <a:pt x="3209" y="1943"/>
                      <a:pt x="3238" y="1891"/>
                      <a:pt x="3277" y="1861"/>
                    </a:cubicBezTo>
                    <a:lnTo>
                      <a:pt x="82" y="1"/>
                    </a:lnTo>
                    <a:close/>
                  </a:path>
                </a:pathLst>
              </a:custGeom>
              <a:solidFill>
                <a:srgbClr val="DBAE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31" name="Google Shape;1131;p34"/>
              <p:cNvSpPr/>
              <p:nvPr/>
            </p:nvSpPr>
            <p:spPr>
              <a:xfrm>
                <a:off x="5542182" y="3266998"/>
                <a:ext cx="14538" cy="28203"/>
              </a:xfrm>
              <a:custGeom>
                <a:rect b="b" l="l" r="r" t="t"/>
                <a:pathLst>
                  <a:path extrusionOk="0" h="452" w="233">
                    <a:moveTo>
                      <a:pt x="232" y="1"/>
                    </a:moveTo>
                    <a:lnTo>
                      <a:pt x="69" y="95"/>
                    </a:lnTo>
                    <a:cubicBezTo>
                      <a:pt x="30" y="125"/>
                      <a:pt x="1" y="177"/>
                      <a:pt x="1" y="232"/>
                    </a:cubicBezTo>
                    <a:lnTo>
                      <a:pt x="1" y="451"/>
                    </a:lnTo>
                    <a:lnTo>
                      <a:pt x="232" y="314"/>
                    </a:lnTo>
                    <a:lnTo>
                      <a:pt x="232" y="1"/>
                    </a:lnTo>
                    <a:close/>
                  </a:path>
                </a:pathLst>
              </a:custGeom>
              <a:solidFill>
                <a:srgbClr val="DBAE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32" name="Google Shape;1132;p34"/>
              <p:cNvSpPr/>
              <p:nvPr/>
            </p:nvSpPr>
            <p:spPr>
              <a:xfrm>
                <a:off x="5552353" y="3169475"/>
                <a:ext cx="172397" cy="99458"/>
              </a:xfrm>
              <a:custGeom>
                <a:rect b="b" l="l" r="r" t="t"/>
                <a:pathLst>
                  <a:path extrusionOk="0" h="1594" w="2763">
                    <a:moveTo>
                      <a:pt x="2710" y="0"/>
                    </a:moveTo>
                    <a:lnTo>
                      <a:pt x="1" y="1551"/>
                    </a:lnTo>
                    <a:lnTo>
                      <a:pt x="69" y="1593"/>
                    </a:lnTo>
                    <a:lnTo>
                      <a:pt x="2762" y="26"/>
                    </a:lnTo>
                    <a:lnTo>
                      <a:pt x="2710" y="0"/>
                    </a:lnTo>
                    <a:close/>
                  </a:path>
                </a:pathLst>
              </a:custGeom>
              <a:solidFill>
                <a:srgbClr val="F5F5F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33" name="Google Shape;1133;p34"/>
              <p:cNvSpPr/>
              <p:nvPr/>
            </p:nvSpPr>
            <p:spPr>
              <a:xfrm>
                <a:off x="5542182" y="3281474"/>
                <a:ext cx="200475" cy="129969"/>
              </a:xfrm>
              <a:custGeom>
                <a:rect b="b" l="l" r="r" t="t"/>
                <a:pathLst>
                  <a:path extrusionOk="0" h="2083" w="3213">
                    <a:moveTo>
                      <a:pt x="1" y="0"/>
                    </a:moveTo>
                    <a:lnTo>
                      <a:pt x="1" y="219"/>
                    </a:lnTo>
                    <a:lnTo>
                      <a:pt x="3213" y="2083"/>
                    </a:lnTo>
                    <a:lnTo>
                      <a:pt x="3200" y="1864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rgbClr val="FFE03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34" name="Google Shape;1134;p34"/>
              <p:cNvSpPr/>
              <p:nvPr/>
            </p:nvSpPr>
            <p:spPr>
              <a:xfrm>
                <a:off x="5546488" y="3266998"/>
                <a:ext cx="209585" cy="122294"/>
              </a:xfrm>
              <a:custGeom>
                <a:rect b="b" l="l" r="r" t="t"/>
                <a:pathLst>
                  <a:path extrusionOk="0" h="1960" w="3359">
                    <a:moveTo>
                      <a:pt x="163" y="1"/>
                    </a:moveTo>
                    <a:lnTo>
                      <a:pt x="0" y="95"/>
                    </a:lnTo>
                    <a:lnTo>
                      <a:pt x="3212" y="1959"/>
                    </a:lnTo>
                    <a:lnTo>
                      <a:pt x="3359" y="1878"/>
                    </a:lnTo>
                    <a:lnTo>
                      <a:pt x="163" y="1"/>
                    </a:lnTo>
                    <a:close/>
                  </a:path>
                </a:pathLst>
              </a:custGeom>
              <a:solidFill>
                <a:srgbClr val="FFE03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35" name="Google Shape;1135;p34"/>
              <p:cNvSpPr/>
              <p:nvPr/>
            </p:nvSpPr>
            <p:spPr>
              <a:xfrm>
                <a:off x="5542182" y="3272926"/>
                <a:ext cx="204780" cy="124915"/>
              </a:xfrm>
              <a:custGeom>
                <a:rect b="b" l="l" r="r" t="t"/>
                <a:pathLst>
                  <a:path extrusionOk="0" h="2002" w="3282">
                    <a:moveTo>
                      <a:pt x="69" y="0"/>
                    </a:moveTo>
                    <a:cubicBezTo>
                      <a:pt x="30" y="30"/>
                      <a:pt x="1" y="82"/>
                      <a:pt x="1" y="137"/>
                    </a:cubicBezTo>
                    <a:lnTo>
                      <a:pt x="3200" y="2001"/>
                    </a:lnTo>
                    <a:cubicBezTo>
                      <a:pt x="3200" y="1959"/>
                      <a:pt x="3239" y="1894"/>
                      <a:pt x="3281" y="1864"/>
                    </a:cubicBezTo>
                    <a:lnTo>
                      <a:pt x="69" y="0"/>
                    </a:lnTo>
                    <a:close/>
                  </a:path>
                </a:pathLst>
              </a:custGeom>
              <a:solidFill>
                <a:srgbClr val="DBAE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36" name="Google Shape;1136;p34"/>
              <p:cNvSpPr/>
              <p:nvPr/>
            </p:nvSpPr>
            <p:spPr>
              <a:xfrm>
                <a:off x="5741784" y="3384114"/>
                <a:ext cx="14288" cy="27329"/>
              </a:xfrm>
              <a:custGeom>
                <a:rect b="b" l="l" r="r" t="t"/>
                <a:pathLst>
                  <a:path extrusionOk="0" h="438" w="229">
                    <a:moveTo>
                      <a:pt x="229" y="1"/>
                    </a:moveTo>
                    <a:lnTo>
                      <a:pt x="82" y="82"/>
                    </a:lnTo>
                    <a:cubicBezTo>
                      <a:pt x="40" y="112"/>
                      <a:pt x="1" y="177"/>
                      <a:pt x="1" y="219"/>
                    </a:cubicBezTo>
                    <a:lnTo>
                      <a:pt x="14" y="438"/>
                    </a:lnTo>
                    <a:lnTo>
                      <a:pt x="229" y="301"/>
                    </a:lnTo>
                    <a:lnTo>
                      <a:pt x="229" y="1"/>
                    </a:lnTo>
                    <a:close/>
                  </a:path>
                </a:pathLst>
              </a:custGeom>
              <a:solidFill>
                <a:srgbClr val="DBAE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37" name="Google Shape;1137;p34"/>
              <p:cNvSpPr/>
              <p:nvPr/>
            </p:nvSpPr>
            <p:spPr>
              <a:xfrm>
                <a:off x="5752766" y="3285779"/>
                <a:ext cx="172397" cy="100206"/>
              </a:xfrm>
              <a:custGeom>
                <a:rect b="b" l="l" r="r" t="t"/>
                <a:pathLst>
                  <a:path extrusionOk="0" h="1606" w="2763">
                    <a:moveTo>
                      <a:pt x="2707" y="0"/>
                    </a:moveTo>
                    <a:lnTo>
                      <a:pt x="1" y="1563"/>
                    </a:lnTo>
                    <a:lnTo>
                      <a:pt x="69" y="1606"/>
                    </a:lnTo>
                    <a:lnTo>
                      <a:pt x="2762" y="26"/>
                    </a:lnTo>
                    <a:lnTo>
                      <a:pt x="2707" y="0"/>
                    </a:lnTo>
                    <a:close/>
                  </a:path>
                </a:pathLst>
              </a:custGeom>
              <a:solidFill>
                <a:srgbClr val="F5F5F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38" name="Google Shape;1138;p34"/>
              <p:cNvSpPr/>
              <p:nvPr/>
            </p:nvSpPr>
            <p:spPr>
              <a:xfrm>
                <a:off x="5742595" y="3397778"/>
                <a:ext cx="255445" cy="162976"/>
              </a:xfrm>
              <a:custGeom>
                <a:rect b="b" l="l" r="r" t="t"/>
                <a:pathLst>
                  <a:path extrusionOk="0" h="2612" w="4094">
                    <a:moveTo>
                      <a:pt x="1" y="0"/>
                    </a:moveTo>
                    <a:lnTo>
                      <a:pt x="1" y="219"/>
                    </a:lnTo>
                    <a:lnTo>
                      <a:pt x="4094" y="2611"/>
                    </a:lnTo>
                    <a:lnTo>
                      <a:pt x="4094" y="2393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rgbClr val="FFE03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39" name="Google Shape;1139;p34"/>
              <p:cNvSpPr/>
              <p:nvPr/>
            </p:nvSpPr>
            <p:spPr>
              <a:xfrm>
                <a:off x="5747712" y="3384114"/>
                <a:ext cx="264804" cy="154615"/>
              </a:xfrm>
              <a:custGeom>
                <a:rect b="b" l="l" r="r" t="t"/>
                <a:pathLst>
                  <a:path extrusionOk="0" h="2478" w="4244">
                    <a:moveTo>
                      <a:pt x="150" y="1"/>
                    </a:moveTo>
                    <a:lnTo>
                      <a:pt x="0" y="82"/>
                    </a:lnTo>
                    <a:lnTo>
                      <a:pt x="4080" y="2478"/>
                    </a:lnTo>
                    <a:lnTo>
                      <a:pt x="4243" y="2380"/>
                    </a:lnTo>
                    <a:lnTo>
                      <a:pt x="150" y="1"/>
                    </a:lnTo>
                    <a:close/>
                  </a:path>
                </a:pathLst>
              </a:custGeom>
              <a:solidFill>
                <a:srgbClr val="FFE03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40" name="Google Shape;1140;p34"/>
              <p:cNvSpPr/>
              <p:nvPr/>
            </p:nvSpPr>
            <p:spPr>
              <a:xfrm>
                <a:off x="5742595" y="3389230"/>
                <a:ext cx="259750" cy="157859"/>
              </a:xfrm>
              <a:custGeom>
                <a:rect b="b" l="l" r="r" t="t"/>
                <a:pathLst>
                  <a:path extrusionOk="0" h="2530" w="4163">
                    <a:moveTo>
                      <a:pt x="82" y="0"/>
                    </a:moveTo>
                    <a:cubicBezTo>
                      <a:pt x="27" y="30"/>
                      <a:pt x="1" y="95"/>
                      <a:pt x="1" y="137"/>
                    </a:cubicBezTo>
                    <a:lnTo>
                      <a:pt x="4094" y="2530"/>
                    </a:lnTo>
                    <a:cubicBezTo>
                      <a:pt x="4094" y="2478"/>
                      <a:pt x="4120" y="2422"/>
                      <a:pt x="4162" y="2396"/>
                    </a:cubicBezTo>
                    <a:lnTo>
                      <a:pt x="82" y="0"/>
                    </a:lnTo>
                    <a:close/>
                  </a:path>
                </a:pathLst>
              </a:custGeom>
              <a:solidFill>
                <a:srgbClr val="DBAE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41" name="Google Shape;1141;p34"/>
              <p:cNvSpPr/>
              <p:nvPr/>
            </p:nvSpPr>
            <p:spPr>
              <a:xfrm>
                <a:off x="5997978" y="3532614"/>
                <a:ext cx="14538" cy="28140"/>
              </a:xfrm>
              <a:custGeom>
                <a:rect b="b" l="l" r="r" t="t"/>
                <a:pathLst>
                  <a:path extrusionOk="0" h="451" w="233">
                    <a:moveTo>
                      <a:pt x="232" y="0"/>
                    </a:moveTo>
                    <a:lnTo>
                      <a:pt x="69" y="98"/>
                    </a:lnTo>
                    <a:cubicBezTo>
                      <a:pt x="27" y="124"/>
                      <a:pt x="1" y="180"/>
                      <a:pt x="1" y="232"/>
                    </a:cubicBezTo>
                    <a:lnTo>
                      <a:pt x="1" y="450"/>
                    </a:lnTo>
                    <a:lnTo>
                      <a:pt x="232" y="313"/>
                    </a:lnTo>
                    <a:lnTo>
                      <a:pt x="232" y="0"/>
                    </a:lnTo>
                    <a:close/>
                  </a:path>
                </a:pathLst>
              </a:custGeom>
              <a:solidFill>
                <a:srgbClr val="DBAE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42" name="Google Shape;1142;p34"/>
              <p:cNvSpPr/>
              <p:nvPr/>
            </p:nvSpPr>
            <p:spPr>
              <a:xfrm>
                <a:off x="5952991" y="3402021"/>
                <a:ext cx="172335" cy="100082"/>
              </a:xfrm>
              <a:custGeom>
                <a:rect b="b" l="l" r="r" t="t"/>
                <a:pathLst>
                  <a:path extrusionOk="0" h="1604" w="2762">
                    <a:moveTo>
                      <a:pt x="2706" y="1"/>
                    </a:moveTo>
                    <a:lnTo>
                      <a:pt x="0" y="1564"/>
                    </a:lnTo>
                    <a:lnTo>
                      <a:pt x="69" y="1603"/>
                    </a:lnTo>
                    <a:lnTo>
                      <a:pt x="2762" y="40"/>
                    </a:lnTo>
                    <a:lnTo>
                      <a:pt x="2706" y="1"/>
                    </a:lnTo>
                    <a:close/>
                  </a:path>
                </a:pathLst>
              </a:custGeom>
              <a:solidFill>
                <a:srgbClr val="F5F5F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43" name="Google Shape;1143;p34"/>
              <p:cNvSpPr/>
              <p:nvPr/>
            </p:nvSpPr>
            <p:spPr>
              <a:xfrm>
                <a:off x="3221525" y="1871160"/>
                <a:ext cx="4118" cy="2683"/>
              </a:xfrm>
              <a:custGeom>
                <a:rect b="b" l="l" r="r" t="t"/>
                <a:pathLst>
                  <a:path extrusionOk="0" h="43" w="66">
                    <a:moveTo>
                      <a:pt x="13" y="0"/>
                    </a:moveTo>
                    <a:cubicBezTo>
                      <a:pt x="0" y="13"/>
                      <a:pt x="0" y="26"/>
                      <a:pt x="13" y="43"/>
                    </a:cubicBezTo>
                    <a:lnTo>
                      <a:pt x="52" y="43"/>
                    </a:lnTo>
                    <a:cubicBezTo>
                      <a:pt x="65" y="26"/>
                      <a:pt x="65" y="13"/>
                      <a:pt x="52" y="0"/>
                    </a:cubicBezTo>
                    <a:close/>
                  </a:path>
                </a:pathLst>
              </a:custGeom>
              <a:solidFill>
                <a:srgbClr val="DDE0E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44" name="Google Shape;1144;p34"/>
              <p:cNvSpPr/>
              <p:nvPr/>
            </p:nvSpPr>
            <p:spPr>
              <a:xfrm>
                <a:off x="3222336" y="1871160"/>
                <a:ext cx="2496" cy="2433"/>
              </a:xfrm>
              <a:custGeom>
                <a:rect b="b" l="l" r="r" t="t"/>
                <a:pathLst>
                  <a:path extrusionOk="0" h="39" w="40">
                    <a:moveTo>
                      <a:pt x="0" y="0"/>
                    </a:moveTo>
                    <a:lnTo>
                      <a:pt x="0" y="13"/>
                    </a:lnTo>
                    <a:lnTo>
                      <a:pt x="0" y="26"/>
                    </a:lnTo>
                    <a:cubicBezTo>
                      <a:pt x="7" y="34"/>
                      <a:pt x="13" y="38"/>
                      <a:pt x="20" y="38"/>
                    </a:cubicBezTo>
                    <a:cubicBezTo>
                      <a:pt x="26" y="38"/>
                      <a:pt x="33" y="34"/>
                      <a:pt x="39" y="26"/>
                    </a:cubicBezTo>
                    <a:lnTo>
                      <a:pt x="39" y="13"/>
                    </a:lnTo>
                    <a:lnTo>
                      <a:pt x="39" y="0"/>
                    </a:lnTo>
                    <a:close/>
                  </a:path>
                </a:pathLst>
              </a:custGeom>
              <a:solidFill>
                <a:srgbClr val="B1B6C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45" name="Google Shape;1145;p34"/>
              <p:cNvSpPr/>
              <p:nvPr/>
            </p:nvSpPr>
            <p:spPr>
              <a:xfrm>
                <a:off x="3221525" y="1871160"/>
                <a:ext cx="4118" cy="1685"/>
              </a:xfrm>
              <a:custGeom>
                <a:rect b="b" l="l" r="r" t="t"/>
                <a:pathLst>
                  <a:path extrusionOk="0" h="27" w="66">
                    <a:moveTo>
                      <a:pt x="13" y="0"/>
                    </a:moveTo>
                    <a:cubicBezTo>
                      <a:pt x="0" y="0"/>
                      <a:pt x="0" y="13"/>
                      <a:pt x="13" y="26"/>
                    </a:cubicBezTo>
                    <a:lnTo>
                      <a:pt x="52" y="26"/>
                    </a:lnTo>
                    <a:cubicBezTo>
                      <a:pt x="65" y="13"/>
                      <a:pt x="65" y="0"/>
                      <a:pt x="52" y="0"/>
                    </a:cubicBezTo>
                    <a:close/>
                  </a:path>
                </a:pathLst>
              </a:custGeom>
              <a:solidFill>
                <a:srgbClr val="DDE0E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46" name="Google Shape;1146;p34"/>
              <p:cNvSpPr/>
              <p:nvPr/>
            </p:nvSpPr>
            <p:spPr>
              <a:xfrm>
                <a:off x="3323354" y="1743063"/>
                <a:ext cx="33007" cy="153616"/>
              </a:xfrm>
              <a:custGeom>
                <a:rect b="b" l="l" r="r" t="t"/>
                <a:pathLst>
                  <a:path extrusionOk="0" h="2462" w="529">
                    <a:moveTo>
                      <a:pt x="0" y="0"/>
                    </a:moveTo>
                    <a:lnTo>
                      <a:pt x="0" y="2311"/>
                    </a:lnTo>
                    <a:cubicBezTo>
                      <a:pt x="0" y="2353"/>
                      <a:pt x="26" y="2393"/>
                      <a:pt x="82" y="2422"/>
                    </a:cubicBezTo>
                    <a:cubicBezTo>
                      <a:pt x="136" y="2448"/>
                      <a:pt x="203" y="2461"/>
                      <a:pt x="271" y="2461"/>
                    </a:cubicBezTo>
                    <a:cubicBezTo>
                      <a:pt x="339" y="2461"/>
                      <a:pt x="406" y="2448"/>
                      <a:pt x="460" y="2422"/>
                    </a:cubicBezTo>
                    <a:cubicBezTo>
                      <a:pt x="516" y="2393"/>
                      <a:pt x="529" y="2353"/>
                      <a:pt x="529" y="2311"/>
                    </a:cubicBezTo>
                    <a:lnTo>
                      <a:pt x="529" y="0"/>
                    </a:lnTo>
                    <a:close/>
                  </a:path>
                </a:pathLst>
              </a:custGeom>
              <a:solidFill>
                <a:srgbClr val="50505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47" name="Google Shape;1147;p34"/>
              <p:cNvSpPr/>
              <p:nvPr/>
            </p:nvSpPr>
            <p:spPr>
              <a:xfrm>
                <a:off x="3321482" y="1733079"/>
                <a:ext cx="36501" cy="19342"/>
              </a:xfrm>
              <a:custGeom>
                <a:rect b="b" l="l" r="r" t="t"/>
                <a:pathLst>
                  <a:path extrusionOk="0" h="310" w="585">
                    <a:moveTo>
                      <a:pt x="301" y="1"/>
                    </a:moveTo>
                    <a:cubicBezTo>
                      <a:pt x="233" y="1"/>
                      <a:pt x="166" y="18"/>
                      <a:pt x="112" y="52"/>
                    </a:cubicBezTo>
                    <a:cubicBezTo>
                      <a:pt x="1" y="105"/>
                      <a:pt x="14" y="199"/>
                      <a:pt x="112" y="268"/>
                    </a:cubicBezTo>
                    <a:cubicBezTo>
                      <a:pt x="166" y="296"/>
                      <a:pt x="233" y="309"/>
                      <a:pt x="301" y="309"/>
                    </a:cubicBezTo>
                    <a:cubicBezTo>
                      <a:pt x="369" y="309"/>
                      <a:pt x="436" y="296"/>
                      <a:pt x="490" y="268"/>
                    </a:cubicBezTo>
                    <a:cubicBezTo>
                      <a:pt x="585" y="199"/>
                      <a:pt x="585" y="105"/>
                      <a:pt x="490" y="52"/>
                    </a:cubicBezTo>
                    <a:cubicBezTo>
                      <a:pt x="436" y="18"/>
                      <a:pt x="369" y="1"/>
                      <a:pt x="301" y="1"/>
                    </a:cubicBezTo>
                    <a:close/>
                  </a:path>
                </a:pathLst>
              </a:custGeom>
              <a:solidFill>
                <a:srgbClr val="F5F5F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48" name="Google Shape;1148;p34"/>
              <p:cNvSpPr/>
              <p:nvPr/>
            </p:nvSpPr>
            <p:spPr>
              <a:xfrm>
                <a:off x="3328408" y="1126974"/>
                <a:ext cx="23710" cy="621392"/>
              </a:xfrm>
              <a:custGeom>
                <a:rect b="b" l="l" r="r" t="t"/>
                <a:pathLst>
                  <a:path extrusionOk="0" h="9959" w="380">
                    <a:moveTo>
                      <a:pt x="1" y="0"/>
                    </a:moveTo>
                    <a:lnTo>
                      <a:pt x="1" y="9848"/>
                    </a:lnTo>
                    <a:cubicBezTo>
                      <a:pt x="1" y="9887"/>
                      <a:pt x="14" y="9913"/>
                      <a:pt x="53" y="9930"/>
                    </a:cubicBezTo>
                    <a:cubicBezTo>
                      <a:pt x="87" y="9949"/>
                      <a:pt x="135" y="9959"/>
                      <a:pt x="185" y="9959"/>
                    </a:cubicBezTo>
                    <a:cubicBezTo>
                      <a:pt x="235" y="9959"/>
                      <a:pt x="286" y="9949"/>
                      <a:pt x="327" y="9930"/>
                    </a:cubicBezTo>
                    <a:cubicBezTo>
                      <a:pt x="366" y="9913"/>
                      <a:pt x="379" y="9887"/>
                      <a:pt x="379" y="9848"/>
                    </a:cubicBezTo>
                    <a:lnTo>
                      <a:pt x="379" y="0"/>
                    </a:lnTo>
                    <a:close/>
                  </a:path>
                </a:pathLst>
              </a:custGeom>
              <a:solidFill>
                <a:srgbClr val="87878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49" name="Google Shape;1149;p34"/>
              <p:cNvSpPr/>
              <p:nvPr/>
            </p:nvSpPr>
            <p:spPr>
              <a:xfrm>
                <a:off x="3326598" y="1119861"/>
                <a:ext cx="26331" cy="14101"/>
              </a:xfrm>
              <a:custGeom>
                <a:rect b="b" l="l" r="r" t="t"/>
                <a:pathLst>
                  <a:path extrusionOk="0" h="226" w="422">
                    <a:moveTo>
                      <a:pt x="214" y="1"/>
                    </a:moveTo>
                    <a:cubicBezTo>
                      <a:pt x="164" y="1"/>
                      <a:pt x="116" y="12"/>
                      <a:pt x="82" y="33"/>
                    </a:cubicBezTo>
                    <a:cubicBezTo>
                      <a:pt x="0" y="88"/>
                      <a:pt x="13" y="154"/>
                      <a:pt x="82" y="196"/>
                    </a:cubicBezTo>
                    <a:cubicBezTo>
                      <a:pt x="116" y="216"/>
                      <a:pt x="164" y="225"/>
                      <a:pt x="214" y="225"/>
                    </a:cubicBezTo>
                    <a:cubicBezTo>
                      <a:pt x="264" y="225"/>
                      <a:pt x="315" y="216"/>
                      <a:pt x="356" y="196"/>
                    </a:cubicBezTo>
                    <a:cubicBezTo>
                      <a:pt x="421" y="154"/>
                      <a:pt x="421" y="88"/>
                      <a:pt x="356" y="33"/>
                    </a:cubicBezTo>
                    <a:cubicBezTo>
                      <a:pt x="315" y="12"/>
                      <a:pt x="264" y="1"/>
                      <a:pt x="214" y="1"/>
                    </a:cubicBezTo>
                    <a:close/>
                  </a:path>
                </a:pathLst>
              </a:custGeom>
              <a:solidFill>
                <a:srgbClr val="87878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50" name="Google Shape;1150;p34"/>
              <p:cNvSpPr/>
              <p:nvPr/>
            </p:nvSpPr>
            <p:spPr>
              <a:xfrm>
                <a:off x="3328408" y="1141762"/>
                <a:ext cx="10233" cy="12167"/>
              </a:xfrm>
              <a:custGeom>
                <a:rect b="b" l="l" r="r" t="t"/>
                <a:pathLst>
                  <a:path extrusionOk="0" h="195" w="164">
                    <a:moveTo>
                      <a:pt x="73" y="1"/>
                    </a:moveTo>
                    <a:cubicBezTo>
                      <a:pt x="37" y="1"/>
                      <a:pt x="1" y="13"/>
                      <a:pt x="1" y="47"/>
                    </a:cubicBezTo>
                    <a:cubicBezTo>
                      <a:pt x="1" y="90"/>
                      <a:pt x="27" y="158"/>
                      <a:pt x="82" y="184"/>
                    </a:cubicBezTo>
                    <a:cubicBezTo>
                      <a:pt x="93" y="192"/>
                      <a:pt x="103" y="195"/>
                      <a:pt x="112" y="195"/>
                    </a:cubicBezTo>
                    <a:cubicBezTo>
                      <a:pt x="134" y="195"/>
                      <a:pt x="148" y="174"/>
                      <a:pt x="148" y="145"/>
                    </a:cubicBezTo>
                    <a:cubicBezTo>
                      <a:pt x="148" y="90"/>
                      <a:pt x="164" y="34"/>
                      <a:pt x="121" y="8"/>
                    </a:cubicBezTo>
                    <a:cubicBezTo>
                      <a:pt x="108" y="4"/>
                      <a:pt x="91" y="1"/>
                      <a:pt x="73" y="1"/>
                    </a:cubicBezTo>
                    <a:close/>
                  </a:path>
                </a:pathLst>
              </a:custGeom>
              <a:solidFill>
                <a:srgbClr val="F5F5F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51" name="Google Shape;1151;p34"/>
              <p:cNvSpPr/>
              <p:nvPr/>
            </p:nvSpPr>
            <p:spPr>
              <a:xfrm>
                <a:off x="3154263" y="1137644"/>
                <a:ext cx="184377" cy="113996"/>
              </a:xfrm>
              <a:custGeom>
                <a:rect b="b" l="l" r="r" t="t"/>
                <a:pathLst>
                  <a:path extrusionOk="0" h="1827" w="2955">
                    <a:moveTo>
                      <a:pt x="2830" y="0"/>
                    </a:moveTo>
                    <a:cubicBezTo>
                      <a:pt x="2825" y="0"/>
                      <a:pt x="2822" y="2"/>
                      <a:pt x="2818" y="6"/>
                    </a:cubicBezTo>
                    <a:lnTo>
                      <a:pt x="1" y="1638"/>
                    </a:lnTo>
                    <a:lnTo>
                      <a:pt x="17" y="1680"/>
                    </a:lnTo>
                    <a:cubicBezTo>
                      <a:pt x="30" y="1719"/>
                      <a:pt x="56" y="1775"/>
                      <a:pt x="99" y="1801"/>
                    </a:cubicBezTo>
                    <a:lnTo>
                      <a:pt x="112" y="1827"/>
                    </a:lnTo>
                    <a:lnTo>
                      <a:pt x="2926" y="211"/>
                    </a:lnTo>
                    <a:lnTo>
                      <a:pt x="2926" y="195"/>
                    </a:lnTo>
                    <a:cubicBezTo>
                      <a:pt x="2939" y="195"/>
                      <a:pt x="2955" y="182"/>
                      <a:pt x="2955" y="156"/>
                    </a:cubicBezTo>
                    <a:cubicBezTo>
                      <a:pt x="2955" y="100"/>
                      <a:pt x="2912" y="32"/>
                      <a:pt x="2873" y="19"/>
                    </a:cubicBezTo>
                    <a:cubicBezTo>
                      <a:pt x="2853" y="9"/>
                      <a:pt x="2840" y="0"/>
                      <a:pt x="2830" y="0"/>
                    </a:cubicBezTo>
                    <a:close/>
                  </a:path>
                </a:pathLst>
              </a:custGeom>
              <a:solidFill>
                <a:srgbClr val="F5F5F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52" name="Google Shape;1152;p34"/>
              <p:cNvSpPr/>
              <p:nvPr/>
            </p:nvSpPr>
            <p:spPr>
              <a:xfrm>
                <a:off x="3152641" y="1239161"/>
                <a:ext cx="10295" cy="13228"/>
              </a:xfrm>
              <a:custGeom>
                <a:rect b="b" l="l" r="r" t="t"/>
                <a:pathLst>
                  <a:path extrusionOk="0" h="212" w="165">
                    <a:moveTo>
                      <a:pt x="51" y="0"/>
                    </a:moveTo>
                    <a:cubicBezTo>
                      <a:pt x="24" y="0"/>
                      <a:pt x="1" y="25"/>
                      <a:pt x="1" y="66"/>
                    </a:cubicBezTo>
                    <a:cubicBezTo>
                      <a:pt x="1" y="105"/>
                      <a:pt x="43" y="174"/>
                      <a:pt x="82" y="200"/>
                    </a:cubicBezTo>
                    <a:cubicBezTo>
                      <a:pt x="94" y="208"/>
                      <a:pt x="106" y="212"/>
                      <a:pt x="117" y="212"/>
                    </a:cubicBezTo>
                    <a:cubicBezTo>
                      <a:pt x="144" y="212"/>
                      <a:pt x="164" y="189"/>
                      <a:pt x="164" y="161"/>
                    </a:cubicBezTo>
                    <a:cubicBezTo>
                      <a:pt x="164" y="105"/>
                      <a:pt x="125" y="37"/>
                      <a:pt x="82" y="11"/>
                    </a:cubicBezTo>
                    <a:cubicBezTo>
                      <a:pt x="72" y="4"/>
                      <a:pt x="61" y="0"/>
                      <a:pt x="51" y="0"/>
                    </a:cubicBezTo>
                    <a:close/>
                  </a:path>
                </a:pathLst>
              </a:custGeom>
              <a:solidFill>
                <a:srgbClr val="F5F5F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53" name="Google Shape;1153;p34"/>
              <p:cNvSpPr/>
              <p:nvPr/>
            </p:nvSpPr>
            <p:spPr>
              <a:xfrm>
                <a:off x="3153452" y="1242031"/>
                <a:ext cx="6988" cy="9110"/>
              </a:xfrm>
              <a:custGeom>
                <a:rect b="b" l="l" r="r" t="t"/>
                <a:pathLst>
                  <a:path extrusionOk="0" h="146" w="112">
                    <a:moveTo>
                      <a:pt x="35" y="1"/>
                    </a:moveTo>
                    <a:cubicBezTo>
                      <a:pt x="16" y="1"/>
                      <a:pt x="1" y="14"/>
                      <a:pt x="1" y="33"/>
                    </a:cubicBezTo>
                    <a:cubicBezTo>
                      <a:pt x="1" y="72"/>
                      <a:pt x="30" y="115"/>
                      <a:pt x="56" y="141"/>
                    </a:cubicBezTo>
                    <a:cubicBezTo>
                      <a:pt x="63" y="144"/>
                      <a:pt x="70" y="146"/>
                      <a:pt x="76" y="146"/>
                    </a:cubicBezTo>
                    <a:cubicBezTo>
                      <a:pt x="95" y="146"/>
                      <a:pt x="112" y="131"/>
                      <a:pt x="112" y="102"/>
                    </a:cubicBezTo>
                    <a:cubicBezTo>
                      <a:pt x="112" y="72"/>
                      <a:pt x="82" y="20"/>
                      <a:pt x="56" y="7"/>
                    </a:cubicBezTo>
                    <a:cubicBezTo>
                      <a:pt x="49" y="3"/>
                      <a:pt x="42" y="1"/>
                      <a:pt x="35" y="1"/>
                    </a:cubicBezTo>
                    <a:close/>
                  </a:path>
                </a:pathLst>
              </a:custGeom>
              <a:solidFill>
                <a:srgbClr val="F5F5F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54" name="Google Shape;1154;p34"/>
              <p:cNvSpPr/>
              <p:nvPr/>
            </p:nvSpPr>
            <p:spPr>
              <a:xfrm>
                <a:off x="3096673" y="1245712"/>
                <a:ext cx="75623" cy="51788"/>
              </a:xfrm>
              <a:custGeom>
                <a:rect b="b" l="l" r="r" t="t"/>
                <a:pathLst>
                  <a:path extrusionOk="0" h="830" w="1212">
                    <a:moveTo>
                      <a:pt x="1211" y="0"/>
                    </a:moveTo>
                    <a:lnTo>
                      <a:pt x="0" y="696"/>
                    </a:lnTo>
                    <a:lnTo>
                      <a:pt x="0" y="829"/>
                    </a:lnTo>
                    <a:lnTo>
                      <a:pt x="1211" y="137"/>
                    </a:lnTo>
                    <a:lnTo>
                      <a:pt x="1211" y="0"/>
                    </a:lnTo>
                    <a:close/>
                  </a:path>
                </a:pathLst>
              </a:custGeom>
              <a:solidFill>
                <a:srgbClr val="87878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55" name="Google Shape;1155;p34"/>
              <p:cNvSpPr/>
              <p:nvPr/>
            </p:nvSpPr>
            <p:spPr>
              <a:xfrm>
                <a:off x="3071216" y="1231236"/>
                <a:ext cx="101080" cy="57903"/>
              </a:xfrm>
              <a:custGeom>
                <a:rect b="b" l="l" r="r" t="t"/>
                <a:pathLst>
                  <a:path extrusionOk="0" h="928" w="1620">
                    <a:moveTo>
                      <a:pt x="1211" y="1"/>
                    </a:moveTo>
                    <a:lnTo>
                      <a:pt x="0" y="696"/>
                    </a:lnTo>
                    <a:lnTo>
                      <a:pt x="408" y="928"/>
                    </a:lnTo>
                    <a:lnTo>
                      <a:pt x="1619" y="232"/>
                    </a:lnTo>
                    <a:lnTo>
                      <a:pt x="1211" y="1"/>
                    </a:lnTo>
                    <a:close/>
                  </a:path>
                </a:pathLst>
              </a:custGeom>
              <a:solidFill>
                <a:srgbClr val="F5F5F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56" name="Google Shape;1156;p34"/>
              <p:cNvSpPr/>
              <p:nvPr/>
            </p:nvSpPr>
            <p:spPr>
              <a:xfrm>
                <a:off x="3071216" y="1274601"/>
                <a:ext cx="25520" cy="22899"/>
              </a:xfrm>
              <a:custGeom>
                <a:rect b="b" l="l" r="r" t="t"/>
                <a:pathLst>
                  <a:path extrusionOk="0" h="367" w="409">
                    <a:moveTo>
                      <a:pt x="0" y="1"/>
                    </a:moveTo>
                    <a:lnTo>
                      <a:pt x="0" y="138"/>
                    </a:lnTo>
                    <a:lnTo>
                      <a:pt x="408" y="366"/>
                    </a:lnTo>
                    <a:lnTo>
                      <a:pt x="408" y="233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87878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57" name="Google Shape;1157;p34"/>
              <p:cNvSpPr/>
              <p:nvPr/>
            </p:nvSpPr>
            <p:spPr>
              <a:xfrm>
                <a:off x="4534066" y="2421858"/>
                <a:ext cx="33257" cy="153741"/>
              </a:xfrm>
              <a:custGeom>
                <a:rect b="b" l="l" r="r" t="t"/>
                <a:pathLst>
                  <a:path extrusionOk="0" h="2464" w="533">
                    <a:moveTo>
                      <a:pt x="1" y="0"/>
                    </a:moveTo>
                    <a:lnTo>
                      <a:pt x="1" y="2314"/>
                    </a:lnTo>
                    <a:cubicBezTo>
                      <a:pt x="1" y="2353"/>
                      <a:pt x="30" y="2396"/>
                      <a:pt x="69" y="2422"/>
                    </a:cubicBezTo>
                    <a:cubicBezTo>
                      <a:pt x="125" y="2450"/>
                      <a:pt x="193" y="2464"/>
                      <a:pt x="261" y="2464"/>
                    </a:cubicBezTo>
                    <a:cubicBezTo>
                      <a:pt x="330" y="2464"/>
                      <a:pt x="397" y="2450"/>
                      <a:pt x="451" y="2422"/>
                    </a:cubicBezTo>
                    <a:cubicBezTo>
                      <a:pt x="507" y="2396"/>
                      <a:pt x="533" y="2353"/>
                      <a:pt x="533" y="2314"/>
                    </a:cubicBezTo>
                    <a:lnTo>
                      <a:pt x="533" y="0"/>
                    </a:lnTo>
                    <a:close/>
                  </a:path>
                </a:pathLst>
              </a:custGeom>
              <a:solidFill>
                <a:srgbClr val="50505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58" name="Google Shape;1158;p34"/>
              <p:cNvSpPr/>
              <p:nvPr/>
            </p:nvSpPr>
            <p:spPr>
              <a:xfrm>
                <a:off x="4532444" y="2411875"/>
                <a:ext cx="36501" cy="19405"/>
              </a:xfrm>
              <a:custGeom>
                <a:rect b="b" l="l" r="r" t="t"/>
                <a:pathLst>
                  <a:path extrusionOk="0" h="311" w="585">
                    <a:moveTo>
                      <a:pt x="287" y="1"/>
                    </a:moveTo>
                    <a:cubicBezTo>
                      <a:pt x="219" y="1"/>
                      <a:pt x="151" y="18"/>
                      <a:pt x="95" y="52"/>
                    </a:cubicBezTo>
                    <a:cubicBezTo>
                      <a:pt x="1" y="108"/>
                      <a:pt x="1" y="202"/>
                      <a:pt x="95" y="271"/>
                    </a:cubicBezTo>
                    <a:cubicBezTo>
                      <a:pt x="151" y="297"/>
                      <a:pt x="219" y="310"/>
                      <a:pt x="287" y="310"/>
                    </a:cubicBezTo>
                    <a:cubicBezTo>
                      <a:pt x="356" y="310"/>
                      <a:pt x="423" y="297"/>
                      <a:pt x="477" y="271"/>
                    </a:cubicBezTo>
                    <a:cubicBezTo>
                      <a:pt x="585" y="202"/>
                      <a:pt x="585" y="108"/>
                      <a:pt x="477" y="52"/>
                    </a:cubicBezTo>
                    <a:cubicBezTo>
                      <a:pt x="423" y="18"/>
                      <a:pt x="356" y="1"/>
                      <a:pt x="287" y="1"/>
                    </a:cubicBezTo>
                    <a:close/>
                  </a:path>
                </a:pathLst>
              </a:custGeom>
              <a:solidFill>
                <a:srgbClr val="F5F5F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59" name="Google Shape;1159;p34"/>
              <p:cNvSpPr/>
              <p:nvPr/>
            </p:nvSpPr>
            <p:spPr>
              <a:xfrm>
                <a:off x="4538372" y="1805770"/>
                <a:ext cx="23897" cy="621392"/>
              </a:xfrm>
              <a:custGeom>
                <a:rect b="b" l="l" r="r" t="t"/>
                <a:pathLst>
                  <a:path extrusionOk="0" h="9959" w="383">
                    <a:moveTo>
                      <a:pt x="0" y="0"/>
                    </a:moveTo>
                    <a:lnTo>
                      <a:pt x="0" y="9848"/>
                    </a:lnTo>
                    <a:cubicBezTo>
                      <a:pt x="0" y="9887"/>
                      <a:pt x="30" y="9916"/>
                      <a:pt x="56" y="9930"/>
                    </a:cubicBezTo>
                    <a:cubicBezTo>
                      <a:pt x="97" y="9949"/>
                      <a:pt x="147" y="9959"/>
                      <a:pt x="196" y="9959"/>
                    </a:cubicBezTo>
                    <a:cubicBezTo>
                      <a:pt x="245" y="9959"/>
                      <a:pt x="292" y="9949"/>
                      <a:pt x="327" y="9930"/>
                    </a:cubicBezTo>
                    <a:cubicBezTo>
                      <a:pt x="369" y="9916"/>
                      <a:pt x="382" y="9887"/>
                      <a:pt x="382" y="9861"/>
                    </a:cubicBezTo>
                    <a:lnTo>
                      <a:pt x="382" y="0"/>
                    </a:lnTo>
                    <a:close/>
                  </a:path>
                </a:pathLst>
              </a:custGeom>
              <a:solidFill>
                <a:srgbClr val="87878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60" name="Google Shape;1160;p34"/>
              <p:cNvSpPr/>
              <p:nvPr/>
            </p:nvSpPr>
            <p:spPr>
              <a:xfrm>
                <a:off x="4537561" y="1798844"/>
                <a:ext cx="26331" cy="14039"/>
              </a:xfrm>
              <a:custGeom>
                <a:rect b="b" l="l" r="r" t="t"/>
                <a:pathLst>
                  <a:path extrusionOk="0" h="225" w="422">
                    <a:moveTo>
                      <a:pt x="209" y="0"/>
                    </a:moveTo>
                    <a:cubicBezTo>
                      <a:pt x="160" y="0"/>
                      <a:pt x="110" y="10"/>
                      <a:pt x="69" y="30"/>
                    </a:cubicBezTo>
                    <a:cubicBezTo>
                      <a:pt x="0" y="85"/>
                      <a:pt x="0" y="154"/>
                      <a:pt x="69" y="193"/>
                    </a:cubicBezTo>
                    <a:cubicBezTo>
                      <a:pt x="110" y="214"/>
                      <a:pt x="160" y="225"/>
                      <a:pt x="209" y="225"/>
                    </a:cubicBezTo>
                    <a:cubicBezTo>
                      <a:pt x="258" y="225"/>
                      <a:pt x="305" y="214"/>
                      <a:pt x="340" y="193"/>
                    </a:cubicBezTo>
                    <a:cubicBezTo>
                      <a:pt x="421" y="154"/>
                      <a:pt x="421" y="85"/>
                      <a:pt x="340" y="30"/>
                    </a:cubicBezTo>
                    <a:cubicBezTo>
                      <a:pt x="305" y="10"/>
                      <a:pt x="258" y="0"/>
                      <a:pt x="209" y="0"/>
                    </a:cubicBezTo>
                    <a:close/>
                  </a:path>
                </a:pathLst>
              </a:custGeom>
              <a:solidFill>
                <a:srgbClr val="87878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61" name="Google Shape;1161;p34"/>
              <p:cNvSpPr/>
              <p:nvPr/>
            </p:nvSpPr>
            <p:spPr>
              <a:xfrm>
                <a:off x="4538372" y="1820620"/>
                <a:ext cx="11044" cy="12229"/>
              </a:xfrm>
              <a:custGeom>
                <a:rect b="b" l="l" r="r" t="t"/>
                <a:pathLst>
                  <a:path extrusionOk="0" h="196" w="177">
                    <a:moveTo>
                      <a:pt x="74" y="0"/>
                    </a:moveTo>
                    <a:cubicBezTo>
                      <a:pt x="37" y="0"/>
                      <a:pt x="0" y="12"/>
                      <a:pt x="0" y="50"/>
                    </a:cubicBezTo>
                    <a:cubicBezTo>
                      <a:pt x="0" y="89"/>
                      <a:pt x="43" y="157"/>
                      <a:pt x="82" y="183"/>
                    </a:cubicBezTo>
                    <a:cubicBezTo>
                      <a:pt x="94" y="192"/>
                      <a:pt x="106" y="195"/>
                      <a:pt x="116" y="195"/>
                    </a:cubicBezTo>
                    <a:cubicBezTo>
                      <a:pt x="143" y="195"/>
                      <a:pt x="164" y="172"/>
                      <a:pt x="164" y="144"/>
                    </a:cubicBezTo>
                    <a:cubicBezTo>
                      <a:pt x="164" y="89"/>
                      <a:pt x="177" y="37"/>
                      <a:pt x="124" y="7"/>
                    </a:cubicBezTo>
                    <a:cubicBezTo>
                      <a:pt x="110" y="3"/>
                      <a:pt x="92" y="0"/>
                      <a:pt x="74" y="0"/>
                    </a:cubicBezTo>
                    <a:close/>
                  </a:path>
                </a:pathLst>
              </a:custGeom>
              <a:solidFill>
                <a:srgbClr val="F5F5F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62" name="Google Shape;1162;p34"/>
              <p:cNvSpPr/>
              <p:nvPr/>
            </p:nvSpPr>
            <p:spPr>
              <a:xfrm>
                <a:off x="4364414" y="1816439"/>
                <a:ext cx="184190" cy="114245"/>
              </a:xfrm>
              <a:custGeom>
                <a:rect b="b" l="l" r="r" t="t"/>
                <a:pathLst>
                  <a:path extrusionOk="0" h="1831" w="2952">
                    <a:moveTo>
                      <a:pt x="2829" y="0"/>
                    </a:moveTo>
                    <a:cubicBezTo>
                      <a:pt x="2825" y="0"/>
                      <a:pt x="2821" y="2"/>
                      <a:pt x="2818" y="6"/>
                    </a:cubicBezTo>
                    <a:lnTo>
                      <a:pt x="1" y="1638"/>
                    </a:lnTo>
                    <a:lnTo>
                      <a:pt x="27" y="1680"/>
                    </a:lnTo>
                    <a:cubicBezTo>
                      <a:pt x="27" y="1719"/>
                      <a:pt x="56" y="1775"/>
                      <a:pt x="95" y="1801"/>
                    </a:cubicBezTo>
                    <a:lnTo>
                      <a:pt x="125" y="1830"/>
                    </a:lnTo>
                    <a:lnTo>
                      <a:pt x="2925" y="211"/>
                    </a:lnTo>
                    <a:cubicBezTo>
                      <a:pt x="2938" y="198"/>
                      <a:pt x="2952" y="185"/>
                      <a:pt x="2952" y="156"/>
                    </a:cubicBezTo>
                    <a:cubicBezTo>
                      <a:pt x="2952" y="104"/>
                      <a:pt x="2912" y="35"/>
                      <a:pt x="2870" y="22"/>
                    </a:cubicBezTo>
                    <a:cubicBezTo>
                      <a:pt x="2851" y="10"/>
                      <a:pt x="2839" y="0"/>
                      <a:pt x="2829" y="0"/>
                    </a:cubicBezTo>
                    <a:close/>
                  </a:path>
                </a:pathLst>
              </a:custGeom>
              <a:solidFill>
                <a:srgbClr val="F5F5F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63" name="Google Shape;1163;p34"/>
              <p:cNvSpPr/>
              <p:nvPr/>
            </p:nvSpPr>
            <p:spPr>
              <a:xfrm>
                <a:off x="4362792" y="1917956"/>
                <a:ext cx="10233" cy="13353"/>
              </a:xfrm>
              <a:custGeom>
                <a:rect b="b" l="l" r="r" t="t"/>
                <a:pathLst>
                  <a:path extrusionOk="0" h="214" w="164">
                    <a:moveTo>
                      <a:pt x="50" y="0"/>
                    </a:moveTo>
                    <a:cubicBezTo>
                      <a:pt x="22" y="0"/>
                      <a:pt x="1" y="25"/>
                      <a:pt x="1" y="66"/>
                    </a:cubicBezTo>
                    <a:cubicBezTo>
                      <a:pt x="1" y="109"/>
                      <a:pt x="40" y="174"/>
                      <a:pt x="82" y="203"/>
                    </a:cubicBezTo>
                    <a:cubicBezTo>
                      <a:pt x="97" y="210"/>
                      <a:pt x="109" y="214"/>
                      <a:pt x="120" y="214"/>
                    </a:cubicBezTo>
                    <a:cubicBezTo>
                      <a:pt x="149" y="214"/>
                      <a:pt x="164" y="191"/>
                      <a:pt x="164" y="161"/>
                    </a:cubicBezTo>
                    <a:cubicBezTo>
                      <a:pt x="164" y="109"/>
                      <a:pt x="135" y="40"/>
                      <a:pt x="82" y="11"/>
                    </a:cubicBezTo>
                    <a:cubicBezTo>
                      <a:pt x="71" y="4"/>
                      <a:pt x="60" y="0"/>
                      <a:pt x="50" y="0"/>
                    </a:cubicBezTo>
                    <a:close/>
                  </a:path>
                </a:pathLst>
              </a:custGeom>
              <a:solidFill>
                <a:srgbClr val="F5F5F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64" name="Google Shape;1164;p34"/>
              <p:cNvSpPr/>
              <p:nvPr/>
            </p:nvSpPr>
            <p:spPr>
              <a:xfrm>
                <a:off x="4363603" y="1920888"/>
                <a:ext cx="6801" cy="9297"/>
              </a:xfrm>
              <a:custGeom>
                <a:rect b="b" l="l" r="r" t="t"/>
                <a:pathLst>
                  <a:path extrusionOk="0" h="149" w="109">
                    <a:moveTo>
                      <a:pt x="34" y="1"/>
                    </a:moveTo>
                    <a:cubicBezTo>
                      <a:pt x="15" y="1"/>
                      <a:pt x="1" y="13"/>
                      <a:pt x="1" y="32"/>
                    </a:cubicBezTo>
                    <a:cubicBezTo>
                      <a:pt x="1" y="75"/>
                      <a:pt x="27" y="114"/>
                      <a:pt x="56" y="143"/>
                    </a:cubicBezTo>
                    <a:cubicBezTo>
                      <a:pt x="66" y="146"/>
                      <a:pt x="74" y="148"/>
                      <a:pt x="81" y="148"/>
                    </a:cubicBezTo>
                    <a:cubicBezTo>
                      <a:pt x="101" y="148"/>
                      <a:pt x="108" y="133"/>
                      <a:pt x="108" y="101"/>
                    </a:cubicBezTo>
                    <a:cubicBezTo>
                      <a:pt x="108" y="75"/>
                      <a:pt x="95" y="19"/>
                      <a:pt x="56" y="6"/>
                    </a:cubicBezTo>
                    <a:cubicBezTo>
                      <a:pt x="48" y="3"/>
                      <a:pt x="41" y="1"/>
                      <a:pt x="34" y="1"/>
                    </a:cubicBezTo>
                    <a:close/>
                  </a:path>
                </a:pathLst>
              </a:custGeom>
              <a:solidFill>
                <a:srgbClr val="F5F5F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65" name="Google Shape;1165;p34"/>
              <p:cNvSpPr/>
              <p:nvPr/>
            </p:nvSpPr>
            <p:spPr>
              <a:xfrm>
                <a:off x="4306824" y="1924695"/>
                <a:ext cx="75623" cy="51788"/>
              </a:xfrm>
              <a:custGeom>
                <a:rect b="b" l="l" r="r" t="t"/>
                <a:pathLst>
                  <a:path extrusionOk="0" h="830" w="1212">
                    <a:moveTo>
                      <a:pt x="1211" y="1"/>
                    </a:moveTo>
                    <a:lnTo>
                      <a:pt x="0" y="693"/>
                    </a:lnTo>
                    <a:lnTo>
                      <a:pt x="0" y="830"/>
                    </a:lnTo>
                    <a:lnTo>
                      <a:pt x="1211" y="134"/>
                    </a:lnTo>
                    <a:lnTo>
                      <a:pt x="1211" y="1"/>
                    </a:lnTo>
                    <a:close/>
                  </a:path>
                </a:pathLst>
              </a:custGeom>
              <a:solidFill>
                <a:srgbClr val="87878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66" name="Google Shape;1166;p34"/>
              <p:cNvSpPr/>
              <p:nvPr/>
            </p:nvSpPr>
            <p:spPr>
              <a:xfrm>
                <a:off x="4281367" y="1910219"/>
                <a:ext cx="101080" cy="57715"/>
              </a:xfrm>
              <a:custGeom>
                <a:rect b="b" l="l" r="r" t="t"/>
                <a:pathLst>
                  <a:path extrusionOk="0" h="925" w="1620">
                    <a:moveTo>
                      <a:pt x="1211" y="1"/>
                    </a:moveTo>
                    <a:lnTo>
                      <a:pt x="0" y="693"/>
                    </a:lnTo>
                    <a:lnTo>
                      <a:pt x="408" y="925"/>
                    </a:lnTo>
                    <a:lnTo>
                      <a:pt x="1619" y="233"/>
                    </a:lnTo>
                    <a:lnTo>
                      <a:pt x="1211" y="1"/>
                    </a:lnTo>
                    <a:close/>
                  </a:path>
                </a:pathLst>
              </a:custGeom>
              <a:solidFill>
                <a:srgbClr val="F5F5F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67" name="Google Shape;1167;p34"/>
              <p:cNvSpPr/>
              <p:nvPr/>
            </p:nvSpPr>
            <p:spPr>
              <a:xfrm>
                <a:off x="4281367" y="1953396"/>
                <a:ext cx="25520" cy="23086"/>
              </a:xfrm>
              <a:custGeom>
                <a:rect b="b" l="l" r="r" t="t"/>
                <a:pathLst>
                  <a:path extrusionOk="0" h="370" w="409">
                    <a:moveTo>
                      <a:pt x="0" y="1"/>
                    </a:moveTo>
                    <a:lnTo>
                      <a:pt x="0" y="138"/>
                    </a:lnTo>
                    <a:lnTo>
                      <a:pt x="408" y="370"/>
                    </a:lnTo>
                    <a:lnTo>
                      <a:pt x="408" y="233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87878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68" name="Google Shape;1168;p34"/>
              <p:cNvSpPr/>
              <p:nvPr/>
            </p:nvSpPr>
            <p:spPr>
              <a:xfrm>
                <a:off x="5733236" y="3151755"/>
                <a:ext cx="33069" cy="153554"/>
              </a:xfrm>
              <a:custGeom>
                <a:rect b="b" l="l" r="r" t="t"/>
                <a:pathLst>
                  <a:path extrusionOk="0" h="2461" w="530">
                    <a:moveTo>
                      <a:pt x="0" y="0"/>
                    </a:moveTo>
                    <a:lnTo>
                      <a:pt x="0" y="2311"/>
                    </a:lnTo>
                    <a:cubicBezTo>
                      <a:pt x="0" y="2350"/>
                      <a:pt x="13" y="2393"/>
                      <a:pt x="69" y="2419"/>
                    </a:cubicBezTo>
                    <a:cubicBezTo>
                      <a:pt x="123" y="2447"/>
                      <a:pt x="191" y="2461"/>
                      <a:pt x="258" y="2461"/>
                    </a:cubicBezTo>
                    <a:cubicBezTo>
                      <a:pt x="326" y="2461"/>
                      <a:pt x="394" y="2447"/>
                      <a:pt x="448" y="2419"/>
                    </a:cubicBezTo>
                    <a:cubicBezTo>
                      <a:pt x="503" y="2393"/>
                      <a:pt x="529" y="2350"/>
                      <a:pt x="516" y="2311"/>
                    </a:cubicBezTo>
                    <a:lnTo>
                      <a:pt x="516" y="0"/>
                    </a:lnTo>
                    <a:close/>
                  </a:path>
                </a:pathLst>
              </a:custGeom>
              <a:solidFill>
                <a:srgbClr val="50505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69" name="Google Shape;1169;p34"/>
              <p:cNvSpPr/>
              <p:nvPr/>
            </p:nvSpPr>
            <p:spPr>
              <a:xfrm>
                <a:off x="5731614" y="3141584"/>
                <a:ext cx="35690" cy="19530"/>
              </a:xfrm>
              <a:custGeom>
                <a:rect b="b" l="l" r="r" t="t"/>
                <a:pathLst>
                  <a:path extrusionOk="0" h="313" w="572">
                    <a:moveTo>
                      <a:pt x="284" y="1"/>
                    </a:moveTo>
                    <a:cubicBezTo>
                      <a:pt x="217" y="1"/>
                      <a:pt x="149" y="18"/>
                      <a:pt x="95" y="52"/>
                    </a:cubicBezTo>
                    <a:cubicBezTo>
                      <a:pt x="0" y="108"/>
                      <a:pt x="0" y="202"/>
                      <a:pt x="95" y="271"/>
                    </a:cubicBezTo>
                    <a:cubicBezTo>
                      <a:pt x="149" y="299"/>
                      <a:pt x="217" y="313"/>
                      <a:pt x="284" y="313"/>
                    </a:cubicBezTo>
                    <a:cubicBezTo>
                      <a:pt x="352" y="313"/>
                      <a:pt x="420" y="299"/>
                      <a:pt x="474" y="271"/>
                    </a:cubicBezTo>
                    <a:cubicBezTo>
                      <a:pt x="572" y="202"/>
                      <a:pt x="572" y="108"/>
                      <a:pt x="474" y="52"/>
                    </a:cubicBezTo>
                    <a:cubicBezTo>
                      <a:pt x="420" y="18"/>
                      <a:pt x="352" y="1"/>
                      <a:pt x="284" y="1"/>
                    </a:cubicBezTo>
                    <a:close/>
                  </a:path>
                </a:pathLst>
              </a:custGeom>
              <a:solidFill>
                <a:srgbClr val="F5F5F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70" name="Google Shape;1170;p34"/>
              <p:cNvSpPr/>
              <p:nvPr/>
            </p:nvSpPr>
            <p:spPr>
              <a:xfrm>
                <a:off x="5737479" y="2535666"/>
                <a:ext cx="23710" cy="621392"/>
              </a:xfrm>
              <a:custGeom>
                <a:rect b="b" l="l" r="r" t="t"/>
                <a:pathLst>
                  <a:path extrusionOk="0" h="9959" w="380">
                    <a:moveTo>
                      <a:pt x="1" y="1"/>
                    </a:moveTo>
                    <a:lnTo>
                      <a:pt x="1" y="9858"/>
                    </a:lnTo>
                    <a:cubicBezTo>
                      <a:pt x="1" y="9887"/>
                      <a:pt x="14" y="9913"/>
                      <a:pt x="53" y="9927"/>
                    </a:cubicBezTo>
                    <a:cubicBezTo>
                      <a:pt x="94" y="9948"/>
                      <a:pt x="142" y="9958"/>
                      <a:pt x="190" y="9958"/>
                    </a:cubicBezTo>
                    <a:cubicBezTo>
                      <a:pt x="238" y="9958"/>
                      <a:pt x="287" y="9948"/>
                      <a:pt x="327" y="9927"/>
                    </a:cubicBezTo>
                    <a:cubicBezTo>
                      <a:pt x="367" y="9913"/>
                      <a:pt x="380" y="9887"/>
                      <a:pt x="380" y="9858"/>
                    </a:cubicBezTo>
                    <a:lnTo>
                      <a:pt x="380" y="1"/>
                    </a:lnTo>
                    <a:close/>
                  </a:path>
                </a:pathLst>
              </a:custGeom>
              <a:solidFill>
                <a:srgbClr val="87878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71" name="Google Shape;1171;p34"/>
              <p:cNvSpPr/>
              <p:nvPr/>
            </p:nvSpPr>
            <p:spPr>
              <a:xfrm>
                <a:off x="5736668" y="2528616"/>
                <a:ext cx="25520" cy="14039"/>
              </a:xfrm>
              <a:custGeom>
                <a:rect b="b" l="l" r="r" t="t"/>
                <a:pathLst>
                  <a:path extrusionOk="0" h="225" w="409">
                    <a:moveTo>
                      <a:pt x="203" y="0"/>
                    </a:moveTo>
                    <a:cubicBezTo>
                      <a:pt x="155" y="0"/>
                      <a:pt x="107" y="11"/>
                      <a:pt x="66" y="32"/>
                    </a:cubicBezTo>
                    <a:cubicBezTo>
                      <a:pt x="1" y="84"/>
                      <a:pt x="1" y="153"/>
                      <a:pt x="66" y="195"/>
                    </a:cubicBezTo>
                    <a:cubicBezTo>
                      <a:pt x="107" y="215"/>
                      <a:pt x="155" y="225"/>
                      <a:pt x="203" y="225"/>
                    </a:cubicBezTo>
                    <a:cubicBezTo>
                      <a:pt x="251" y="225"/>
                      <a:pt x="300" y="215"/>
                      <a:pt x="340" y="195"/>
                    </a:cubicBezTo>
                    <a:cubicBezTo>
                      <a:pt x="409" y="153"/>
                      <a:pt x="409" y="84"/>
                      <a:pt x="340" y="32"/>
                    </a:cubicBezTo>
                    <a:cubicBezTo>
                      <a:pt x="300" y="11"/>
                      <a:pt x="251" y="0"/>
                      <a:pt x="203" y="0"/>
                    </a:cubicBezTo>
                    <a:close/>
                  </a:path>
                </a:pathLst>
              </a:custGeom>
              <a:solidFill>
                <a:srgbClr val="87878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72" name="Google Shape;1172;p34"/>
              <p:cNvSpPr/>
              <p:nvPr/>
            </p:nvSpPr>
            <p:spPr>
              <a:xfrm>
                <a:off x="5737479" y="2550516"/>
                <a:ext cx="10295" cy="12167"/>
              </a:xfrm>
              <a:custGeom>
                <a:rect b="b" l="l" r="r" t="t"/>
                <a:pathLst>
                  <a:path extrusionOk="0" h="195" w="165">
                    <a:moveTo>
                      <a:pt x="59" y="1"/>
                    </a:moveTo>
                    <a:cubicBezTo>
                      <a:pt x="28" y="1"/>
                      <a:pt x="1" y="14"/>
                      <a:pt x="1" y="47"/>
                    </a:cubicBezTo>
                    <a:cubicBezTo>
                      <a:pt x="1" y="102"/>
                      <a:pt x="27" y="154"/>
                      <a:pt x="83" y="184"/>
                    </a:cubicBezTo>
                    <a:cubicBezTo>
                      <a:pt x="93" y="191"/>
                      <a:pt x="104" y="194"/>
                      <a:pt x="115" y="194"/>
                    </a:cubicBezTo>
                    <a:cubicBezTo>
                      <a:pt x="142" y="194"/>
                      <a:pt x="164" y="172"/>
                      <a:pt x="164" y="141"/>
                    </a:cubicBezTo>
                    <a:cubicBezTo>
                      <a:pt x="164" y="89"/>
                      <a:pt x="164" y="34"/>
                      <a:pt x="122" y="20"/>
                    </a:cubicBezTo>
                    <a:cubicBezTo>
                      <a:pt x="105" y="8"/>
                      <a:pt x="81" y="1"/>
                      <a:pt x="59" y="1"/>
                    </a:cubicBezTo>
                    <a:close/>
                  </a:path>
                </a:pathLst>
              </a:custGeom>
              <a:solidFill>
                <a:srgbClr val="F5F5F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73" name="Google Shape;1173;p34"/>
              <p:cNvSpPr/>
              <p:nvPr/>
            </p:nvSpPr>
            <p:spPr>
              <a:xfrm>
                <a:off x="5563584" y="2546336"/>
                <a:ext cx="184190" cy="114058"/>
              </a:xfrm>
              <a:custGeom>
                <a:rect b="b" l="l" r="r" t="t"/>
                <a:pathLst>
                  <a:path extrusionOk="0" h="1828" w="2952">
                    <a:moveTo>
                      <a:pt x="2826" y="0"/>
                    </a:moveTo>
                    <a:cubicBezTo>
                      <a:pt x="2822" y="0"/>
                      <a:pt x="2818" y="2"/>
                      <a:pt x="2814" y="6"/>
                    </a:cubicBezTo>
                    <a:lnTo>
                      <a:pt x="0" y="1638"/>
                    </a:lnTo>
                    <a:lnTo>
                      <a:pt x="27" y="1677"/>
                    </a:lnTo>
                    <a:cubicBezTo>
                      <a:pt x="27" y="1719"/>
                      <a:pt x="53" y="1772"/>
                      <a:pt x="95" y="1801"/>
                    </a:cubicBezTo>
                    <a:lnTo>
                      <a:pt x="108" y="1827"/>
                    </a:lnTo>
                    <a:lnTo>
                      <a:pt x="2922" y="208"/>
                    </a:lnTo>
                    <a:cubicBezTo>
                      <a:pt x="2938" y="195"/>
                      <a:pt x="2951" y="182"/>
                      <a:pt x="2951" y="156"/>
                    </a:cubicBezTo>
                    <a:cubicBezTo>
                      <a:pt x="2951" y="101"/>
                      <a:pt x="2909" y="32"/>
                      <a:pt x="2870" y="19"/>
                    </a:cubicBezTo>
                    <a:cubicBezTo>
                      <a:pt x="2849" y="10"/>
                      <a:pt x="2836" y="0"/>
                      <a:pt x="2826" y="0"/>
                    </a:cubicBezTo>
                    <a:close/>
                  </a:path>
                </a:pathLst>
              </a:custGeom>
              <a:solidFill>
                <a:srgbClr val="F5F5F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74" name="Google Shape;1174;p34"/>
              <p:cNvSpPr/>
              <p:nvPr/>
            </p:nvSpPr>
            <p:spPr>
              <a:xfrm>
                <a:off x="5561775" y="2647790"/>
                <a:ext cx="10233" cy="13228"/>
              </a:xfrm>
              <a:custGeom>
                <a:rect b="b" l="l" r="r" t="t"/>
                <a:pathLst>
                  <a:path extrusionOk="0" h="212" w="164">
                    <a:moveTo>
                      <a:pt x="50" y="0"/>
                    </a:moveTo>
                    <a:cubicBezTo>
                      <a:pt x="23" y="0"/>
                      <a:pt x="0" y="26"/>
                      <a:pt x="0" y="64"/>
                    </a:cubicBezTo>
                    <a:cubicBezTo>
                      <a:pt x="0" y="107"/>
                      <a:pt x="43" y="175"/>
                      <a:pt x="82" y="201"/>
                    </a:cubicBezTo>
                    <a:cubicBezTo>
                      <a:pt x="97" y="208"/>
                      <a:pt x="110" y="212"/>
                      <a:pt x="121" y="212"/>
                    </a:cubicBezTo>
                    <a:cubicBezTo>
                      <a:pt x="150" y="212"/>
                      <a:pt x="163" y="190"/>
                      <a:pt x="163" y="162"/>
                    </a:cubicBezTo>
                    <a:cubicBezTo>
                      <a:pt x="163" y="107"/>
                      <a:pt x="137" y="38"/>
                      <a:pt x="82" y="12"/>
                    </a:cubicBezTo>
                    <a:cubicBezTo>
                      <a:pt x="71" y="4"/>
                      <a:pt x="60" y="0"/>
                      <a:pt x="50" y="0"/>
                    </a:cubicBezTo>
                    <a:close/>
                  </a:path>
                </a:pathLst>
              </a:custGeom>
              <a:solidFill>
                <a:srgbClr val="F5F5F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75" name="Google Shape;1175;p34"/>
              <p:cNvSpPr/>
              <p:nvPr/>
            </p:nvSpPr>
            <p:spPr>
              <a:xfrm>
                <a:off x="5562586" y="2650660"/>
                <a:ext cx="6988" cy="9172"/>
              </a:xfrm>
              <a:custGeom>
                <a:rect b="b" l="l" r="r" t="t"/>
                <a:pathLst>
                  <a:path extrusionOk="0" h="147" w="112">
                    <a:moveTo>
                      <a:pt x="36" y="0"/>
                    </a:moveTo>
                    <a:cubicBezTo>
                      <a:pt x="17" y="0"/>
                      <a:pt x="0" y="16"/>
                      <a:pt x="0" y="47"/>
                    </a:cubicBezTo>
                    <a:cubicBezTo>
                      <a:pt x="0" y="74"/>
                      <a:pt x="30" y="129"/>
                      <a:pt x="56" y="142"/>
                    </a:cubicBezTo>
                    <a:cubicBezTo>
                      <a:pt x="62" y="145"/>
                      <a:pt x="69" y="147"/>
                      <a:pt x="75" y="147"/>
                    </a:cubicBezTo>
                    <a:cubicBezTo>
                      <a:pt x="94" y="147"/>
                      <a:pt x="111" y="132"/>
                      <a:pt x="111" y="100"/>
                    </a:cubicBezTo>
                    <a:cubicBezTo>
                      <a:pt x="111" y="74"/>
                      <a:pt x="82" y="18"/>
                      <a:pt x="56" y="5"/>
                    </a:cubicBezTo>
                    <a:cubicBezTo>
                      <a:pt x="49" y="2"/>
                      <a:pt x="43" y="0"/>
                      <a:pt x="36" y="0"/>
                    </a:cubicBezTo>
                    <a:close/>
                  </a:path>
                </a:pathLst>
              </a:custGeom>
              <a:solidFill>
                <a:srgbClr val="F5F5F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76" name="Google Shape;1176;p34"/>
              <p:cNvSpPr/>
              <p:nvPr/>
            </p:nvSpPr>
            <p:spPr>
              <a:xfrm>
                <a:off x="5505744" y="2654404"/>
                <a:ext cx="75623" cy="51788"/>
              </a:xfrm>
              <a:custGeom>
                <a:rect b="b" l="l" r="r" t="t"/>
                <a:pathLst>
                  <a:path extrusionOk="0" h="830" w="1212">
                    <a:moveTo>
                      <a:pt x="1211" y="1"/>
                    </a:moveTo>
                    <a:lnTo>
                      <a:pt x="0" y="709"/>
                    </a:lnTo>
                    <a:lnTo>
                      <a:pt x="0" y="830"/>
                    </a:lnTo>
                    <a:lnTo>
                      <a:pt x="1211" y="138"/>
                    </a:lnTo>
                    <a:lnTo>
                      <a:pt x="1211" y="1"/>
                    </a:lnTo>
                    <a:close/>
                  </a:path>
                </a:pathLst>
              </a:custGeom>
              <a:solidFill>
                <a:srgbClr val="87878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77" name="Google Shape;1177;p34"/>
              <p:cNvSpPr/>
              <p:nvPr/>
            </p:nvSpPr>
            <p:spPr>
              <a:xfrm>
                <a:off x="5480287" y="2639928"/>
                <a:ext cx="101080" cy="58714"/>
              </a:xfrm>
              <a:custGeom>
                <a:rect b="b" l="l" r="r" t="t"/>
                <a:pathLst>
                  <a:path extrusionOk="0" h="941" w="1620">
                    <a:moveTo>
                      <a:pt x="1211" y="1"/>
                    </a:moveTo>
                    <a:lnTo>
                      <a:pt x="0" y="696"/>
                    </a:lnTo>
                    <a:lnTo>
                      <a:pt x="408" y="941"/>
                    </a:lnTo>
                    <a:lnTo>
                      <a:pt x="1619" y="233"/>
                    </a:lnTo>
                    <a:lnTo>
                      <a:pt x="1211" y="1"/>
                    </a:lnTo>
                    <a:close/>
                  </a:path>
                </a:pathLst>
              </a:custGeom>
              <a:solidFill>
                <a:srgbClr val="F5F5F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78" name="Google Shape;1178;p34"/>
              <p:cNvSpPr/>
              <p:nvPr/>
            </p:nvSpPr>
            <p:spPr>
              <a:xfrm>
                <a:off x="5480287" y="2683355"/>
                <a:ext cx="25520" cy="22837"/>
              </a:xfrm>
              <a:custGeom>
                <a:rect b="b" l="l" r="r" t="t"/>
                <a:pathLst>
                  <a:path extrusionOk="0" h="366" w="409">
                    <a:moveTo>
                      <a:pt x="0" y="0"/>
                    </a:moveTo>
                    <a:lnTo>
                      <a:pt x="0" y="134"/>
                    </a:lnTo>
                    <a:lnTo>
                      <a:pt x="408" y="366"/>
                    </a:lnTo>
                    <a:lnTo>
                      <a:pt x="408" y="245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87878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79" name="Google Shape;1179;p34"/>
              <p:cNvSpPr/>
              <p:nvPr/>
            </p:nvSpPr>
            <p:spPr>
              <a:xfrm>
                <a:off x="4071782" y="1719228"/>
                <a:ext cx="70319" cy="49354"/>
              </a:xfrm>
              <a:custGeom>
                <a:rect b="b" l="l" r="r" t="t"/>
                <a:pathLst>
                  <a:path extrusionOk="0" h="791" w="1127">
                    <a:moveTo>
                      <a:pt x="1127" y="0"/>
                    </a:moveTo>
                    <a:lnTo>
                      <a:pt x="0" y="340"/>
                    </a:lnTo>
                    <a:lnTo>
                      <a:pt x="271" y="790"/>
                    </a:lnTo>
                    <a:lnTo>
                      <a:pt x="1127" y="300"/>
                    </a:lnTo>
                    <a:lnTo>
                      <a:pt x="1127" y="0"/>
                    </a:lnTo>
                    <a:close/>
                  </a:path>
                </a:pathLst>
              </a:custGeom>
              <a:solidFill>
                <a:srgbClr val="87878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80" name="Google Shape;1180;p34"/>
              <p:cNvSpPr/>
              <p:nvPr/>
            </p:nvSpPr>
            <p:spPr>
              <a:xfrm>
                <a:off x="3960594" y="1645477"/>
                <a:ext cx="181507" cy="104324"/>
              </a:xfrm>
              <a:custGeom>
                <a:rect b="b" l="l" r="r" t="t"/>
                <a:pathLst>
                  <a:path extrusionOk="0" h="1672" w="2909">
                    <a:moveTo>
                      <a:pt x="855" y="1"/>
                    </a:moveTo>
                    <a:lnTo>
                      <a:pt x="0" y="490"/>
                    </a:lnTo>
                    <a:lnTo>
                      <a:pt x="0" y="1182"/>
                    </a:lnTo>
                    <a:lnTo>
                      <a:pt x="855" y="1672"/>
                    </a:lnTo>
                    <a:lnTo>
                      <a:pt x="2053" y="1672"/>
                    </a:lnTo>
                    <a:lnTo>
                      <a:pt x="2909" y="1182"/>
                    </a:lnTo>
                    <a:lnTo>
                      <a:pt x="2909" y="490"/>
                    </a:lnTo>
                    <a:lnTo>
                      <a:pt x="2053" y="1"/>
                    </a:lnTo>
                    <a:close/>
                  </a:path>
                </a:pathLst>
              </a:custGeom>
              <a:solidFill>
                <a:srgbClr val="F5F5F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81" name="Google Shape;1181;p34"/>
              <p:cNvSpPr/>
              <p:nvPr/>
            </p:nvSpPr>
            <p:spPr>
              <a:xfrm>
                <a:off x="3988485" y="1660764"/>
                <a:ext cx="125726" cy="34879"/>
              </a:xfrm>
              <a:custGeom>
                <a:rect b="b" l="l" r="r" t="t"/>
                <a:pathLst>
                  <a:path extrusionOk="0" h="559" w="2015">
                    <a:moveTo>
                      <a:pt x="585" y="0"/>
                    </a:moveTo>
                    <a:lnTo>
                      <a:pt x="0" y="340"/>
                    </a:lnTo>
                    <a:lnTo>
                      <a:pt x="0" y="559"/>
                    </a:lnTo>
                    <a:lnTo>
                      <a:pt x="2014" y="559"/>
                    </a:lnTo>
                    <a:lnTo>
                      <a:pt x="2014" y="340"/>
                    </a:lnTo>
                    <a:lnTo>
                      <a:pt x="1430" y="0"/>
                    </a:lnTo>
                    <a:close/>
                  </a:path>
                </a:pathLst>
              </a:custGeom>
              <a:solidFill>
                <a:srgbClr val="A39C9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82" name="Google Shape;1182;p34"/>
              <p:cNvSpPr/>
              <p:nvPr/>
            </p:nvSpPr>
            <p:spPr>
              <a:xfrm>
                <a:off x="3988485" y="1674179"/>
                <a:ext cx="125726" cy="58714"/>
              </a:xfrm>
              <a:custGeom>
                <a:rect b="b" l="l" r="r" t="t"/>
                <a:pathLst>
                  <a:path extrusionOk="0" h="941" w="2015">
                    <a:moveTo>
                      <a:pt x="585" y="1"/>
                    </a:moveTo>
                    <a:lnTo>
                      <a:pt x="0" y="344"/>
                    </a:lnTo>
                    <a:lnTo>
                      <a:pt x="0" y="601"/>
                    </a:lnTo>
                    <a:lnTo>
                      <a:pt x="585" y="941"/>
                    </a:lnTo>
                    <a:lnTo>
                      <a:pt x="1430" y="941"/>
                    </a:lnTo>
                    <a:lnTo>
                      <a:pt x="2014" y="601"/>
                    </a:lnTo>
                    <a:lnTo>
                      <a:pt x="2014" y="344"/>
                    </a:lnTo>
                    <a:lnTo>
                      <a:pt x="1430" y="1"/>
                    </a:lnTo>
                    <a:close/>
                  </a:path>
                </a:pathLst>
              </a:custGeom>
              <a:solidFill>
                <a:srgbClr val="5E4439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83" name="Google Shape;1183;p34"/>
              <p:cNvSpPr/>
              <p:nvPr/>
            </p:nvSpPr>
            <p:spPr>
              <a:xfrm>
                <a:off x="4007203" y="1749739"/>
                <a:ext cx="81550" cy="18843"/>
              </a:xfrm>
              <a:custGeom>
                <a:rect b="b" l="l" r="r" t="t"/>
                <a:pathLst>
                  <a:path extrusionOk="0" h="302" w="1307">
                    <a:moveTo>
                      <a:pt x="108" y="1"/>
                    </a:moveTo>
                    <a:lnTo>
                      <a:pt x="1" y="43"/>
                    </a:lnTo>
                    <a:lnTo>
                      <a:pt x="108" y="301"/>
                    </a:lnTo>
                    <a:lnTo>
                      <a:pt x="1306" y="301"/>
                    </a:lnTo>
                    <a:lnTo>
                      <a:pt x="1306" y="1"/>
                    </a:lnTo>
                    <a:close/>
                  </a:path>
                </a:pathLst>
              </a:custGeom>
              <a:solidFill>
                <a:srgbClr val="87878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84" name="Google Shape;1184;p34"/>
              <p:cNvSpPr/>
              <p:nvPr/>
            </p:nvSpPr>
            <p:spPr>
              <a:xfrm>
                <a:off x="3960594" y="1719228"/>
                <a:ext cx="53410" cy="49354"/>
              </a:xfrm>
              <a:custGeom>
                <a:rect b="b" l="l" r="r" t="t"/>
                <a:pathLst>
                  <a:path extrusionOk="0" h="791" w="856">
                    <a:moveTo>
                      <a:pt x="0" y="0"/>
                    </a:moveTo>
                    <a:lnTo>
                      <a:pt x="0" y="300"/>
                    </a:lnTo>
                    <a:lnTo>
                      <a:pt x="855" y="790"/>
                    </a:lnTo>
                    <a:lnTo>
                      <a:pt x="855" y="49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87878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85" name="Google Shape;1185;p34"/>
              <p:cNvSpPr/>
              <p:nvPr/>
            </p:nvSpPr>
            <p:spPr>
              <a:xfrm>
                <a:off x="3975007" y="1653027"/>
                <a:ext cx="152868" cy="87415"/>
              </a:xfrm>
              <a:custGeom>
                <a:rect b="b" l="l" r="r" t="t"/>
                <a:pathLst>
                  <a:path extrusionOk="0" h="1401" w="2450">
                    <a:moveTo>
                      <a:pt x="719" y="0"/>
                    </a:moveTo>
                    <a:lnTo>
                      <a:pt x="1" y="408"/>
                    </a:lnTo>
                    <a:lnTo>
                      <a:pt x="1" y="993"/>
                    </a:lnTo>
                    <a:lnTo>
                      <a:pt x="719" y="1401"/>
                    </a:lnTo>
                    <a:lnTo>
                      <a:pt x="1728" y="1401"/>
                    </a:lnTo>
                    <a:lnTo>
                      <a:pt x="2449" y="993"/>
                    </a:lnTo>
                    <a:lnTo>
                      <a:pt x="2449" y="408"/>
                    </a:lnTo>
                    <a:lnTo>
                      <a:pt x="1728" y="0"/>
                    </a:lnTo>
                    <a:close/>
                  </a:path>
                </a:pathLst>
              </a:custGeom>
              <a:solidFill>
                <a:srgbClr val="2D2C3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86" name="Google Shape;1186;p34"/>
              <p:cNvSpPr/>
              <p:nvPr/>
            </p:nvSpPr>
            <p:spPr>
              <a:xfrm>
                <a:off x="4043642" y="1527550"/>
                <a:ext cx="16160" cy="201910"/>
              </a:xfrm>
              <a:custGeom>
                <a:rect b="b" l="l" r="r" t="t"/>
                <a:pathLst>
                  <a:path extrusionOk="0" h="3236" w="259">
                    <a:moveTo>
                      <a:pt x="1" y="1"/>
                    </a:moveTo>
                    <a:lnTo>
                      <a:pt x="1" y="3235"/>
                    </a:lnTo>
                    <a:lnTo>
                      <a:pt x="259" y="3235"/>
                    </a:lnTo>
                    <a:lnTo>
                      <a:pt x="259" y="1"/>
                    </a:lnTo>
                    <a:close/>
                  </a:path>
                </a:pathLst>
              </a:custGeom>
              <a:solidFill>
                <a:srgbClr val="50505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87" name="Google Shape;1187;p34"/>
              <p:cNvSpPr/>
              <p:nvPr/>
            </p:nvSpPr>
            <p:spPr>
              <a:xfrm>
                <a:off x="4059740" y="1520625"/>
                <a:ext cx="11106" cy="208836"/>
              </a:xfrm>
              <a:custGeom>
                <a:rect b="b" l="l" r="r" t="t"/>
                <a:pathLst>
                  <a:path extrusionOk="0" h="3347" w="178">
                    <a:moveTo>
                      <a:pt x="177" y="1"/>
                    </a:moveTo>
                    <a:lnTo>
                      <a:pt x="1" y="112"/>
                    </a:lnTo>
                    <a:lnTo>
                      <a:pt x="1" y="3346"/>
                    </a:lnTo>
                    <a:lnTo>
                      <a:pt x="177" y="3252"/>
                    </a:lnTo>
                    <a:lnTo>
                      <a:pt x="177" y="1"/>
                    </a:lnTo>
                    <a:close/>
                  </a:path>
                </a:pathLst>
              </a:custGeom>
              <a:solidFill>
                <a:srgbClr val="50505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88" name="Google Shape;1188;p34"/>
              <p:cNvSpPr/>
              <p:nvPr/>
            </p:nvSpPr>
            <p:spPr>
              <a:xfrm>
                <a:off x="4031849" y="1520625"/>
                <a:ext cx="11855" cy="208836"/>
              </a:xfrm>
              <a:custGeom>
                <a:rect b="b" l="l" r="r" t="t"/>
                <a:pathLst>
                  <a:path extrusionOk="0" h="3347" w="190">
                    <a:moveTo>
                      <a:pt x="1" y="1"/>
                    </a:moveTo>
                    <a:lnTo>
                      <a:pt x="1" y="3252"/>
                    </a:lnTo>
                    <a:lnTo>
                      <a:pt x="190" y="3346"/>
                    </a:lnTo>
                    <a:lnTo>
                      <a:pt x="190" y="112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rgbClr val="50505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89" name="Google Shape;1189;p34"/>
              <p:cNvSpPr/>
              <p:nvPr/>
            </p:nvSpPr>
            <p:spPr>
              <a:xfrm>
                <a:off x="4031849" y="1504527"/>
                <a:ext cx="38997" cy="23086"/>
              </a:xfrm>
              <a:custGeom>
                <a:rect b="b" l="l" r="r" t="t"/>
                <a:pathLst>
                  <a:path extrusionOk="0" h="370" w="625">
                    <a:moveTo>
                      <a:pt x="190" y="1"/>
                    </a:moveTo>
                    <a:lnTo>
                      <a:pt x="1" y="109"/>
                    </a:lnTo>
                    <a:lnTo>
                      <a:pt x="1" y="259"/>
                    </a:lnTo>
                    <a:lnTo>
                      <a:pt x="190" y="370"/>
                    </a:lnTo>
                    <a:lnTo>
                      <a:pt x="448" y="370"/>
                    </a:lnTo>
                    <a:lnTo>
                      <a:pt x="624" y="259"/>
                    </a:lnTo>
                    <a:lnTo>
                      <a:pt x="624" y="109"/>
                    </a:lnTo>
                    <a:lnTo>
                      <a:pt x="448" y="1"/>
                    </a:lnTo>
                    <a:close/>
                  </a:path>
                </a:pathLst>
              </a:custGeom>
              <a:solidFill>
                <a:srgbClr val="50505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90" name="Google Shape;1190;p34"/>
              <p:cNvSpPr/>
              <p:nvPr/>
            </p:nvSpPr>
            <p:spPr>
              <a:xfrm>
                <a:off x="3918041" y="762837"/>
                <a:ext cx="267425" cy="789234"/>
              </a:xfrm>
              <a:custGeom>
                <a:rect b="b" l="l" r="r" t="t"/>
                <a:pathLst>
                  <a:path extrusionOk="0" h="12649" w="4286">
                    <a:moveTo>
                      <a:pt x="2138" y="0"/>
                    </a:moveTo>
                    <a:lnTo>
                      <a:pt x="0" y="10896"/>
                    </a:lnTo>
                    <a:lnTo>
                      <a:pt x="0" y="11914"/>
                    </a:lnTo>
                    <a:lnTo>
                      <a:pt x="1253" y="12648"/>
                    </a:lnTo>
                    <a:lnTo>
                      <a:pt x="3019" y="12648"/>
                    </a:lnTo>
                    <a:lnTo>
                      <a:pt x="4286" y="11914"/>
                    </a:lnTo>
                    <a:lnTo>
                      <a:pt x="4286" y="10896"/>
                    </a:lnTo>
                    <a:lnTo>
                      <a:pt x="2138" y="0"/>
                    </a:lnTo>
                    <a:close/>
                  </a:path>
                </a:pathLst>
              </a:custGeom>
              <a:solidFill>
                <a:srgbClr val="7FA31D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91" name="Google Shape;1191;p34"/>
              <p:cNvSpPr/>
              <p:nvPr/>
            </p:nvSpPr>
            <p:spPr>
              <a:xfrm>
                <a:off x="3996222" y="762837"/>
                <a:ext cx="189244" cy="789234"/>
              </a:xfrm>
              <a:custGeom>
                <a:rect b="b" l="l" r="r" t="t"/>
                <a:pathLst>
                  <a:path extrusionOk="0" h="12649" w="3033">
                    <a:moveTo>
                      <a:pt x="885" y="0"/>
                    </a:moveTo>
                    <a:lnTo>
                      <a:pt x="0" y="12648"/>
                    </a:lnTo>
                    <a:lnTo>
                      <a:pt x="1766" y="12648"/>
                    </a:lnTo>
                    <a:lnTo>
                      <a:pt x="3033" y="11914"/>
                    </a:lnTo>
                    <a:lnTo>
                      <a:pt x="3033" y="10896"/>
                    </a:lnTo>
                    <a:lnTo>
                      <a:pt x="885" y="0"/>
                    </a:lnTo>
                    <a:close/>
                  </a:path>
                </a:pathLst>
              </a:custGeom>
              <a:solidFill>
                <a:srgbClr val="2D2C37">
                  <a:alpha val="3354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92" name="Google Shape;1192;p34"/>
              <p:cNvSpPr/>
              <p:nvPr/>
            </p:nvSpPr>
            <p:spPr>
              <a:xfrm>
                <a:off x="5250361" y="2408381"/>
                <a:ext cx="70506" cy="49167"/>
              </a:xfrm>
              <a:custGeom>
                <a:rect b="b" l="l" r="r" t="t"/>
                <a:pathLst>
                  <a:path extrusionOk="0" h="788" w="1130">
                    <a:moveTo>
                      <a:pt x="1130" y="1"/>
                    </a:moveTo>
                    <a:lnTo>
                      <a:pt x="0" y="353"/>
                    </a:lnTo>
                    <a:lnTo>
                      <a:pt x="271" y="787"/>
                    </a:lnTo>
                    <a:lnTo>
                      <a:pt x="1130" y="298"/>
                    </a:lnTo>
                    <a:lnTo>
                      <a:pt x="1130" y="1"/>
                    </a:lnTo>
                    <a:close/>
                  </a:path>
                </a:pathLst>
              </a:custGeom>
              <a:solidFill>
                <a:srgbClr val="87878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93" name="Google Shape;1193;p34"/>
              <p:cNvSpPr/>
              <p:nvPr/>
            </p:nvSpPr>
            <p:spPr>
              <a:xfrm>
                <a:off x="5139173" y="2334442"/>
                <a:ext cx="181694" cy="105385"/>
              </a:xfrm>
              <a:custGeom>
                <a:rect b="b" l="l" r="r" t="t"/>
                <a:pathLst>
                  <a:path extrusionOk="0" h="1689" w="2912">
                    <a:moveTo>
                      <a:pt x="859" y="1"/>
                    </a:moveTo>
                    <a:lnTo>
                      <a:pt x="0" y="490"/>
                    </a:lnTo>
                    <a:lnTo>
                      <a:pt x="0" y="1186"/>
                    </a:lnTo>
                    <a:lnTo>
                      <a:pt x="859" y="1688"/>
                    </a:lnTo>
                    <a:lnTo>
                      <a:pt x="2053" y="1688"/>
                    </a:lnTo>
                    <a:lnTo>
                      <a:pt x="2912" y="1186"/>
                    </a:lnTo>
                    <a:lnTo>
                      <a:pt x="2912" y="490"/>
                    </a:lnTo>
                    <a:lnTo>
                      <a:pt x="2053" y="1"/>
                    </a:lnTo>
                    <a:close/>
                  </a:path>
                </a:pathLst>
              </a:custGeom>
              <a:solidFill>
                <a:srgbClr val="F5F5F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94" name="Google Shape;1194;p34"/>
              <p:cNvSpPr/>
              <p:nvPr/>
            </p:nvSpPr>
            <p:spPr>
              <a:xfrm>
                <a:off x="5167251" y="2349729"/>
                <a:ext cx="125539" cy="34879"/>
              </a:xfrm>
              <a:custGeom>
                <a:rect b="b" l="l" r="r" t="t"/>
                <a:pathLst>
                  <a:path extrusionOk="0" h="559" w="2012">
                    <a:moveTo>
                      <a:pt x="585" y="1"/>
                    </a:moveTo>
                    <a:lnTo>
                      <a:pt x="1" y="340"/>
                    </a:lnTo>
                    <a:lnTo>
                      <a:pt x="1" y="559"/>
                    </a:lnTo>
                    <a:lnTo>
                      <a:pt x="2011" y="559"/>
                    </a:lnTo>
                    <a:lnTo>
                      <a:pt x="2011" y="340"/>
                    </a:lnTo>
                    <a:lnTo>
                      <a:pt x="1427" y="1"/>
                    </a:lnTo>
                    <a:close/>
                  </a:path>
                </a:pathLst>
              </a:custGeom>
              <a:solidFill>
                <a:srgbClr val="A39C9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95" name="Google Shape;1195;p34"/>
              <p:cNvSpPr/>
              <p:nvPr/>
            </p:nvSpPr>
            <p:spPr>
              <a:xfrm>
                <a:off x="5167251" y="2364205"/>
                <a:ext cx="125539" cy="57715"/>
              </a:xfrm>
              <a:custGeom>
                <a:rect b="b" l="l" r="r" t="t"/>
                <a:pathLst>
                  <a:path extrusionOk="0" h="925" w="2012">
                    <a:moveTo>
                      <a:pt x="585" y="0"/>
                    </a:moveTo>
                    <a:lnTo>
                      <a:pt x="1" y="327"/>
                    </a:lnTo>
                    <a:lnTo>
                      <a:pt x="1" y="585"/>
                    </a:lnTo>
                    <a:lnTo>
                      <a:pt x="585" y="924"/>
                    </a:lnTo>
                    <a:lnTo>
                      <a:pt x="1427" y="924"/>
                    </a:lnTo>
                    <a:lnTo>
                      <a:pt x="2011" y="585"/>
                    </a:lnTo>
                    <a:lnTo>
                      <a:pt x="2011" y="327"/>
                    </a:lnTo>
                    <a:lnTo>
                      <a:pt x="1427" y="0"/>
                    </a:lnTo>
                    <a:close/>
                  </a:path>
                </a:pathLst>
              </a:custGeom>
              <a:solidFill>
                <a:srgbClr val="5E4439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96" name="Google Shape;1196;p34"/>
              <p:cNvSpPr/>
              <p:nvPr/>
            </p:nvSpPr>
            <p:spPr>
              <a:xfrm>
                <a:off x="5185782" y="2439765"/>
                <a:ext cx="81550" cy="17783"/>
              </a:xfrm>
              <a:custGeom>
                <a:rect b="b" l="l" r="r" t="t"/>
                <a:pathLst>
                  <a:path extrusionOk="0" h="285" w="1307">
                    <a:moveTo>
                      <a:pt x="112" y="0"/>
                    </a:moveTo>
                    <a:lnTo>
                      <a:pt x="1" y="26"/>
                    </a:lnTo>
                    <a:lnTo>
                      <a:pt x="112" y="284"/>
                    </a:lnTo>
                    <a:lnTo>
                      <a:pt x="1306" y="284"/>
                    </a:lnTo>
                    <a:lnTo>
                      <a:pt x="1306" y="0"/>
                    </a:lnTo>
                    <a:close/>
                  </a:path>
                </a:pathLst>
              </a:custGeom>
              <a:solidFill>
                <a:srgbClr val="87878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97" name="Google Shape;1197;p34"/>
              <p:cNvSpPr/>
              <p:nvPr/>
            </p:nvSpPr>
            <p:spPr>
              <a:xfrm>
                <a:off x="5139173" y="2408381"/>
                <a:ext cx="53597" cy="49167"/>
              </a:xfrm>
              <a:custGeom>
                <a:rect b="b" l="l" r="r" t="t"/>
                <a:pathLst>
                  <a:path extrusionOk="0" h="788" w="859">
                    <a:moveTo>
                      <a:pt x="0" y="1"/>
                    </a:moveTo>
                    <a:lnTo>
                      <a:pt x="0" y="298"/>
                    </a:lnTo>
                    <a:lnTo>
                      <a:pt x="859" y="787"/>
                    </a:lnTo>
                    <a:lnTo>
                      <a:pt x="859" y="503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87878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98" name="Google Shape;1198;p34"/>
              <p:cNvSpPr/>
              <p:nvPr/>
            </p:nvSpPr>
            <p:spPr>
              <a:xfrm>
                <a:off x="5153586" y="2342179"/>
                <a:ext cx="152805" cy="88289"/>
              </a:xfrm>
              <a:custGeom>
                <a:rect b="b" l="l" r="r" t="t"/>
                <a:pathLst>
                  <a:path extrusionOk="0" h="1415" w="2449">
                    <a:moveTo>
                      <a:pt x="722" y="1"/>
                    </a:moveTo>
                    <a:lnTo>
                      <a:pt x="1" y="409"/>
                    </a:lnTo>
                    <a:lnTo>
                      <a:pt x="1" y="993"/>
                    </a:lnTo>
                    <a:lnTo>
                      <a:pt x="722" y="1414"/>
                    </a:lnTo>
                    <a:lnTo>
                      <a:pt x="1728" y="1414"/>
                    </a:lnTo>
                    <a:lnTo>
                      <a:pt x="2449" y="993"/>
                    </a:lnTo>
                    <a:lnTo>
                      <a:pt x="2449" y="409"/>
                    </a:lnTo>
                    <a:lnTo>
                      <a:pt x="1728" y="1"/>
                    </a:lnTo>
                    <a:close/>
                  </a:path>
                </a:pathLst>
              </a:custGeom>
              <a:solidFill>
                <a:srgbClr val="2D2C3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99" name="Google Shape;1199;p34"/>
              <p:cNvSpPr/>
              <p:nvPr/>
            </p:nvSpPr>
            <p:spPr>
              <a:xfrm>
                <a:off x="5221410" y="2216516"/>
                <a:ext cx="16410" cy="202909"/>
              </a:xfrm>
              <a:custGeom>
                <a:rect b="b" l="l" r="r" t="t"/>
                <a:pathLst>
                  <a:path extrusionOk="0" h="3252" w="263">
                    <a:moveTo>
                      <a:pt x="1" y="1"/>
                    </a:moveTo>
                    <a:lnTo>
                      <a:pt x="1" y="3252"/>
                    </a:lnTo>
                    <a:lnTo>
                      <a:pt x="262" y="3252"/>
                    </a:lnTo>
                    <a:lnTo>
                      <a:pt x="262" y="1"/>
                    </a:lnTo>
                    <a:close/>
                  </a:path>
                </a:pathLst>
              </a:custGeom>
              <a:solidFill>
                <a:srgbClr val="50505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00" name="Google Shape;1200;p34"/>
              <p:cNvSpPr/>
              <p:nvPr/>
            </p:nvSpPr>
            <p:spPr>
              <a:xfrm>
                <a:off x="5237757" y="2209840"/>
                <a:ext cx="11855" cy="209585"/>
              </a:xfrm>
              <a:custGeom>
                <a:rect b="b" l="l" r="r" t="t"/>
                <a:pathLst>
                  <a:path extrusionOk="0" h="3359" w="190">
                    <a:moveTo>
                      <a:pt x="189" y="0"/>
                    </a:moveTo>
                    <a:lnTo>
                      <a:pt x="0" y="108"/>
                    </a:lnTo>
                    <a:lnTo>
                      <a:pt x="0" y="3359"/>
                    </a:lnTo>
                    <a:lnTo>
                      <a:pt x="189" y="3248"/>
                    </a:lnTo>
                    <a:lnTo>
                      <a:pt x="189" y="0"/>
                    </a:lnTo>
                    <a:close/>
                  </a:path>
                </a:pathLst>
              </a:custGeom>
              <a:solidFill>
                <a:srgbClr val="50505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01" name="Google Shape;1201;p34"/>
              <p:cNvSpPr/>
              <p:nvPr/>
            </p:nvSpPr>
            <p:spPr>
              <a:xfrm>
                <a:off x="5210428" y="2209840"/>
                <a:ext cx="11044" cy="209585"/>
              </a:xfrm>
              <a:custGeom>
                <a:rect b="b" l="l" r="r" t="t"/>
                <a:pathLst>
                  <a:path extrusionOk="0" h="3359" w="177">
                    <a:moveTo>
                      <a:pt x="1" y="0"/>
                    </a:moveTo>
                    <a:lnTo>
                      <a:pt x="1" y="3248"/>
                    </a:lnTo>
                    <a:lnTo>
                      <a:pt x="177" y="3359"/>
                    </a:lnTo>
                    <a:lnTo>
                      <a:pt x="177" y="108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rgbClr val="50505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02" name="Google Shape;1202;p34"/>
              <p:cNvSpPr/>
              <p:nvPr/>
            </p:nvSpPr>
            <p:spPr>
              <a:xfrm>
                <a:off x="5210428" y="2194553"/>
                <a:ext cx="39184" cy="22025"/>
              </a:xfrm>
              <a:custGeom>
                <a:rect b="b" l="l" r="r" t="t"/>
                <a:pathLst>
                  <a:path extrusionOk="0" h="353" w="628">
                    <a:moveTo>
                      <a:pt x="177" y="0"/>
                    </a:moveTo>
                    <a:lnTo>
                      <a:pt x="1" y="95"/>
                    </a:lnTo>
                    <a:lnTo>
                      <a:pt x="1" y="245"/>
                    </a:lnTo>
                    <a:lnTo>
                      <a:pt x="177" y="353"/>
                    </a:lnTo>
                    <a:lnTo>
                      <a:pt x="438" y="353"/>
                    </a:lnTo>
                    <a:lnTo>
                      <a:pt x="627" y="245"/>
                    </a:lnTo>
                    <a:lnTo>
                      <a:pt x="627" y="95"/>
                    </a:lnTo>
                    <a:lnTo>
                      <a:pt x="438" y="0"/>
                    </a:lnTo>
                    <a:close/>
                  </a:path>
                </a:pathLst>
              </a:custGeom>
              <a:solidFill>
                <a:srgbClr val="50505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03" name="Google Shape;1203;p34"/>
              <p:cNvSpPr/>
              <p:nvPr/>
            </p:nvSpPr>
            <p:spPr>
              <a:xfrm>
                <a:off x="5095996" y="1451990"/>
                <a:ext cx="267238" cy="789234"/>
              </a:xfrm>
              <a:custGeom>
                <a:rect b="b" l="l" r="r" t="t"/>
                <a:pathLst>
                  <a:path extrusionOk="0" h="12649" w="4283">
                    <a:moveTo>
                      <a:pt x="2148" y="1"/>
                    </a:moveTo>
                    <a:lnTo>
                      <a:pt x="0" y="10893"/>
                    </a:lnTo>
                    <a:lnTo>
                      <a:pt x="0" y="11914"/>
                    </a:lnTo>
                    <a:lnTo>
                      <a:pt x="1263" y="12649"/>
                    </a:lnTo>
                    <a:lnTo>
                      <a:pt x="3033" y="12649"/>
                    </a:lnTo>
                    <a:lnTo>
                      <a:pt x="4283" y="11914"/>
                    </a:lnTo>
                    <a:lnTo>
                      <a:pt x="4283" y="10893"/>
                    </a:lnTo>
                    <a:lnTo>
                      <a:pt x="2148" y="1"/>
                    </a:lnTo>
                    <a:close/>
                  </a:path>
                </a:pathLst>
              </a:custGeom>
              <a:solidFill>
                <a:srgbClr val="7FA31D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04" name="Google Shape;1204;p34"/>
              <p:cNvSpPr/>
              <p:nvPr/>
            </p:nvSpPr>
            <p:spPr>
              <a:xfrm>
                <a:off x="5174801" y="1451990"/>
                <a:ext cx="188433" cy="789234"/>
              </a:xfrm>
              <a:custGeom>
                <a:rect b="b" l="l" r="r" t="t"/>
                <a:pathLst>
                  <a:path extrusionOk="0" h="12649" w="3020">
                    <a:moveTo>
                      <a:pt x="885" y="1"/>
                    </a:moveTo>
                    <a:lnTo>
                      <a:pt x="0" y="12649"/>
                    </a:lnTo>
                    <a:lnTo>
                      <a:pt x="1770" y="12649"/>
                    </a:lnTo>
                    <a:lnTo>
                      <a:pt x="3020" y="11914"/>
                    </a:lnTo>
                    <a:lnTo>
                      <a:pt x="3020" y="10893"/>
                    </a:lnTo>
                    <a:lnTo>
                      <a:pt x="885" y="1"/>
                    </a:lnTo>
                    <a:close/>
                  </a:path>
                </a:pathLst>
              </a:custGeom>
              <a:solidFill>
                <a:srgbClr val="2D2C37">
                  <a:alpha val="3354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05" name="Google Shape;1205;p34"/>
              <p:cNvSpPr/>
              <p:nvPr/>
            </p:nvSpPr>
            <p:spPr>
              <a:xfrm>
                <a:off x="2664712" y="2199607"/>
                <a:ext cx="348913" cy="202721"/>
              </a:xfrm>
              <a:custGeom>
                <a:rect b="b" l="l" r="r" t="t"/>
                <a:pathLst>
                  <a:path extrusionOk="0" h="3249" w="5592">
                    <a:moveTo>
                      <a:pt x="395" y="1"/>
                    </a:moveTo>
                    <a:lnTo>
                      <a:pt x="0" y="229"/>
                    </a:lnTo>
                    <a:lnTo>
                      <a:pt x="5197" y="3249"/>
                    </a:lnTo>
                    <a:lnTo>
                      <a:pt x="5591" y="3020"/>
                    </a:lnTo>
                    <a:lnTo>
                      <a:pt x="395" y="1"/>
                    </a:lnTo>
                    <a:close/>
                  </a:path>
                </a:pathLst>
              </a:custGeom>
              <a:solidFill>
                <a:srgbClr val="F5F5F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06" name="Google Shape;1206;p34"/>
              <p:cNvSpPr/>
              <p:nvPr/>
            </p:nvSpPr>
            <p:spPr>
              <a:xfrm>
                <a:off x="3374268" y="2612038"/>
                <a:ext cx="348726" cy="202721"/>
              </a:xfrm>
              <a:custGeom>
                <a:rect b="b" l="l" r="r" t="t"/>
                <a:pathLst>
                  <a:path extrusionOk="0" h="3249" w="5589">
                    <a:moveTo>
                      <a:pt x="392" y="1"/>
                    </a:moveTo>
                    <a:lnTo>
                      <a:pt x="0" y="229"/>
                    </a:lnTo>
                    <a:lnTo>
                      <a:pt x="5193" y="3248"/>
                    </a:lnTo>
                    <a:lnTo>
                      <a:pt x="5588" y="3020"/>
                    </a:lnTo>
                    <a:lnTo>
                      <a:pt x="392" y="1"/>
                    </a:lnTo>
                    <a:close/>
                  </a:path>
                </a:pathLst>
              </a:custGeom>
              <a:solidFill>
                <a:srgbClr val="F5F5F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07" name="Google Shape;1207;p34"/>
              <p:cNvSpPr/>
              <p:nvPr/>
            </p:nvSpPr>
            <p:spPr>
              <a:xfrm>
                <a:off x="4083575" y="3024469"/>
                <a:ext cx="348726" cy="202659"/>
              </a:xfrm>
              <a:custGeom>
                <a:rect b="b" l="l" r="r" t="t"/>
                <a:pathLst>
                  <a:path extrusionOk="0" h="3248" w="5589">
                    <a:moveTo>
                      <a:pt x="396" y="0"/>
                    </a:moveTo>
                    <a:lnTo>
                      <a:pt x="1" y="229"/>
                    </a:lnTo>
                    <a:lnTo>
                      <a:pt x="5197" y="3248"/>
                    </a:lnTo>
                    <a:lnTo>
                      <a:pt x="5589" y="3019"/>
                    </a:lnTo>
                    <a:lnTo>
                      <a:pt x="396" y="0"/>
                    </a:lnTo>
                    <a:close/>
                  </a:path>
                </a:pathLst>
              </a:custGeom>
              <a:solidFill>
                <a:srgbClr val="F5F5F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08" name="Google Shape;1208;p34"/>
              <p:cNvSpPr/>
              <p:nvPr/>
            </p:nvSpPr>
            <p:spPr>
              <a:xfrm>
                <a:off x="4792943" y="3436837"/>
                <a:ext cx="348913" cy="202721"/>
              </a:xfrm>
              <a:custGeom>
                <a:rect b="b" l="l" r="r" t="t"/>
                <a:pathLst>
                  <a:path extrusionOk="0" h="3249" w="5592">
                    <a:moveTo>
                      <a:pt x="395" y="1"/>
                    </a:moveTo>
                    <a:lnTo>
                      <a:pt x="0" y="229"/>
                    </a:lnTo>
                    <a:lnTo>
                      <a:pt x="5197" y="3249"/>
                    </a:lnTo>
                    <a:lnTo>
                      <a:pt x="5592" y="3020"/>
                    </a:lnTo>
                    <a:lnTo>
                      <a:pt x="395" y="1"/>
                    </a:lnTo>
                    <a:close/>
                  </a:path>
                </a:pathLst>
              </a:custGeom>
              <a:solidFill>
                <a:srgbClr val="F5F5F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209" name="Google Shape;1209;p34"/>
            <p:cNvGrpSpPr/>
            <p:nvPr/>
          </p:nvGrpSpPr>
          <p:grpSpPr>
            <a:xfrm>
              <a:off x="5077958" y="2108194"/>
              <a:ext cx="1440145" cy="1120700"/>
              <a:chOff x="4551775" y="1391800"/>
              <a:chExt cx="565450" cy="440025"/>
            </a:xfrm>
          </p:grpSpPr>
          <p:sp>
            <p:nvSpPr>
              <p:cNvPr id="1210" name="Google Shape;1210;p34"/>
              <p:cNvSpPr/>
              <p:nvPr/>
            </p:nvSpPr>
            <p:spPr>
              <a:xfrm>
                <a:off x="4982550" y="1527675"/>
                <a:ext cx="20425" cy="23600"/>
              </a:xfrm>
              <a:custGeom>
                <a:rect b="b" l="l" r="r" t="t"/>
                <a:pathLst>
                  <a:path extrusionOk="0" h="944" w="817">
                    <a:moveTo>
                      <a:pt x="656" y="0"/>
                    </a:moveTo>
                    <a:cubicBezTo>
                      <a:pt x="646" y="0"/>
                      <a:pt x="636" y="2"/>
                      <a:pt x="624" y="7"/>
                    </a:cubicBezTo>
                    <a:cubicBezTo>
                      <a:pt x="542" y="7"/>
                      <a:pt x="422" y="89"/>
                      <a:pt x="203" y="222"/>
                    </a:cubicBezTo>
                    <a:cubicBezTo>
                      <a:pt x="121" y="291"/>
                      <a:pt x="40" y="386"/>
                      <a:pt x="14" y="480"/>
                    </a:cubicBezTo>
                    <a:lnTo>
                      <a:pt x="14" y="497"/>
                    </a:lnTo>
                    <a:cubicBezTo>
                      <a:pt x="1" y="510"/>
                      <a:pt x="1" y="523"/>
                      <a:pt x="1" y="536"/>
                    </a:cubicBezTo>
                    <a:lnTo>
                      <a:pt x="1" y="604"/>
                    </a:lnTo>
                    <a:lnTo>
                      <a:pt x="1" y="699"/>
                    </a:lnTo>
                    <a:cubicBezTo>
                      <a:pt x="1" y="754"/>
                      <a:pt x="1" y="794"/>
                      <a:pt x="14" y="823"/>
                    </a:cubicBezTo>
                    <a:cubicBezTo>
                      <a:pt x="14" y="836"/>
                      <a:pt x="27" y="849"/>
                      <a:pt x="27" y="849"/>
                    </a:cubicBezTo>
                    <a:cubicBezTo>
                      <a:pt x="40" y="862"/>
                      <a:pt x="40" y="862"/>
                      <a:pt x="53" y="875"/>
                    </a:cubicBezTo>
                    <a:cubicBezTo>
                      <a:pt x="82" y="905"/>
                      <a:pt x="134" y="931"/>
                      <a:pt x="203" y="944"/>
                    </a:cubicBezTo>
                    <a:lnTo>
                      <a:pt x="298" y="944"/>
                    </a:lnTo>
                    <a:cubicBezTo>
                      <a:pt x="327" y="944"/>
                      <a:pt x="366" y="931"/>
                      <a:pt x="396" y="918"/>
                    </a:cubicBezTo>
                    <a:cubicBezTo>
                      <a:pt x="396" y="918"/>
                      <a:pt x="409" y="918"/>
                      <a:pt x="409" y="905"/>
                    </a:cubicBezTo>
                    <a:cubicBezTo>
                      <a:pt x="422" y="905"/>
                      <a:pt x="422" y="905"/>
                      <a:pt x="435" y="888"/>
                    </a:cubicBezTo>
                    <a:cubicBezTo>
                      <a:pt x="559" y="807"/>
                      <a:pt x="722" y="660"/>
                      <a:pt x="774" y="536"/>
                    </a:cubicBezTo>
                    <a:cubicBezTo>
                      <a:pt x="787" y="510"/>
                      <a:pt x="804" y="497"/>
                      <a:pt x="804" y="467"/>
                    </a:cubicBezTo>
                    <a:cubicBezTo>
                      <a:pt x="804" y="441"/>
                      <a:pt x="817" y="415"/>
                      <a:pt x="817" y="399"/>
                    </a:cubicBezTo>
                    <a:lnTo>
                      <a:pt x="817" y="372"/>
                    </a:lnTo>
                    <a:lnTo>
                      <a:pt x="817" y="317"/>
                    </a:lnTo>
                    <a:lnTo>
                      <a:pt x="817" y="278"/>
                    </a:lnTo>
                    <a:lnTo>
                      <a:pt x="817" y="252"/>
                    </a:lnTo>
                    <a:cubicBezTo>
                      <a:pt x="817" y="222"/>
                      <a:pt x="804" y="183"/>
                      <a:pt x="804" y="170"/>
                    </a:cubicBezTo>
                    <a:lnTo>
                      <a:pt x="804" y="154"/>
                    </a:lnTo>
                    <a:cubicBezTo>
                      <a:pt x="787" y="102"/>
                      <a:pt x="761" y="59"/>
                      <a:pt x="735" y="33"/>
                    </a:cubicBezTo>
                    <a:cubicBezTo>
                      <a:pt x="704" y="14"/>
                      <a:pt x="682" y="0"/>
                      <a:pt x="656" y="0"/>
                    </a:cubicBezTo>
                    <a:close/>
                  </a:path>
                </a:pathLst>
              </a:custGeom>
              <a:solidFill>
                <a:srgbClr val="E7363C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11" name="Google Shape;1211;p34"/>
              <p:cNvSpPr/>
              <p:nvPr/>
            </p:nvSpPr>
            <p:spPr>
              <a:xfrm>
                <a:off x="4986950" y="1530200"/>
                <a:ext cx="16025" cy="20650"/>
              </a:xfrm>
              <a:custGeom>
                <a:rect b="b" l="l" r="r" t="t"/>
                <a:pathLst>
                  <a:path extrusionOk="0" h="826" w="641">
                    <a:moveTo>
                      <a:pt x="530" y="1"/>
                    </a:moveTo>
                    <a:cubicBezTo>
                      <a:pt x="464" y="14"/>
                      <a:pt x="340" y="69"/>
                      <a:pt x="259" y="134"/>
                    </a:cubicBezTo>
                    <a:cubicBezTo>
                      <a:pt x="151" y="232"/>
                      <a:pt x="1" y="327"/>
                      <a:pt x="1" y="529"/>
                    </a:cubicBezTo>
                    <a:lnTo>
                      <a:pt x="1" y="559"/>
                    </a:lnTo>
                    <a:cubicBezTo>
                      <a:pt x="1" y="624"/>
                      <a:pt x="1" y="679"/>
                      <a:pt x="27" y="722"/>
                    </a:cubicBezTo>
                    <a:lnTo>
                      <a:pt x="27" y="735"/>
                    </a:lnTo>
                    <a:cubicBezTo>
                      <a:pt x="40" y="774"/>
                      <a:pt x="69" y="804"/>
                      <a:pt x="95" y="817"/>
                    </a:cubicBezTo>
                    <a:cubicBezTo>
                      <a:pt x="113" y="822"/>
                      <a:pt x="130" y="825"/>
                      <a:pt x="148" y="825"/>
                    </a:cubicBezTo>
                    <a:cubicBezTo>
                      <a:pt x="173" y="825"/>
                      <a:pt x="200" y="819"/>
                      <a:pt x="233" y="804"/>
                    </a:cubicBezTo>
                    <a:cubicBezTo>
                      <a:pt x="246" y="804"/>
                      <a:pt x="246" y="804"/>
                      <a:pt x="259" y="787"/>
                    </a:cubicBezTo>
                    <a:cubicBezTo>
                      <a:pt x="409" y="722"/>
                      <a:pt x="546" y="572"/>
                      <a:pt x="598" y="435"/>
                    </a:cubicBezTo>
                    <a:cubicBezTo>
                      <a:pt x="611" y="409"/>
                      <a:pt x="628" y="396"/>
                      <a:pt x="628" y="366"/>
                    </a:cubicBezTo>
                    <a:cubicBezTo>
                      <a:pt x="628" y="340"/>
                      <a:pt x="641" y="327"/>
                      <a:pt x="641" y="298"/>
                    </a:cubicBezTo>
                    <a:lnTo>
                      <a:pt x="641" y="271"/>
                    </a:lnTo>
                    <a:lnTo>
                      <a:pt x="641" y="216"/>
                    </a:lnTo>
                    <a:lnTo>
                      <a:pt x="641" y="177"/>
                    </a:lnTo>
                    <a:lnTo>
                      <a:pt x="641" y="151"/>
                    </a:lnTo>
                    <a:cubicBezTo>
                      <a:pt x="641" y="108"/>
                      <a:pt x="628" y="82"/>
                      <a:pt x="628" y="69"/>
                    </a:cubicBezTo>
                    <a:lnTo>
                      <a:pt x="628" y="53"/>
                    </a:lnTo>
                    <a:cubicBezTo>
                      <a:pt x="611" y="27"/>
                      <a:pt x="598" y="1"/>
                      <a:pt x="572" y="1"/>
                    </a:cubicBezTo>
                    <a:close/>
                  </a:path>
                </a:pathLst>
              </a:custGeom>
              <a:solidFill>
                <a:srgbClr val="E7363C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12" name="Google Shape;1212;p34"/>
              <p:cNvSpPr/>
              <p:nvPr/>
            </p:nvSpPr>
            <p:spPr>
              <a:xfrm>
                <a:off x="4551775" y="1474050"/>
                <a:ext cx="565450" cy="317525"/>
              </a:xfrm>
              <a:custGeom>
                <a:rect b="b" l="l" r="r" t="t"/>
                <a:pathLst>
                  <a:path extrusionOk="0" h="12701" w="22618">
                    <a:moveTo>
                      <a:pt x="4960" y="0"/>
                    </a:moveTo>
                    <a:cubicBezTo>
                      <a:pt x="3732" y="0"/>
                      <a:pt x="176" y="2999"/>
                      <a:pt x="82" y="3523"/>
                    </a:cubicBezTo>
                    <a:cubicBezTo>
                      <a:pt x="1" y="4029"/>
                      <a:pt x="461" y="4313"/>
                      <a:pt x="1127" y="4708"/>
                    </a:cubicBezTo>
                    <a:lnTo>
                      <a:pt x="13667" y="12039"/>
                    </a:lnTo>
                    <a:cubicBezTo>
                      <a:pt x="13667" y="12039"/>
                      <a:pt x="14810" y="12623"/>
                      <a:pt x="15952" y="12691"/>
                    </a:cubicBezTo>
                    <a:cubicBezTo>
                      <a:pt x="16034" y="12697"/>
                      <a:pt x="16114" y="12700"/>
                      <a:pt x="16194" y="12700"/>
                    </a:cubicBezTo>
                    <a:cubicBezTo>
                      <a:pt x="17233" y="12700"/>
                      <a:pt x="18123" y="12232"/>
                      <a:pt x="18769" y="11944"/>
                    </a:cubicBezTo>
                    <a:cubicBezTo>
                      <a:pt x="19461" y="11631"/>
                      <a:pt x="21054" y="10704"/>
                      <a:pt x="21380" y="10394"/>
                    </a:cubicBezTo>
                    <a:cubicBezTo>
                      <a:pt x="21720" y="10093"/>
                      <a:pt x="22617" y="9440"/>
                      <a:pt x="21720" y="8556"/>
                    </a:cubicBezTo>
                    <a:cubicBezTo>
                      <a:pt x="20822" y="7671"/>
                      <a:pt x="6173" y="43"/>
                      <a:pt x="4991" y="1"/>
                    </a:cubicBezTo>
                    <a:cubicBezTo>
                      <a:pt x="4981" y="0"/>
                      <a:pt x="4971" y="0"/>
                      <a:pt x="4960" y="0"/>
                    </a:cubicBezTo>
                    <a:close/>
                  </a:path>
                </a:pathLst>
              </a:custGeom>
              <a:solidFill>
                <a:srgbClr val="2D2C3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13" name="Google Shape;1213;p34"/>
              <p:cNvSpPr/>
              <p:nvPr/>
            </p:nvSpPr>
            <p:spPr>
              <a:xfrm>
                <a:off x="4604425" y="1497225"/>
                <a:ext cx="350900" cy="252250"/>
              </a:xfrm>
              <a:custGeom>
                <a:rect b="b" l="l" r="r" t="t"/>
                <a:pathLst>
                  <a:path extrusionOk="0" h="10090" w="14036">
                    <a:moveTo>
                      <a:pt x="163" y="1"/>
                    </a:moveTo>
                    <a:lnTo>
                      <a:pt x="0" y="2733"/>
                    </a:lnTo>
                    <a:lnTo>
                      <a:pt x="424" y="3360"/>
                    </a:lnTo>
                    <a:lnTo>
                      <a:pt x="1469" y="2625"/>
                    </a:lnTo>
                    <a:lnTo>
                      <a:pt x="6012" y="5713"/>
                    </a:lnTo>
                    <a:lnTo>
                      <a:pt x="10216" y="9235"/>
                    </a:lnTo>
                    <a:lnTo>
                      <a:pt x="11196" y="8621"/>
                    </a:lnTo>
                    <a:lnTo>
                      <a:pt x="13533" y="10090"/>
                    </a:lnTo>
                    <a:lnTo>
                      <a:pt x="14035" y="4979"/>
                    </a:lnTo>
                    <a:lnTo>
                      <a:pt x="163" y="1"/>
                    </a:lnTo>
                    <a:close/>
                  </a:path>
                </a:pathLst>
              </a:custGeom>
              <a:solidFill>
                <a:srgbClr val="38364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14" name="Google Shape;1214;p34"/>
              <p:cNvSpPr/>
              <p:nvPr/>
            </p:nvSpPr>
            <p:spPr>
              <a:xfrm>
                <a:off x="4909100" y="1719200"/>
                <a:ext cx="33000" cy="42200"/>
              </a:xfrm>
              <a:custGeom>
                <a:rect b="b" l="l" r="r" t="t"/>
                <a:pathLst>
                  <a:path extrusionOk="0" h="1688" w="1320">
                    <a:moveTo>
                      <a:pt x="233" y="0"/>
                    </a:moveTo>
                    <a:lnTo>
                      <a:pt x="1" y="287"/>
                    </a:lnTo>
                    <a:lnTo>
                      <a:pt x="1088" y="1688"/>
                    </a:lnTo>
                    <a:lnTo>
                      <a:pt x="1320" y="1404"/>
                    </a:lnTo>
                    <a:lnTo>
                      <a:pt x="233" y="0"/>
                    </a:lnTo>
                    <a:close/>
                  </a:path>
                </a:pathLst>
              </a:custGeom>
              <a:solidFill>
                <a:srgbClr val="FFE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15" name="Google Shape;1215;p34"/>
              <p:cNvSpPr/>
              <p:nvPr/>
            </p:nvSpPr>
            <p:spPr>
              <a:xfrm>
                <a:off x="4906750" y="1720900"/>
                <a:ext cx="32650" cy="42225"/>
              </a:xfrm>
              <a:custGeom>
                <a:rect b="b" l="l" r="r" t="t"/>
                <a:pathLst>
                  <a:path extrusionOk="0" h="1689" w="1306">
                    <a:moveTo>
                      <a:pt x="216" y="1"/>
                    </a:moveTo>
                    <a:lnTo>
                      <a:pt x="0" y="288"/>
                    </a:lnTo>
                    <a:lnTo>
                      <a:pt x="1074" y="1688"/>
                    </a:lnTo>
                    <a:lnTo>
                      <a:pt x="1306" y="1401"/>
                    </a:lnTo>
                    <a:lnTo>
                      <a:pt x="216" y="1"/>
                    </a:lnTo>
                    <a:close/>
                  </a:path>
                </a:pathLst>
              </a:custGeom>
              <a:solidFill>
                <a:srgbClr val="FFBD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16" name="Google Shape;1216;p34"/>
              <p:cNvSpPr/>
              <p:nvPr/>
            </p:nvSpPr>
            <p:spPr>
              <a:xfrm>
                <a:off x="4871000" y="1681825"/>
                <a:ext cx="67350" cy="85375"/>
              </a:xfrm>
              <a:custGeom>
                <a:rect b="b" l="l" r="r" t="t"/>
                <a:pathLst>
                  <a:path extrusionOk="0" h="3415" w="2694">
                    <a:moveTo>
                      <a:pt x="1074" y="0"/>
                    </a:moveTo>
                    <a:lnTo>
                      <a:pt x="1" y="627"/>
                    </a:lnTo>
                    <a:lnTo>
                      <a:pt x="1607" y="3414"/>
                    </a:lnTo>
                    <a:lnTo>
                      <a:pt x="2693" y="2788"/>
                    </a:lnTo>
                    <a:lnTo>
                      <a:pt x="2341" y="872"/>
                    </a:lnTo>
                    <a:lnTo>
                      <a:pt x="1074" y="0"/>
                    </a:lnTo>
                    <a:close/>
                  </a:path>
                </a:pathLst>
              </a:custGeom>
              <a:solidFill>
                <a:srgbClr val="2D2C3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17" name="Google Shape;1217;p34"/>
              <p:cNvSpPr/>
              <p:nvPr/>
            </p:nvSpPr>
            <p:spPr>
              <a:xfrm>
                <a:off x="4862200" y="1695825"/>
                <a:ext cx="57125" cy="73600"/>
              </a:xfrm>
              <a:custGeom>
                <a:rect b="b" l="l" r="r" t="t"/>
                <a:pathLst>
                  <a:path extrusionOk="0" h="2944" w="2285">
                    <a:moveTo>
                      <a:pt x="627" y="1"/>
                    </a:moveTo>
                    <a:cubicBezTo>
                      <a:pt x="256" y="1"/>
                      <a:pt x="0" y="296"/>
                      <a:pt x="0" y="814"/>
                    </a:cubicBezTo>
                    <a:cubicBezTo>
                      <a:pt x="0" y="1536"/>
                      <a:pt x="516" y="2420"/>
                      <a:pt x="1143" y="2786"/>
                    </a:cubicBezTo>
                    <a:cubicBezTo>
                      <a:pt x="1324" y="2893"/>
                      <a:pt x="1497" y="2944"/>
                      <a:pt x="1651" y="2944"/>
                    </a:cubicBezTo>
                    <a:cubicBezTo>
                      <a:pt x="2024" y="2944"/>
                      <a:pt x="2285" y="2644"/>
                      <a:pt x="2285" y="2133"/>
                    </a:cubicBezTo>
                    <a:cubicBezTo>
                      <a:pt x="2285" y="1412"/>
                      <a:pt x="1766" y="527"/>
                      <a:pt x="1143" y="161"/>
                    </a:cubicBezTo>
                    <a:cubicBezTo>
                      <a:pt x="958" y="53"/>
                      <a:pt x="783" y="1"/>
                      <a:pt x="627" y="1"/>
                    </a:cubicBezTo>
                    <a:close/>
                  </a:path>
                </a:pathLst>
              </a:custGeom>
              <a:solidFill>
                <a:srgbClr val="85384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18" name="Google Shape;1218;p34"/>
              <p:cNvSpPr/>
              <p:nvPr/>
            </p:nvSpPr>
            <p:spPr>
              <a:xfrm>
                <a:off x="4644550" y="1538750"/>
                <a:ext cx="57150" cy="73425"/>
              </a:xfrm>
              <a:custGeom>
                <a:rect b="b" l="l" r="r" t="t"/>
                <a:pathLst>
                  <a:path extrusionOk="0" h="2937" w="2286">
                    <a:moveTo>
                      <a:pt x="621" y="0"/>
                    </a:moveTo>
                    <a:cubicBezTo>
                      <a:pt x="250" y="0"/>
                      <a:pt x="1" y="293"/>
                      <a:pt x="1" y="801"/>
                    </a:cubicBezTo>
                    <a:cubicBezTo>
                      <a:pt x="1" y="1535"/>
                      <a:pt x="504" y="2420"/>
                      <a:pt x="1143" y="2786"/>
                    </a:cubicBezTo>
                    <a:cubicBezTo>
                      <a:pt x="1325" y="2888"/>
                      <a:pt x="1498" y="2936"/>
                      <a:pt x="1651" y="2936"/>
                    </a:cubicBezTo>
                    <a:cubicBezTo>
                      <a:pt x="2026" y="2936"/>
                      <a:pt x="2286" y="2645"/>
                      <a:pt x="2286" y="2133"/>
                    </a:cubicBezTo>
                    <a:cubicBezTo>
                      <a:pt x="2286" y="1398"/>
                      <a:pt x="1770" y="514"/>
                      <a:pt x="1143" y="161"/>
                    </a:cubicBezTo>
                    <a:cubicBezTo>
                      <a:pt x="954" y="52"/>
                      <a:pt x="777" y="0"/>
                      <a:pt x="621" y="0"/>
                    </a:cubicBezTo>
                    <a:close/>
                  </a:path>
                </a:pathLst>
              </a:custGeom>
              <a:solidFill>
                <a:srgbClr val="74273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19" name="Google Shape;1219;p34"/>
              <p:cNvSpPr/>
              <p:nvPr/>
            </p:nvSpPr>
            <p:spPr>
              <a:xfrm>
                <a:off x="4626200" y="1540400"/>
                <a:ext cx="67350" cy="85375"/>
              </a:xfrm>
              <a:custGeom>
                <a:rect b="b" l="l" r="r" t="t"/>
                <a:pathLst>
                  <a:path extrusionOk="0" h="3415" w="2694">
                    <a:moveTo>
                      <a:pt x="1087" y="1"/>
                    </a:moveTo>
                    <a:lnTo>
                      <a:pt x="1" y="624"/>
                    </a:lnTo>
                    <a:lnTo>
                      <a:pt x="1619" y="3415"/>
                    </a:lnTo>
                    <a:lnTo>
                      <a:pt x="2693" y="2788"/>
                    </a:lnTo>
                    <a:lnTo>
                      <a:pt x="2354" y="869"/>
                    </a:lnTo>
                    <a:lnTo>
                      <a:pt x="1087" y="1"/>
                    </a:lnTo>
                    <a:close/>
                  </a:path>
                </a:pathLst>
              </a:custGeom>
              <a:solidFill>
                <a:srgbClr val="2D2C3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20" name="Google Shape;1220;p34"/>
              <p:cNvSpPr/>
              <p:nvPr/>
            </p:nvSpPr>
            <p:spPr>
              <a:xfrm>
                <a:off x="4696950" y="1391800"/>
                <a:ext cx="403225" cy="309050"/>
              </a:xfrm>
              <a:custGeom>
                <a:rect b="b" l="l" r="r" t="t"/>
                <a:pathLst>
                  <a:path extrusionOk="0" h="12362" w="16129">
                    <a:moveTo>
                      <a:pt x="692" y="1"/>
                    </a:moveTo>
                    <a:lnTo>
                      <a:pt x="542" y="40"/>
                    </a:lnTo>
                    <a:lnTo>
                      <a:pt x="516" y="409"/>
                    </a:lnTo>
                    <a:lnTo>
                      <a:pt x="284" y="627"/>
                    </a:lnTo>
                    <a:lnTo>
                      <a:pt x="379" y="804"/>
                    </a:lnTo>
                    <a:lnTo>
                      <a:pt x="284" y="1483"/>
                    </a:lnTo>
                    <a:lnTo>
                      <a:pt x="95" y="1590"/>
                    </a:lnTo>
                    <a:lnTo>
                      <a:pt x="13" y="2204"/>
                    </a:lnTo>
                    <a:lnTo>
                      <a:pt x="0" y="2243"/>
                    </a:lnTo>
                    <a:cubicBezTo>
                      <a:pt x="0" y="2243"/>
                      <a:pt x="151" y="2814"/>
                      <a:pt x="353" y="3059"/>
                    </a:cubicBezTo>
                    <a:cubicBezTo>
                      <a:pt x="516" y="3252"/>
                      <a:pt x="1632" y="3986"/>
                      <a:pt x="2054" y="4257"/>
                    </a:cubicBezTo>
                    <a:cubicBezTo>
                      <a:pt x="2148" y="4326"/>
                      <a:pt x="2204" y="4365"/>
                      <a:pt x="2204" y="4365"/>
                    </a:cubicBezTo>
                    <a:lnTo>
                      <a:pt x="2230" y="4365"/>
                    </a:lnTo>
                    <a:lnTo>
                      <a:pt x="2230" y="3957"/>
                    </a:lnTo>
                    <a:cubicBezTo>
                      <a:pt x="2230" y="3360"/>
                      <a:pt x="2530" y="3016"/>
                      <a:pt x="2966" y="3016"/>
                    </a:cubicBezTo>
                    <a:cubicBezTo>
                      <a:pt x="3145" y="3016"/>
                      <a:pt x="3348" y="3074"/>
                      <a:pt x="3562" y="3196"/>
                    </a:cubicBezTo>
                    <a:cubicBezTo>
                      <a:pt x="4296" y="3617"/>
                      <a:pt x="4896" y="4652"/>
                      <a:pt x="4896" y="5507"/>
                    </a:cubicBezTo>
                    <a:lnTo>
                      <a:pt x="4896" y="6121"/>
                    </a:lnTo>
                    <a:lnTo>
                      <a:pt x="4923" y="6147"/>
                    </a:lnTo>
                    <a:lnTo>
                      <a:pt x="12009" y="10240"/>
                    </a:lnTo>
                    <a:lnTo>
                      <a:pt x="12009" y="9617"/>
                    </a:lnTo>
                    <a:cubicBezTo>
                      <a:pt x="12009" y="9017"/>
                      <a:pt x="12309" y="8672"/>
                      <a:pt x="12746" y="8672"/>
                    </a:cubicBezTo>
                    <a:cubicBezTo>
                      <a:pt x="12925" y="8672"/>
                      <a:pt x="13127" y="8730"/>
                      <a:pt x="13341" y="8853"/>
                    </a:cubicBezTo>
                    <a:cubicBezTo>
                      <a:pt x="14075" y="9290"/>
                      <a:pt x="14676" y="10322"/>
                      <a:pt x="14676" y="11167"/>
                    </a:cubicBezTo>
                    <a:lnTo>
                      <a:pt x="14676" y="11790"/>
                    </a:lnTo>
                    <a:lnTo>
                      <a:pt x="14796" y="11859"/>
                    </a:lnTo>
                    <a:lnTo>
                      <a:pt x="14852" y="11888"/>
                    </a:lnTo>
                    <a:lnTo>
                      <a:pt x="15694" y="12349"/>
                    </a:lnTo>
                    <a:lnTo>
                      <a:pt x="15707" y="12362"/>
                    </a:lnTo>
                    <a:lnTo>
                      <a:pt x="15913" y="12336"/>
                    </a:lnTo>
                    <a:lnTo>
                      <a:pt x="15952" y="12185"/>
                    </a:lnTo>
                    <a:lnTo>
                      <a:pt x="15857" y="12185"/>
                    </a:lnTo>
                    <a:lnTo>
                      <a:pt x="15913" y="12117"/>
                    </a:lnTo>
                    <a:lnTo>
                      <a:pt x="16089" y="11872"/>
                    </a:lnTo>
                    <a:lnTo>
                      <a:pt x="16128" y="11696"/>
                    </a:lnTo>
                    <a:lnTo>
                      <a:pt x="16076" y="10485"/>
                    </a:lnTo>
                    <a:lnTo>
                      <a:pt x="16076" y="10446"/>
                    </a:lnTo>
                    <a:cubicBezTo>
                      <a:pt x="16076" y="10446"/>
                      <a:pt x="15818" y="10051"/>
                      <a:pt x="15423" y="9669"/>
                    </a:cubicBezTo>
                    <a:cubicBezTo>
                      <a:pt x="15028" y="9303"/>
                      <a:pt x="14607" y="8706"/>
                      <a:pt x="13778" y="8135"/>
                    </a:cubicBezTo>
                    <a:cubicBezTo>
                      <a:pt x="12946" y="7547"/>
                      <a:pt x="12146" y="6937"/>
                      <a:pt x="12146" y="6937"/>
                    </a:cubicBezTo>
                    <a:cubicBezTo>
                      <a:pt x="12146" y="6937"/>
                      <a:pt x="11656" y="6353"/>
                      <a:pt x="11206" y="5821"/>
                    </a:cubicBezTo>
                    <a:cubicBezTo>
                      <a:pt x="10772" y="5292"/>
                      <a:pt x="9887" y="4352"/>
                      <a:pt x="8963" y="3591"/>
                    </a:cubicBezTo>
                    <a:cubicBezTo>
                      <a:pt x="8036" y="2831"/>
                      <a:pt x="7289" y="2436"/>
                      <a:pt x="6773" y="2149"/>
                    </a:cubicBezTo>
                    <a:cubicBezTo>
                      <a:pt x="6271" y="1865"/>
                      <a:pt x="5262" y="1264"/>
                      <a:pt x="4067" y="954"/>
                    </a:cubicBezTo>
                    <a:cubicBezTo>
                      <a:pt x="2870" y="627"/>
                      <a:pt x="1835" y="340"/>
                      <a:pt x="1835" y="340"/>
                    </a:cubicBezTo>
                    <a:lnTo>
                      <a:pt x="692" y="1"/>
                    </a:lnTo>
                    <a:close/>
                  </a:path>
                </a:pathLst>
              </a:custGeom>
              <a:solidFill>
                <a:srgbClr val="B1282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21" name="Google Shape;1221;p34"/>
              <p:cNvSpPr/>
              <p:nvPr/>
            </p:nvSpPr>
            <p:spPr>
              <a:xfrm>
                <a:off x="4709850" y="1391800"/>
                <a:ext cx="389000" cy="262125"/>
              </a:xfrm>
              <a:custGeom>
                <a:rect b="b" l="l" r="r" t="t"/>
                <a:pathLst>
                  <a:path extrusionOk="0" h="10485" w="15560">
                    <a:moveTo>
                      <a:pt x="176" y="1"/>
                    </a:moveTo>
                    <a:lnTo>
                      <a:pt x="26" y="40"/>
                    </a:lnTo>
                    <a:lnTo>
                      <a:pt x="0" y="409"/>
                    </a:lnTo>
                    <a:lnTo>
                      <a:pt x="1306" y="1117"/>
                    </a:lnTo>
                    <a:cubicBezTo>
                      <a:pt x="1306" y="1117"/>
                      <a:pt x="2367" y="1659"/>
                      <a:pt x="3509" y="2325"/>
                    </a:cubicBezTo>
                    <a:cubicBezTo>
                      <a:pt x="4651" y="3007"/>
                      <a:pt x="9916" y="6189"/>
                      <a:pt x="11059" y="6911"/>
                    </a:cubicBezTo>
                    <a:cubicBezTo>
                      <a:pt x="12201" y="7629"/>
                      <a:pt x="13817" y="9045"/>
                      <a:pt x="13817" y="9045"/>
                    </a:cubicBezTo>
                    <a:lnTo>
                      <a:pt x="15410" y="10338"/>
                    </a:lnTo>
                    <a:lnTo>
                      <a:pt x="15560" y="10485"/>
                    </a:lnTo>
                    <a:lnTo>
                      <a:pt x="15560" y="10446"/>
                    </a:lnTo>
                    <a:cubicBezTo>
                      <a:pt x="15560" y="10446"/>
                      <a:pt x="15302" y="10051"/>
                      <a:pt x="14907" y="9669"/>
                    </a:cubicBezTo>
                    <a:cubicBezTo>
                      <a:pt x="14512" y="9303"/>
                      <a:pt x="14091" y="8706"/>
                      <a:pt x="13262" y="8135"/>
                    </a:cubicBezTo>
                    <a:cubicBezTo>
                      <a:pt x="12430" y="7547"/>
                      <a:pt x="11630" y="6937"/>
                      <a:pt x="11630" y="6937"/>
                    </a:cubicBezTo>
                    <a:cubicBezTo>
                      <a:pt x="11630" y="6937"/>
                      <a:pt x="11140" y="6353"/>
                      <a:pt x="10690" y="5821"/>
                    </a:cubicBezTo>
                    <a:cubicBezTo>
                      <a:pt x="10256" y="5292"/>
                      <a:pt x="9371" y="4352"/>
                      <a:pt x="8447" y="3591"/>
                    </a:cubicBezTo>
                    <a:cubicBezTo>
                      <a:pt x="7520" y="2831"/>
                      <a:pt x="6773" y="2436"/>
                      <a:pt x="6257" y="2149"/>
                    </a:cubicBezTo>
                    <a:cubicBezTo>
                      <a:pt x="5918" y="1959"/>
                      <a:pt x="5304" y="1564"/>
                      <a:pt x="4583" y="1264"/>
                    </a:cubicBezTo>
                    <a:cubicBezTo>
                      <a:pt x="4256" y="1130"/>
                      <a:pt x="3930" y="1049"/>
                      <a:pt x="3551" y="954"/>
                    </a:cubicBezTo>
                    <a:cubicBezTo>
                      <a:pt x="2354" y="627"/>
                      <a:pt x="1319" y="340"/>
                      <a:pt x="1319" y="340"/>
                    </a:cubicBezTo>
                    <a:lnTo>
                      <a:pt x="176" y="1"/>
                    </a:lnTo>
                    <a:close/>
                  </a:path>
                </a:pathLst>
              </a:custGeom>
              <a:solidFill>
                <a:srgbClr val="E7363C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22" name="Google Shape;1222;p34"/>
              <p:cNvSpPr/>
              <p:nvPr/>
            </p:nvSpPr>
            <p:spPr>
              <a:xfrm>
                <a:off x="4801000" y="1444200"/>
                <a:ext cx="186950" cy="190075"/>
              </a:xfrm>
              <a:custGeom>
                <a:rect b="b" l="l" r="r" t="t"/>
                <a:pathLst>
                  <a:path extrusionOk="0" h="7603" w="7478">
                    <a:moveTo>
                      <a:pt x="52" y="0"/>
                    </a:moveTo>
                    <a:lnTo>
                      <a:pt x="0" y="340"/>
                    </a:lnTo>
                    <a:lnTo>
                      <a:pt x="284" y="1277"/>
                    </a:lnTo>
                    <a:lnTo>
                      <a:pt x="1495" y="4106"/>
                    </a:lnTo>
                    <a:lnTo>
                      <a:pt x="7315" y="7602"/>
                    </a:lnTo>
                    <a:lnTo>
                      <a:pt x="7383" y="7126"/>
                    </a:lnTo>
                    <a:lnTo>
                      <a:pt x="7383" y="6825"/>
                    </a:lnTo>
                    <a:cubicBezTo>
                      <a:pt x="7396" y="6773"/>
                      <a:pt x="7478" y="6078"/>
                      <a:pt x="7465" y="5562"/>
                    </a:cubicBezTo>
                    <a:cubicBezTo>
                      <a:pt x="7452" y="5043"/>
                      <a:pt x="7452" y="4815"/>
                      <a:pt x="7452" y="4815"/>
                    </a:cubicBezTo>
                    <a:lnTo>
                      <a:pt x="7452" y="4798"/>
                    </a:lnTo>
                    <a:lnTo>
                      <a:pt x="7263" y="4338"/>
                    </a:lnTo>
                    <a:lnTo>
                      <a:pt x="7181" y="4377"/>
                    </a:lnTo>
                    <a:lnTo>
                      <a:pt x="7370" y="4815"/>
                    </a:lnTo>
                    <a:cubicBezTo>
                      <a:pt x="7370" y="4867"/>
                      <a:pt x="7370" y="5099"/>
                      <a:pt x="7383" y="5562"/>
                    </a:cubicBezTo>
                    <a:cubicBezTo>
                      <a:pt x="7413" y="6091"/>
                      <a:pt x="7302" y="6799"/>
                      <a:pt x="7302" y="6812"/>
                    </a:cubicBezTo>
                    <a:lnTo>
                      <a:pt x="7302" y="7113"/>
                    </a:lnTo>
                    <a:lnTo>
                      <a:pt x="7250" y="7478"/>
                    </a:lnTo>
                    <a:lnTo>
                      <a:pt x="1564" y="4051"/>
                    </a:lnTo>
                    <a:lnTo>
                      <a:pt x="353" y="1250"/>
                    </a:lnTo>
                    <a:lnTo>
                      <a:pt x="82" y="340"/>
                    </a:lnTo>
                    <a:lnTo>
                      <a:pt x="121" y="13"/>
                    </a:lnTo>
                    <a:lnTo>
                      <a:pt x="52" y="0"/>
                    </a:lnTo>
                    <a:close/>
                  </a:path>
                </a:pathLst>
              </a:custGeom>
              <a:solidFill>
                <a:srgbClr val="B1282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23" name="Google Shape;1223;p34"/>
              <p:cNvSpPr/>
              <p:nvPr/>
            </p:nvSpPr>
            <p:spPr>
              <a:xfrm>
                <a:off x="4780600" y="1416275"/>
                <a:ext cx="211450" cy="145850"/>
              </a:xfrm>
              <a:custGeom>
                <a:rect b="b" l="l" r="r" t="t"/>
                <a:pathLst>
                  <a:path extrusionOk="0" h="5834" w="8458">
                    <a:moveTo>
                      <a:pt x="108" y="1"/>
                    </a:moveTo>
                    <a:cubicBezTo>
                      <a:pt x="108" y="1"/>
                      <a:pt x="0" y="285"/>
                      <a:pt x="0" y="301"/>
                    </a:cubicBezTo>
                    <a:cubicBezTo>
                      <a:pt x="0" y="314"/>
                      <a:pt x="395" y="804"/>
                      <a:pt x="395" y="804"/>
                    </a:cubicBezTo>
                    <a:lnTo>
                      <a:pt x="8376" y="5834"/>
                    </a:lnTo>
                    <a:lnTo>
                      <a:pt x="8457" y="5795"/>
                    </a:lnTo>
                    <a:cubicBezTo>
                      <a:pt x="8457" y="5795"/>
                      <a:pt x="7276" y="4381"/>
                      <a:pt x="6433" y="3510"/>
                    </a:cubicBezTo>
                    <a:cubicBezTo>
                      <a:pt x="5588" y="2638"/>
                      <a:pt x="4501" y="1933"/>
                      <a:pt x="3969" y="1620"/>
                    </a:cubicBezTo>
                    <a:cubicBezTo>
                      <a:pt x="3427" y="1320"/>
                      <a:pt x="1998" y="546"/>
                      <a:pt x="1495" y="396"/>
                    </a:cubicBezTo>
                    <a:cubicBezTo>
                      <a:pt x="1005" y="246"/>
                      <a:pt x="108" y="1"/>
                      <a:pt x="108" y="1"/>
                    </a:cubicBezTo>
                    <a:close/>
                  </a:path>
                </a:pathLst>
              </a:custGeom>
              <a:solidFill>
                <a:srgbClr val="84383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24" name="Google Shape;1224;p34"/>
              <p:cNvSpPr/>
              <p:nvPr/>
            </p:nvSpPr>
            <p:spPr>
              <a:xfrm>
                <a:off x="4803675" y="1426150"/>
                <a:ext cx="25575" cy="25825"/>
              </a:xfrm>
              <a:custGeom>
                <a:rect b="b" l="l" r="r" t="t"/>
                <a:pathLst>
                  <a:path extrusionOk="0" h="1033" w="1023">
                    <a:moveTo>
                      <a:pt x="572" y="1"/>
                    </a:moveTo>
                    <a:lnTo>
                      <a:pt x="1" y="735"/>
                    </a:lnTo>
                    <a:lnTo>
                      <a:pt x="464" y="1032"/>
                    </a:lnTo>
                    <a:lnTo>
                      <a:pt x="1022" y="164"/>
                    </a:lnTo>
                    <a:lnTo>
                      <a:pt x="572" y="1"/>
                    </a:lnTo>
                    <a:close/>
                  </a:path>
                </a:pathLst>
              </a:custGeom>
              <a:solidFill>
                <a:srgbClr val="2D2C3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25" name="Google Shape;1225;p34"/>
              <p:cNvSpPr/>
              <p:nvPr/>
            </p:nvSpPr>
            <p:spPr>
              <a:xfrm>
                <a:off x="5050525" y="1617925"/>
                <a:ext cx="44575" cy="36000"/>
              </a:xfrm>
              <a:custGeom>
                <a:rect b="b" l="l" r="r" t="t"/>
                <a:pathLst>
                  <a:path extrusionOk="0" h="1440" w="1783">
                    <a:moveTo>
                      <a:pt x="190" y="0"/>
                    </a:moveTo>
                    <a:lnTo>
                      <a:pt x="1" y="53"/>
                    </a:lnTo>
                    <a:lnTo>
                      <a:pt x="533" y="679"/>
                    </a:lnTo>
                    <a:lnTo>
                      <a:pt x="1117" y="1130"/>
                    </a:lnTo>
                    <a:lnTo>
                      <a:pt x="1251" y="1130"/>
                    </a:lnTo>
                    <a:lnTo>
                      <a:pt x="1646" y="1440"/>
                    </a:lnTo>
                    <a:lnTo>
                      <a:pt x="1783" y="1293"/>
                    </a:lnTo>
                    <a:lnTo>
                      <a:pt x="954" y="529"/>
                    </a:lnTo>
                    <a:lnTo>
                      <a:pt x="190" y="0"/>
                    </a:lnTo>
                    <a:close/>
                  </a:path>
                </a:pathLst>
              </a:custGeom>
              <a:solidFill>
                <a:srgbClr val="E15E6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26" name="Google Shape;1226;p34"/>
              <p:cNvSpPr/>
              <p:nvPr/>
            </p:nvSpPr>
            <p:spPr>
              <a:xfrm>
                <a:off x="5095075" y="1655300"/>
                <a:ext cx="5100" cy="28900"/>
              </a:xfrm>
              <a:custGeom>
                <a:rect b="b" l="l" r="r" t="t"/>
                <a:pathLst>
                  <a:path extrusionOk="0" h="1156" w="204">
                    <a:moveTo>
                      <a:pt x="164" y="0"/>
                    </a:moveTo>
                    <a:lnTo>
                      <a:pt x="14" y="232"/>
                    </a:lnTo>
                    <a:lnTo>
                      <a:pt x="1" y="761"/>
                    </a:lnTo>
                    <a:lnTo>
                      <a:pt x="203" y="1156"/>
                    </a:lnTo>
                    <a:lnTo>
                      <a:pt x="164" y="0"/>
                    </a:lnTo>
                    <a:close/>
                  </a:path>
                </a:pathLst>
              </a:custGeom>
              <a:solidFill>
                <a:srgbClr val="B1282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27" name="Google Shape;1227;p34"/>
              <p:cNvSpPr/>
              <p:nvPr/>
            </p:nvSpPr>
            <p:spPr>
              <a:xfrm>
                <a:off x="4704050" y="1398250"/>
                <a:ext cx="38450" cy="25575"/>
              </a:xfrm>
              <a:custGeom>
                <a:rect b="b" l="l" r="r" t="t"/>
                <a:pathLst>
                  <a:path extrusionOk="0" h="1023" w="1538">
                    <a:moveTo>
                      <a:pt x="245" y="1"/>
                    </a:moveTo>
                    <a:lnTo>
                      <a:pt x="0" y="369"/>
                    </a:lnTo>
                    <a:lnTo>
                      <a:pt x="111" y="477"/>
                    </a:lnTo>
                    <a:lnTo>
                      <a:pt x="1280" y="1022"/>
                    </a:lnTo>
                    <a:lnTo>
                      <a:pt x="1512" y="993"/>
                    </a:lnTo>
                    <a:lnTo>
                      <a:pt x="1538" y="859"/>
                    </a:lnTo>
                    <a:lnTo>
                      <a:pt x="722" y="108"/>
                    </a:lnTo>
                    <a:lnTo>
                      <a:pt x="382" y="14"/>
                    </a:lnTo>
                    <a:lnTo>
                      <a:pt x="245" y="1"/>
                    </a:lnTo>
                    <a:close/>
                  </a:path>
                </a:pathLst>
              </a:custGeom>
              <a:solidFill>
                <a:srgbClr val="E15E6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28" name="Google Shape;1228;p34"/>
              <p:cNvSpPr/>
              <p:nvPr/>
            </p:nvSpPr>
            <p:spPr>
              <a:xfrm>
                <a:off x="4696950" y="1446900"/>
                <a:ext cx="55100" cy="54025"/>
              </a:xfrm>
              <a:custGeom>
                <a:rect b="b" l="l" r="r" t="t"/>
                <a:pathLst>
                  <a:path extrusionOk="0" h="2161" w="2204">
                    <a:moveTo>
                      <a:pt x="13" y="0"/>
                    </a:moveTo>
                    <a:lnTo>
                      <a:pt x="0" y="39"/>
                    </a:lnTo>
                    <a:cubicBezTo>
                      <a:pt x="0" y="39"/>
                      <a:pt x="151" y="610"/>
                      <a:pt x="353" y="855"/>
                    </a:cubicBezTo>
                    <a:cubicBezTo>
                      <a:pt x="516" y="1048"/>
                      <a:pt x="1632" y="1782"/>
                      <a:pt x="2054" y="2053"/>
                    </a:cubicBezTo>
                    <a:cubicBezTo>
                      <a:pt x="2148" y="2122"/>
                      <a:pt x="2204" y="2161"/>
                      <a:pt x="2204" y="2161"/>
                    </a:cubicBezTo>
                    <a:lnTo>
                      <a:pt x="898" y="1155"/>
                    </a:lnTo>
                    <a:lnTo>
                      <a:pt x="598" y="447"/>
                    </a:lnTo>
                    <a:lnTo>
                      <a:pt x="13" y="0"/>
                    </a:lnTo>
                    <a:close/>
                  </a:path>
                </a:pathLst>
              </a:custGeom>
              <a:solidFill>
                <a:srgbClr val="2D2C3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29" name="Google Shape;1229;p34"/>
              <p:cNvSpPr/>
              <p:nvPr/>
            </p:nvSpPr>
            <p:spPr>
              <a:xfrm>
                <a:off x="4699325" y="1428850"/>
                <a:ext cx="47600" cy="35025"/>
              </a:xfrm>
              <a:custGeom>
                <a:rect b="b" l="l" r="r" t="t"/>
                <a:pathLst>
                  <a:path extrusionOk="0" h="1401" w="1904">
                    <a:moveTo>
                      <a:pt x="189" y="1"/>
                    </a:moveTo>
                    <a:lnTo>
                      <a:pt x="0" y="108"/>
                    </a:lnTo>
                    <a:lnTo>
                      <a:pt x="137" y="259"/>
                    </a:lnTo>
                    <a:lnTo>
                      <a:pt x="1903" y="1401"/>
                    </a:lnTo>
                    <a:lnTo>
                      <a:pt x="1632" y="1061"/>
                    </a:lnTo>
                    <a:lnTo>
                      <a:pt x="735" y="422"/>
                    </a:lnTo>
                    <a:lnTo>
                      <a:pt x="232" y="125"/>
                    </a:lnTo>
                    <a:lnTo>
                      <a:pt x="189" y="69"/>
                    </a:lnTo>
                    <a:lnTo>
                      <a:pt x="189" y="1"/>
                    </a:lnTo>
                    <a:close/>
                  </a:path>
                </a:pathLst>
              </a:custGeom>
              <a:solidFill>
                <a:srgbClr val="E7363C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30" name="Google Shape;1230;p34"/>
              <p:cNvSpPr/>
              <p:nvPr/>
            </p:nvSpPr>
            <p:spPr>
              <a:xfrm>
                <a:off x="4824725" y="1518950"/>
                <a:ext cx="165775" cy="106400"/>
              </a:xfrm>
              <a:custGeom>
                <a:rect b="b" l="l" r="r" t="t"/>
                <a:pathLst>
                  <a:path extrusionOk="0" h="4256" w="6631">
                    <a:moveTo>
                      <a:pt x="1" y="0"/>
                    </a:moveTo>
                    <a:cubicBezTo>
                      <a:pt x="1" y="0"/>
                      <a:pt x="6408" y="4191"/>
                      <a:pt x="6529" y="4243"/>
                    </a:cubicBezTo>
                    <a:cubicBezTo>
                      <a:pt x="6543" y="4251"/>
                      <a:pt x="6555" y="4255"/>
                      <a:pt x="6564" y="4255"/>
                    </a:cubicBezTo>
                    <a:cubicBezTo>
                      <a:pt x="6631" y="4255"/>
                      <a:pt x="6535" y="4039"/>
                      <a:pt x="6258" y="3822"/>
                    </a:cubicBezTo>
                    <a:cubicBezTo>
                      <a:pt x="5945" y="3591"/>
                      <a:pt x="1839" y="1035"/>
                      <a:pt x="1023" y="532"/>
                    </a:cubicBezTo>
                    <a:cubicBezTo>
                      <a:pt x="220" y="13"/>
                      <a:pt x="1" y="0"/>
                      <a:pt x="1" y="0"/>
                    </a:cubicBezTo>
                    <a:close/>
                  </a:path>
                </a:pathLst>
              </a:custGeom>
              <a:solidFill>
                <a:srgbClr val="E7363C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31" name="Google Shape;1231;p34"/>
              <p:cNvSpPr/>
              <p:nvPr/>
            </p:nvSpPr>
            <p:spPr>
              <a:xfrm>
                <a:off x="5063825" y="1642400"/>
                <a:ext cx="30225" cy="27200"/>
              </a:xfrm>
              <a:custGeom>
                <a:rect b="b" l="l" r="r" t="t"/>
                <a:pathLst>
                  <a:path extrusionOk="0" h="1088" w="1209">
                    <a:moveTo>
                      <a:pt x="1" y="1"/>
                    </a:moveTo>
                    <a:lnTo>
                      <a:pt x="556" y="407"/>
                    </a:lnTo>
                    <a:lnTo>
                      <a:pt x="529" y="379"/>
                    </a:lnTo>
                    <a:lnTo>
                      <a:pt x="1" y="1"/>
                    </a:lnTo>
                    <a:close/>
                    <a:moveTo>
                      <a:pt x="556" y="407"/>
                    </a:moveTo>
                    <a:lnTo>
                      <a:pt x="1208" y="1088"/>
                    </a:lnTo>
                    <a:lnTo>
                      <a:pt x="817" y="598"/>
                    </a:lnTo>
                    <a:lnTo>
                      <a:pt x="556" y="407"/>
                    </a:lnTo>
                    <a:close/>
                  </a:path>
                </a:pathLst>
              </a:custGeom>
              <a:solidFill>
                <a:srgbClr val="B1282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32" name="Google Shape;1232;p34"/>
              <p:cNvSpPr/>
              <p:nvPr/>
            </p:nvSpPr>
            <p:spPr>
              <a:xfrm>
                <a:off x="5001900" y="1614925"/>
                <a:ext cx="57125" cy="73550"/>
              </a:xfrm>
              <a:custGeom>
                <a:rect b="b" l="l" r="r" t="t"/>
                <a:pathLst>
                  <a:path extrusionOk="0" h="2942" w="2285">
                    <a:moveTo>
                      <a:pt x="629" y="1"/>
                    </a:moveTo>
                    <a:cubicBezTo>
                      <a:pt x="258" y="1"/>
                      <a:pt x="0" y="294"/>
                      <a:pt x="0" y="812"/>
                    </a:cubicBezTo>
                    <a:cubicBezTo>
                      <a:pt x="0" y="1534"/>
                      <a:pt x="519" y="2418"/>
                      <a:pt x="1143" y="2784"/>
                    </a:cubicBezTo>
                    <a:cubicBezTo>
                      <a:pt x="1325" y="2891"/>
                      <a:pt x="1498" y="2942"/>
                      <a:pt x="1652" y="2942"/>
                    </a:cubicBezTo>
                    <a:cubicBezTo>
                      <a:pt x="2026" y="2942"/>
                      <a:pt x="2285" y="2642"/>
                      <a:pt x="2285" y="2131"/>
                    </a:cubicBezTo>
                    <a:cubicBezTo>
                      <a:pt x="2285" y="1413"/>
                      <a:pt x="1769" y="528"/>
                      <a:pt x="1143" y="160"/>
                    </a:cubicBezTo>
                    <a:cubicBezTo>
                      <a:pt x="959" y="52"/>
                      <a:pt x="784" y="1"/>
                      <a:pt x="629" y="1"/>
                    </a:cubicBezTo>
                    <a:close/>
                  </a:path>
                </a:pathLst>
              </a:custGeom>
              <a:solidFill>
                <a:srgbClr val="2D2C3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33" name="Google Shape;1233;p34"/>
              <p:cNvSpPr/>
              <p:nvPr/>
            </p:nvSpPr>
            <p:spPr>
              <a:xfrm>
                <a:off x="4757425" y="1473200"/>
                <a:ext cx="57125" cy="73575"/>
              </a:xfrm>
              <a:custGeom>
                <a:rect b="b" l="l" r="r" t="t"/>
                <a:pathLst>
                  <a:path extrusionOk="0" h="2943" w="2285">
                    <a:moveTo>
                      <a:pt x="629" y="1"/>
                    </a:moveTo>
                    <a:cubicBezTo>
                      <a:pt x="254" y="1"/>
                      <a:pt x="0" y="301"/>
                      <a:pt x="0" y="812"/>
                    </a:cubicBezTo>
                    <a:cubicBezTo>
                      <a:pt x="0" y="1546"/>
                      <a:pt x="506" y="2431"/>
                      <a:pt x="1143" y="2783"/>
                    </a:cubicBezTo>
                    <a:cubicBezTo>
                      <a:pt x="1327" y="2891"/>
                      <a:pt x="1502" y="2942"/>
                      <a:pt x="1657" y="2942"/>
                    </a:cubicBezTo>
                    <a:cubicBezTo>
                      <a:pt x="2028" y="2942"/>
                      <a:pt x="2285" y="2648"/>
                      <a:pt x="2285" y="2130"/>
                    </a:cubicBezTo>
                    <a:cubicBezTo>
                      <a:pt x="2285" y="1409"/>
                      <a:pt x="1769" y="525"/>
                      <a:pt x="1143" y="159"/>
                    </a:cubicBezTo>
                    <a:cubicBezTo>
                      <a:pt x="957" y="52"/>
                      <a:pt x="783" y="1"/>
                      <a:pt x="629" y="1"/>
                    </a:cubicBezTo>
                    <a:close/>
                  </a:path>
                </a:pathLst>
              </a:custGeom>
              <a:solidFill>
                <a:srgbClr val="2D2C3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34" name="Google Shape;1234;p34"/>
              <p:cNvSpPr/>
              <p:nvPr/>
            </p:nvSpPr>
            <p:spPr>
              <a:xfrm>
                <a:off x="4992750" y="1603100"/>
                <a:ext cx="75500" cy="85925"/>
              </a:xfrm>
              <a:custGeom>
                <a:rect b="b" l="l" r="r" t="t"/>
                <a:pathLst>
                  <a:path extrusionOk="0" h="3437" w="3020">
                    <a:moveTo>
                      <a:pt x="833" y="1"/>
                    </a:moveTo>
                    <a:cubicBezTo>
                      <a:pt x="340" y="1"/>
                      <a:pt x="1" y="396"/>
                      <a:pt x="1" y="1070"/>
                    </a:cubicBezTo>
                    <a:lnTo>
                      <a:pt x="1" y="1693"/>
                    </a:lnTo>
                    <a:lnTo>
                      <a:pt x="177" y="1788"/>
                    </a:lnTo>
                    <a:lnTo>
                      <a:pt x="177" y="1165"/>
                    </a:lnTo>
                    <a:cubicBezTo>
                      <a:pt x="177" y="565"/>
                      <a:pt x="477" y="220"/>
                      <a:pt x="914" y="220"/>
                    </a:cubicBezTo>
                    <a:cubicBezTo>
                      <a:pt x="1093" y="220"/>
                      <a:pt x="1295" y="278"/>
                      <a:pt x="1509" y="401"/>
                    </a:cubicBezTo>
                    <a:cubicBezTo>
                      <a:pt x="2243" y="838"/>
                      <a:pt x="2844" y="1870"/>
                      <a:pt x="2844" y="2715"/>
                    </a:cubicBezTo>
                    <a:lnTo>
                      <a:pt x="2844" y="3338"/>
                    </a:lnTo>
                    <a:lnTo>
                      <a:pt x="2964" y="3407"/>
                    </a:lnTo>
                    <a:lnTo>
                      <a:pt x="3020" y="3436"/>
                    </a:lnTo>
                    <a:lnTo>
                      <a:pt x="3020" y="2810"/>
                    </a:lnTo>
                    <a:cubicBezTo>
                      <a:pt x="3020" y="1857"/>
                      <a:pt x="2338" y="688"/>
                      <a:pt x="1509" y="212"/>
                    </a:cubicBezTo>
                    <a:cubicBezTo>
                      <a:pt x="1266" y="68"/>
                      <a:pt x="1036" y="1"/>
                      <a:pt x="833" y="1"/>
                    </a:cubicBezTo>
                    <a:close/>
                  </a:path>
                </a:pathLst>
              </a:custGeom>
              <a:solidFill>
                <a:srgbClr val="E7363C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35" name="Google Shape;1235;p34"/>
              <p:cNvSpPr/>
              <p:nvPr/>
            </p:nvSpPr>
            <p:spPr>
              <a:xfrm>
                <a:off x="4748275" y="1461500"/>
                <a:ext cx="75175" cy="86025"/>
              </a:xfrm>
              <a:custGeom>
                <a:rect b="b" l="l" r="r" t="t"/>
                <a:pathLst>
                  <a:path extrusionOk="0" h="3441" w="3007">
                    <a:moveTo>
                      <a:pt x="834" y="1"/>
                    </a:moveTo>
                    <a:cubicBezTo>
                      <a:pt x="341" y="1"/>
                      <a:pt x="1" y="390"/>
                      <a:pt x="1" y="1074"/>
                    </a:cubicBezTo>
                    <a:lnTo>
                      <a:pt x="1" y="1469"/>
                    </a:lnTo>
                    <a:cubicBezTo>
                      <a:pt x="95" y="1538"/>
                      <a:pt x="151" y="1577"/>
                      <a:pt x="151" y="1577"/>
                    </a:cubicBezTo>
                    <a:lnTo>
                      <a:pt x="177" y="1577"/>
                    </a:lnTo>
                    <a:lnTo>
                      <a:pt x="177" y="1169"/>
                    </a:lnTo>
                    <a:cubicBezTo>
                      <a:pt x="177" y="572"/>
                      <a:pt x="477" y="228"/>
                      <a:pt x="913" y="228"/>
                    </a:cubicBezTo>
                    <a:cubicBezTo>
                      <a:pt x="1092" y="228"/>
                      <a:pt x="1295" y="286"/>
                      <a:pt x="1509" y="408"/>
                    </a:cubicBezTo>
                    <a:cubicBezTo>
                      <a:pt x="2243" y="829"/>
                      <a:pt x="2843" y="1864"/>
                      <a:pt x="2843" y="2719"/>
                    </a:cubicBezTo>
                    <a:lnTo>
                      <a:pt x="2843" y="3333"/>
                    </a:lnTo>
                    <a:lnTo>
                      <a:pt x="2870" y="3359"/>
                    </a:lnTo>
                    <a:lnTo>
                      <a:pt x="3007" y="3441"/>
                    </a:lnTo>
                    <a:lnTo>
                      <a:pt x="3007" y="2817"/>
                    </a:lnTo>
                    <a:cubicBezTo>
                      <a:pt x="3007" y="1864"/>
                      <a:pt x="2341" y="696"/>
                      <a:pt x="1509" y="206"/>
                    </a:cubicBezTo>
                    <a:cubicBezTo>
                      <a:pt x="1266" y="67"/>
                      <a:pt x="1037" y="1"/>
                      <a:pt x="834" y="1"/>
                    </a:cubicBezTo>
                    <a:close/>
                  </a:path>
                </a:pathLst>
              </a:custGeom>
              <a:solidFill>
                <a:srgbClr val="E7363C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36" name="Google Shape;1236;p34"/>
              <p:cNvSpPr/>
              <p:nvPr/>
            </p:nvSpPr>
            <p:spPr>
              <a:xfrm>
                <a:off x="4627925" y="1407800"/>
                <a:ext cx="194475" cy="89775"/>
              </a:xfrm>
              <a:custGeom>
                <a:rect b="b" l="l" r="r" t="t"/>
                <a:pathLst>
                  <a:path extrusionOk="0" h="3591" w="7779">
                    <a:moveTo>
                      <a:pt x="4677" y="1"/>
                    </a:moveTo>
                    <a:lnTo>
                      <a:pt x="3809" y="327"/>
                    </a:lnTo>
                    <a:lnTo>
                      <a:pt x="2856" y="722"/>
                    </a:lnTo>
                    <a:lnTo>
                      <a:pt x="1198" y="1685"/>
                    </a:lnTo>
                    <a:lnTo>
                      <a:pt x="313" y="2354"/>
                    </a:lnTo>
                    <a:lnTo>
                      <a:pt x="0" y="2638"/>
                    </a:lnTo>
                    <a:lnTo>
                      <a:pt x="0" y="2801"/>
                    </a:lnTo>
                    <a:lnTo>
                      <a:pt x="2585" y="3591"/>
                    </a:lnTo>
                    <a:lnTo>
                      <a:pt x="3264" y="3088"/>
                    </a:lnTo>
                    <a:lnTo>
                      <a:pt x="4351" y="2354"/>
                    </a:lnTo>
                    <a:lnTo>
                      <a:pt x="5712" y="1577"/>
                    </a:lnTo>
                    <a:lnTo>
                      <a:pt x="6747" y="1074"/>
                    </a:lnTo>
                    <a:lnTo>
                      <a:pt x="7778" y="666"/>
                    </a:lnTo>
                    <a:lnTo>
                      <a:pt x="5085" y="1"/>
                    </a:lnTo>
                    <a:close/>
                  </a:path>
                </a:pathLst>
              </a:custGeom>
              <a:solidFill>
                <a:srgbClr val="2D2C3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37" name="Google Shape;1237;p34"/>
              <p:cNvSpPr/>
              <p:nvPr/>
            </p:nvSpPr>
            <p:spPr>
              <a:xfrm>
                <a:off x="4629625" y="1409525"/>
                <a:ext cx="186975" cy="86350"/>
              </a:xfrm>
              <a:custGeom>
                <a:rect b="b" l="l" r="r" t="t"/>
                <a:pathLst>
                  <a:path extrusionOk="0" h="3454" w="7479">
                    <a:moveTo>
                      <a:pt x="4622" y="0"/>
                    </a:moveTo>
                    <a:lnTo>
                      <a:pt x="3767" y="326"/>
                    </a:lnTo>
                    <a:lnTo>
                      <a:pt x="2814" y="718"/>
                    </a:lnTo>
                    <a:lnTo>
                      <a:pt x="1169" y="1671"/>
                    </a:lnTo>
                    <a:lnTo>
                      <a:pt x="298" y="2337"/>
                    </a:lnTo>
                    <a:lnTo>
                      <a:pt x="1" y="2611"/>
                    </a:lnTo>
                    <a:lnTo>
                      <a:pt x="1" y="2677"/>
                    </a:lnTo>
                    <a:lnTo>
                      <a:pt x="1672" y="3196"/>
                    </a:lnTo>
                    <a:lnTo>
                      <a:pt x="2501" y="3453"/>
                    </a:lnTo>
                    <a:lnTo>
                      <a:pt x="3154" y="2964"/>
                    </a:lnTo>
                    <a:lnTo>
                      <a:pt x="4244" y="2229"/>
                    </a:lnTo>
                    <a:lnTo>
                      <a:pt x="5602" y="1440"/>
                    </a:lnTo>
                    <a:lnTo>
                      <a:pt x="6418" y="1045"/>
                    </a:lnTo>
                    <a:lnTo>
                      <a:pt x="6649" y="937"/>
                    </a:lnTo>
                    <a:lnTo>
                      <a:pt x="7439" y="624"/>
                    </a:lnTo>
                    <a:lnTo>
                      <a:pt x="7479" y="610"/>
                    </a:lnTo>
                    <a:lnTo>
                      <a:pt x="6813" y="447"/>
                    </a:lnTo>
                    <a:lnTo>
                      <a:pt x="6134" y="284"/>
                    </a:lnTo>
                    <a:lnTo>
                      <a:pt x="5017" y="13"/>
                    </a:lnTo>
                    <a:lnTo>
                      <a:pt x="4828" y="0"/>
                    </a:lnTo>
                    <a:close/>
                  </a:path>
                </a:pathLst>
              </a:custGeom>
              <a:solidFill>
                <a:srgbClr val="50505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38" name="Google Shape;1238;p34"/>
              <p:cNvSpPr/>
              <p:nvPr/>
            </p:nvSpPr>
            <p:spPr>
              <a:xfrm>
                <a:off x="4955300" y="1652925"/>
                <a:ext cx="143550" cy="120400"/>
              </a:xfrm>
              <a:custGeom>
                <a:rect b="b" l="l" r="r" t="t"/>
                <a:pathLst>
                  <a:path extrusionOk="0" h="4816" w="5742">
                    <a:moveTo>
                      <a:pt x="5742" y="1"/>
                    </a:moveTo>
                    <a:lnTo>
                      <a:pt x="4342" y="817"/>
                    </a:lnTo>
                    <a:lnTo>
                      <a:pt x="653" y="2951"/>
                    </a:lnTo>
                    <a:lnTo>
                      <a:pt x="56" y="4407"/>
                    </a:lnTo>
                    <a:lnTo>
                      <a:pt x="0" y="4570"/>
                    </a:lnTo>
                    <a:lnTo>
                      <a:pt x="356" y="4815"/>
                    </a:lnTo>
                    <a:lnTo>
                      <a:pt x="1430" y="4609"/>
                    </a:lnTo>
                    <a:lnTo>
                      <a:pt x="2804" y="4038"/>
                    </a:lnTo>
                    <a:lnTo>
                      <a:pt x="4475" y="3075"/>
                    </a:lnTo>
                    <a:lnTo>
                      <a:pt x="5197" y="2436"/>
                    </a:lnTo>
                    <a:lnTo>
                      <a:pt x="5579" y="1891"/>
                    </a:lnTo>
                    <a:lnTo>
                      <a:pt x="5579" y="1740"/>
                    </a:lnTo>
                    <a:lnTo>
                      <a:pt x="5579" y="1701"/>
                    </a:lnTo>
                    <a:lnTo>
                      <a:pt x="5579" y="1672"/>
                    </a:lnTo>
                    <a:lnTo>
                      <a:pt x="5566" y="1564"/>
                    </a:lnTo>
                    <a:lnTo>
                      <a:pt x="5647" y="980"/>
                    </a:lnTo>
                    <a:lnTo>
                      <a:pt x="5742" y="1"/>
                    </a:lnTo>
                    <a:close/>
                  </a:path>
                </a:pathLst>
              </a:custGeom>
              <a:solidFill>
                <a:srgbClr val="B1282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39" name="Google Shape;1239;p34"/>
              <p:cNvSpPr/>
              <p:nvPr/>
            </p:nvSpPr>
            <p:spPr>
              <a:xfrm>
                <a:off x="5000575" y="1565200"/>
                <a:ext cx="98275" cy="93875"/>
              </a:xfrm>
              <a:custGeom>
                <a:rect b="b" l="l" r="r" t="t"/>
                <a:pathLst>
                  <a:path extrusionOk="0" h="3755" w="3931">
                    <a:moveTo>
                      <a:pt x="1" y="1"/>
                    </a:moveTo>
                    <a:lnTo>
                      <a:pt x="1672" y="2952"/>
                    </a:lnTo>
                    <a:lnTo>
                      <a:pt x="3931" y="3754"/>
                    </a:lnTo>
                    <a:cubicBezTo>
                      <a:pt x="3931" y="3754"/>
                      <a:pt x="3901" y="3428"/>
                      <a:pt x="3794" y="3170"/>
                    </a:cubicBezTo>
                    <a:cubicBezTo>
                      <a:pt x="3686" y="2912"/>
                      <a:pt x="3399" y="2586"/>
                      <a:pt x="2801" y="2109"/>
                    </a:cubicBezTo>
                    <a:cubicBezTo>
                      <a:pt x="2204" y="1620"/>
                      <a:pt x="1" y="1"/>
                      <a:pt x="1" y="1"/>
                    </a:cubicBezTo>
                    <a:close/>
                  </a:path>
                </a:pathLst>
              </a:custGeom>
              <a:solidFill>
                <a:srgbClr val="E7363C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40" name="Google Shape;1240;p34"/>
              <p:cNvSpPr/>
              <p:nvPr/>
            </p:nvSpPr>
            <p:spPr>
              <a:xfrm>
                <a:off x="4860800" y="1565200"/>
                <a:ext cx="238050" cy="161525"/>
              </a:xfrm>
              <a:custGeom>
                <a:rect b="b" l="l" r="r" t="t"/>
                <a:pathLst>
                  <a:path extrusionOk="0" h="6461" w="9522">
                    <a:moveTo>
                      <a:pt x="5592" y="1"/>
                    </a:moveTo>
                    <a:lnTo>
                      <a:pt x="1" y="3239"/>
                    </a:lnTo>
                    <a:lnTo>
                      <a:pt x="1117" y="4038"/>
                    </a:lnTo>
                    <a:lnTo>
                      <a:pt x="4433" y="6460"/>
                    </a:lnTo>
                    <a:lnTo>
                      <a:pt x="5713" y="6052"/>
                    </a:lnTo>
                    <a:lnTo>
                      <a:pt x="6705" y="5605"/>
                    </a:lnTo>
                    <a:lnTo>
                      <a:pt x="8461" y="4584"/>
                    </a:lnTo>
                    <a:lnTo>
                      <a:pt x="8908" y="4202"/>
                    </a:lnTo>
                    <a:lnTo>
                      <a:pt x="9522" y="3510"/>
                    </a:lnTo>
                    <a:cubicBezTo>
                      <a:pt x="9522" y="3510"/>
                      <a:pt x="9385" y="3304"/>
                      <a:pt x="9140" y="3007"/>
                    </a:cubicBezTo>
                    <a:cubicBezTo>
                      <a:pt x="8840" y="2625"/>
                      <a:pt x="8379" y="2109"/>
                      <a:pt x="7847" y="1688"/>
                    </a:cubicBezTo>
                    <a:cubicBezTo>
                      <a:pt x="6898" y="938"/>
                      <a:pt x="5592" y="1"/>
                      <a:pt x="5592" y="1"/>
                    </a:cubicBezTo>
                    <a:close/>
                  </a:path>
                </a:pathLst>
              </a:custGeom>
              <a:solidFill>
                <a:srgbClr val="E7363C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41" name="Google Shape;1241;p34"/>
              <p:cNvSpPr/>
              <p:nvPr/>
            </p:nvSpPr>
            <p:spPr>
              <a:xfrm>
                <a:off x="4843825" y="1637250"/>
                <a:ext cx="255025" cy="90125"/>
              </a:xfrm>
              <a:custGeom>
                <a:rect b="b" l="l" r="r" t="t"/>
                <a:pathLst>
                  <a:path extrusionOk="0" h="3605" w="10201">
                    <a:moveTo>
                      <a:pt x="1" y="1"/>
                    </a:moveTo>
                    <a:lnTo>
                      <a:pt x="82" y="314"/>
                    </a:lnTo>
                    <a:cubicBezTo>
                      <a:pt x="95" y="314"/>
                      <a:pt x="95" y="314"/>
                      <a:pt x="108" y="327"/>
                    </a:cubicBezTo>
                    <a:cubicBezTo>
                      <a:pt x="1251" y="1049"/>
                      <a:pt x="3209" y="2260"/>
                      <a:pt x="3209" y="2260"/>
                    </a:cubicBezTo>
                    <a:lnTo>
                      <a:pt x="4965" y="3458"/>
                    </a:lnTo>
                    <a:lnTo>
                      <a:pt x="5112" y="3604"/>
                    </a:lnTo>
                    <a:lnTo>
                      <a:pt x="5112" y="3578"/>
                    </a:lnTo>
                    <a:lnTo>
                      <a:pt x="6392" y="3170"/>
                    </a:lnTo>
                    <a:lnTo>
                      <a:pt x="7384" y="2723"/>
                    </a:lnTo>
                    <a:lnTo>
                      <a:pt x="9140" y="1702"/>
                    </a:lnTo>
                    <a:lnTo>
                      <a:pt x="9587" y="1320"/>
                    </a:lnTo>
                    <a:lnTo>
                      <a:pt x="10201" y="628"/>
                    </a:lnTo>
                    <a:cubicBezTo>
                      <a:pt x="10201" y="628"/>
                      <a:pt x="10064" y="422"/>
                      <a:pt x="9819" y="125"/>
                    </a:cubicBezTo>
                    <a:cubicBezTo>
                      <a:pt x="9806" y="194"/>
                      <a:pt x="9793" y="275"/>
                      <a:pt x="9780" y="357"/>
                    </a:cubicBezTo>
                    <a:cubicBezTo>
                      <a:pt x="9698" y="654"/>
                      <a:pt x="9140" y="1320"/>
                      <a:pt x="8947" y="1470"/>
                    </a:cubicBezTo>
                    <a:cubicBezTo>
                      <a:pt x="8758" y="1633"/>
                      <a:pt x="6907" y="2612"/>
                      <a:pt x="6568" y="2655"/>
                    </a:cubicBezTo>
                    <a:cubicBezTo>
                      <a:pt x="6418" y="2679"/>
                      <a:pt x="6133" y="2695"/>
                      <a:pt x="5822" y="2695"/>
                    </a:cubicBezTo>
                    <a:cubicBezTo>
                      <a:pt x="5455" y="2695"/>
                      <a:pt x="5051" y="2672"/>
                      <a:pt x="4786" y="2612"/>
                    </a:cubicBezTo>
                    <a:cubicBezTo>
                      <a:pt x="4489" y="2544"/>
                      <a:pt x="4068" y="2397"/>
                      <a:pt x="3699" y="2247"/>
                    </a:cubicBezTo>
                    <a:cubicBezTo>
                      <a:pt x="3467" y="2152"/>
                      <a:pt x="3265" y="2054"/>
                      <a:pt x="3128" y="1959"/>
                    </a:cubicBezTo>
                    <a:cubicBezTo>
                      <a:pt x="2951" y="1865"/>
                      <a:pt x="2380" y="1525"/>
                      <a:pt x="1796" y="1156"/>
                    </a:cubicBezTo>
                    <a:cubicBezTo>
                      <a:pt x="1048" y="709"/>
                      <a:pt x="259" y="233"/>
                      <a:pt x="259" y="233"/>
                    </a:cubicBezTo>
                    <a:lnTo>
                      <a:pt x="1" y="1"/>
                    </a:lnTo>
                    <a:close/>
                  </a:path>
                </a:pathLst>
              </a:custGeom>
              <a:solidFill>
                <a:srgbClr val="E7363C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42" name="Google Shape;1242;p34"/>
              <p:cNvSpPr/>
              <p:nvPr/>
            </p:nvSpPr>
            <p:spPr>
              <a:xfrm>
                <a:off x="4883575" y="1640025"/>
                <a:ext cx="129925" cy="68650"/>
              </a:xfrm>
              <a:custGeom>
                <a:rect b="b" l="l" r="r" t="t"/>
                <a:pathLst>
                  <a:path extrusionOk="0" h="2746" w="5197">
                    <a:moveTo>
                      <a:pt x="69" y="1"/>
                    </a:moveTo>
                    <a:lnTo>
                      <a:pt x="0" y="14"/>
                    </a:lnTo>
                    <a:cubicBezTo>
                      <a:pt x="0" y="27"/>
                      <a:pt x="5128" y="2514"/>
                      <a:pt x="5184" y="2746"/>
                    </a:cubicBezTo>
                    <a:cubicBezTo>
                      <a:pt x="5197" y="2651"/>
                      <a:pt x="5102" y="2583"/>
                      <a:pt x="4857" y="2433"/>
                    </a:cubicBezTo>
                    <a:cubicBezTo>
                      <a:pt x="4257" y="1972"/>
                      <a:pt x="69" y="1"/>
                      <a:pt x="69" y="1"/>
                    </a:cubicBezTo>
                    <a:close/>
                  </a:path>
                </a:pathLst>
              </a:custGeom>
              <a:solidFill>
                <a:srgbClr val="E7363C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43" name="Google Shape;1243;p34"/>
              <p:cNvSpPr/>
              <p:nvPr/>
            </p:nvSpPr>
            <p:spPr>
              <a:xfrm>
                <a:off x="4988350" y="1581850"/>
                <a:ext cx="82925" cy="95250"/>
              </a:xfrm>
              <a:custGeom>
                <a:rect b="b" l="l" r="r" t="t"/>
                <a:pathLst>
                  <a:path extrusionOk="0" h="3810" w="3317">
                    <a:moveTo>
                      <a:pt x="66" y="1"/>
                    </a:moveTo>
                    <a:lnTo>
                      <a:pt x="0" y="27"/>
                    </a:lnTo>
                    <a:lnTo>
                      <a:pt x="3235" y="3604"/>
                    </a:lnTo>
                    <a:lnTo>
                      <a:pt x="3317" y="3810"/>
                    </a:lnTo>
                    <a:lnTo>
                      <a:pt x="3264" y="3536"/>
                    </a:lnTo>
                    <a:lnTo>
                      <a:pt x="66" y="1"/>
                    </a:lnTo>
                    <a:close/>
                  </a:path>
                </a:pathLst>
              </a:custGeom>
              <a:solidFill>
                <a:srgbClr val="E7363C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44" name="Google Shape;1244;p34"/>
              <p:cNvSpPr/>
              <p:nvPr/>
            </p:nvSpPr>
            <p:spPr>
              <a:xfrm>
                <a:off x="4986300" y="1659700"/>
                <a:ext cx="100000" cy="60575"/>
              </a:xfrm>
              <a:custGeom>
                <a:rect b="b" l="l" r="r" t="t"/>
                <a:pathLst>
                  <a:path extrusionOk="0" h="2423" w="4000">
                    <a:moveTo>
                      <a:pt x="3999" y="1"/>
                    </a:moveTo>
                    <a:cubicBezTo>
                      <a:pt x="3999" y="1"/>
                      <a:pt x="3536" y="614"/>
                      <a:pt x="3386" y="735"/>
                    </a:cubicBezTo>
                    <a:cubicBezTo>
                      <a:pt x="3102" y="954"/>
                      <a:pt x="2054" y="1580"/>
                      <a:pt x="1633" y="1757"/>
                    </a:cubicBezTo>
                    <a:cubicBezTo>
                      <a:pt x="1235" y="1934"/>
                      <a:pt x="817" y="2112"/>
                      <a:pt x="140" y="2112"/>
                    </a:cubicBezTo>
                    <a:cubicBezTo>
                      <a:pt x="95" y="2112"/>
                      <a:pt x="48" y="2111"/>
                      <a:pt x="1" y="2109"/>
                    </a:cubicBezTo>
                    <a:lnTo>
                      <a:pt x="1" y="2109"/>
                    </a:lnTo>
                    <a:cubicBezTo>
                      <a:pt x="121" y="2285"/>
                      <a:pt x="706" y="2422"/>
                      <a:pt x="706" y="2422"/>
                    </a:cubicBezTo>
                    <a:lnTo>
                      <a:pt x="2406" y="1538"/>
                    </a:lnTo>
                    <a:lnTo>
                      <a:pt x="3673" y="777"/>
                    </a:lnTo>
                    <a:lnTo>
                      <a:pt x="3999" y="1"/>
                    </a:lnTo>
                    <a:close/>
                  </a:path>
                </a:pathLst>
              </a:custGeom>
              <a:solidFill>
                <a:srgbClr val="B1282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45" name="Google Shape;1245;p34"/>
              <p:cNvSpPr/>
              <p:nvPr/>
            </p:nvSpPr>
            <p:spPr>
              <a:xfrm>
                <a:off x="4787025" y="1481575"/>
                <a:ext cx="213575" cy="164600"/>
              </a:xfrm>
              <a:custGeom>
                <a:rect b="b" l="l" r="r" t="t"/>
                <a:pathLst>
                  <a:path extrusionOk="0" h="6584" w="8543">
                    <a:moveTo>
                      <a:pt x="5360" y="0"/>
                    </a:moveTo>
                    <a:lnTo>
                      <a:pt x="1" y="3101"/>
                    </a:lnTo>
                    <a:lnTo>
                      <a:pt x="2952" y="6584"/>
                    </a:lnTo>
                    <a:lnTo>
                      <a:pt x="4218" y="6228"/>
                    </a:lnTo>
                    <a:lnTo>
                      <a:pt x="5099" y="5875"/>
                    </a:lnTo>
                    <a:lnTo>
                      <a:pt x="7453" y="4514"/>
                    </a:lnTo>
                    <a:lnTo>
                      <a:pt x="7890" y="4106"/>
                    </a:lnTo>
                    <a:lnTo>
                      <a:pt x="8543" y="3346"/>
                    </a:lnTo>
                    <a:lnTo>
                      <a:pt x="5360" y="0"/>
                    </a:lnTo>
                    <a:close/>
                  </a:path>
                </a:pathLst>
              </a:custGeom>
              <a:solidFill>
                <a:srgbClr val="2D2C3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46" name="Google Shape;1246;p34"/>
              <p:cNvSpPr/>
              <p:nvPr/>
            </p:nvSpPr>
            <p:spPr>
              <a:xfrm>
                <a:off x="4856075" y="1555000"/>
                <a:ext cx="144525" cy="91175"/>
              </a:xfrm>
              <a:custGeom>
                <a:rect b="b" l="l" r="r" t="t"/>
                <a:pathLst>
                  <a:path extrusionOk="0" h="3647" w="5781">
                    <a:moveTo>
                      <a:pt x="5386" y="1"/>
                    </a:moveTo>
                    <a:lnTo>
                      <a:pt x="5317" y="138"/>
                    </a:lnTo>
                    <a:cubicBezTo>
                      <a:pt x="5373" y="233"/>
                      <a:pt x="5154" y="709"/>
                      <a:pt x="4720" y="1036"/>
                    </a:cubicBezTo>
                    <a:cubicBezTo>
                      <a:pt x="4283" y="1362"/>
                      <a:pt x="2256" y="2530"/>
                      <a:pt x="1782" y="2733"/>
                    </a:cubicBezTo>
                    <a:cubicBezTo>
                      <a:pt x="1319" y="2933"/>
                      <a:pt x="790" y="3158"/>
                      <a:pt x="299" y="3158"/>
                    </a:cubicBezTo>
                    <a:cubicBezTo>
                      <a:pt x="285" y="3158"/>
                      <a:pt x="272" y="3157"/>
                      <a:pt x="258" y="3157"/>
                    </a:cubicBezTo>
                    <a:cubicBezTo>
                      <a:pt x="251" y="3156"/>
                      <a:pt x="243" y="3156"/>
                      <a:pt x="236" y="3156"/>
                    </a:cubicBezTo>
                    <a:cubicBezTo>
                      <a:pt x="123" y="3156"/>
                      <a:pt x="37" y="3274"/>
                      <a:pt x="0" y="3415"/>
                    </a:cubicBezTo>
                    <a:lnTo>
                      <a:pt x="190" y="3647"/>
                    </a:lnTo>
                    <a:lnTo>
                      <a:pt x="1456" y="3291"/>
                    </a:lnTo>
                    <a:lnTo>
                      <a:pt x="2337" y="2938"/>
                    </a:lnTo>
                    <a:lnTo>
                      <a:pt x="4691" y="1577"/>
                    </a:lnTo>
                    <a:lnTo>
                      <a:pt x="5128" y="1169"/>
                    </a:lnTo>
                    <a:lnTo>
                      <a:pt x="5781" y="409"/>
                    </a:lnTo>
                    <a:lnTo>
                      <a:pt x="5631" y="246"/>
                    </a:lnTo>
                    <a:lnTo>
                      <a:pt x="5386" y="1"/>
                    </a:lnTo>
                    <a:close/>
                  </a:path>
                </a:pathLst>
              </a:custGeom>
              <a:solidFill>
                <a:srgbClr val="2D2C3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47" name="Google Shape;1247;p34"/>
              <p:cNvSpPr/>
              <p:nvPr/>
            </p:nvSpPr>
            <p:spPr>
              <a:xfrm>
                <a:off x="4897200" y="1487025"/>
                <a:ext cx="92800" cy="76500"/>
              </a:xfrm>
              <a:custGeom>
                <a:rect b="b" l="l" r="r" t="t"/>
                <a:pathLst>
                  <a:path extrusionOk="0" h="3060" w="3712">
                    <a:moveTo>
                      <a:pt x="803" y="1"/>
                    </a:moveTo>
                    <a:cubicBezTo>
                      <a:pt x="803" y="1"/>
                      <a:pt x="435" y="353"/>
                      <a:pt x="0" y="667"/>
                    </a:cubicBezTo>
                    <a:lnTo>
                      <a:pt x="3557" y="2906"/>
                    </a:lnTo>
                    <a:lnTo>
                      <a:pt x="3557" y="2906"/>
                    </a:lnTo>
                    <a:cubicBezTo>
                      <a:pt x="3228" y="2517"/>
                      <a:pt x="2335" y="1472"/>
                      <a:pt x="1659" y="774"/>
                    </a:cubicBezTo>
                    <a:cubicBezTo>
                      <a:pt x="1388" y="504"/>
                      <a:pt x="1100" y="246"/>
                      <a:pt x="803" y="1"/>
                    </a:cubicBezTo>
                    <a:close/>
                    <a:moveTo>
                      <a:pt x="3557" y="2906"/>
                    </a:moveTo>
                    <a:cubicBezTo>
                      <a:pt x="3638" y="3003"/>
                      <a:pt x="3685" y="3059"/>
                      <a:pt x="3685" y="3059"/>
                    </a:cubicBezTo>
                    <a:lnTo>
                      <a:pt x="3712" y="3004"/>
                    </a:lnTo>
                    <a:lnTo>
                      <a:pt x="3557" y="2906"/>
                    </a:lnTo>
                    <a:close/>
                  </a:path>
                </a:pathLst>
              </a:custGeom>
              <a:solidFill>
                <a:srgbClr val="50505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48" name="Google Shape;1248;p34"/>
              <p:cNvSpPr/>
              <p:nvPr/>
            </p:nvSpPr>
            <p:spPr>
              <a:xfrm>
                <a:off x="4857050" y="1548225"/>
                <a:ext cx="132300" cy="87025"/>
              </a:xfrm>
              <a:custGeom>
                <a:rect b="b" l="l" r="r" t="t"/>
                <a:pathLst>
                  <a:path extrusionOk="0" h="3481" w="5292">
                    <a:moveTo>
                      <a:pt x="4218" y="1"/>
                    </a:moveTo>
                    <a:lnTo>
                      <a:pt x="2285" y="1225"/>
                    </a:lnTo>
                    <a:lnTo>
                      <a:pt x="1972" y="2025"/>
                    </a:lnTo>
                    <a:lnTo>
                      <a:pt x="0" y="3102"/>
                    </a:lnTo>
                    <a:cubicBezTo>
                      <a:pt x="14" y="3115"/>
                      <a:pt x="30" y="3115"/>
                      <a:pt x="30" y="3128"/>
                    </a:cubicBezTo>
                    <a:cubicBezTo>
                      <a:pt x="69" y="3183"/>
                      <a:pt x="111" y="3223"/>
                      <a:pt x="138" y="3265"/>
                    </a:cubicBezTo>
                    <a:cubicBezTo>
                      <a:pt x="151" y="3278"/>
                      <a:pt x="151" y="3278"/>
                      <a:pt x="164" y="3291"/>
                    </a:cubicBezTo>
                    <a:cubicBezTo>
                      <a:pt x="177" y="3304"/>
                      <a:pt x="177" y="3304"/>
                      <a:pt x="177" y="3317"/>
                    </a:cubicBezTo>
                    <a:lnTo>
                      <a:pt x="193" y="3317"/>
                    </a:lnTo>
                    <a:cubicBezTo>
                      <a:pt x="193" y="3330"/>
                      <a:pt x="206" y="3330"/>
                      <a:pt x="206" y="3330"/>
                    </a:cubicBezTo>
                    <a:lnTo>
                      <a:pt x="219" y="3347"/>
                    </a:lnTo>
                    <a:lnTo>
                      <a:pt x="232" y="3360"/>
                    </a:lnTo>
                    <a:lnTo>
                      <a:pt x="245" y="3373"/>
                    </a:lnTo>
                    <a:lnTo>
                      <a:pt x="245" y="3386"/>
                    </a:lnTo>
                    <a:lnTo>
                      <a:pt x="258" y="3399"/>
                    </a:lnTo>
                    <a:lnTo>
                      <a:pt x="275" y="3399"/>
                    </a:lnTo>
                    <a:lnTo>
                      <a:pt x="288" y="3412"/>
                    </a:lnTo>
                    <a:lnTo>
                      <a:pt x="301" y="3428"/>
                    </a:lnTo>
                    <a:lnTo>
                      <a:pt x="314" y="3441"/>
                    </a:lnTo>
                    <a:lnTo>
                      <a:pt x="327" y="3441"/>
                    </a:lnTo>
                    <a:lnTo>
                      <a:pt x="340" y="3454"/>
                    </a:lnTo>
                    <a:lnTo>
                      <a:pt x="356" y="3454"/>
                    </a:lnTo>
                    <a:lnTo>
                      <a:pt x="422" y="3480"/>
                    </a:lnTo>
                    <a:cubicBezTo>
                      <a:pt x="696" y="3428"/>
                      <a:pt x="941" y="3386"/>
                      <a:pt x="1091" y="3317"/>
                    </a:cubicBezTo>
                    <a:cubicBezTo>
                      <a:pt x="1091" y="3317"/>
                      <a:pt x="1401" y="3236"/>
                      <a:pt x="1796" y="3059"/>
                    </a:cubicBezTo>
                    <a:cubicBezTo>
                      <a:pt x="2259" y="2857"/>
                      <a:pt x="2843" y="2544"/>
                      <a:pt x="3359" y="2230"/>
                    </a:cubicBezTo>
                    <a:cubicBezTo>
                      <a:pt x="4449" y="1590"/>
                      <a:pt x="4733" y="1333"/>
                      <a:pt x="4733" y="1333"/>
                    </a:cubicBezTo>
                    <a:lnTo>
                      <a:pt x="5223" y="801"/>
                    </a:lnTo>
                    <a:cubicBezTo>
                      <a:pt x="5265" y="706"/>
                      <a:pt x="5291" y="611"/>
                      <a:pt x="5291" y="504"/>
                    </a:cubicBezTo>
                    <a:cubicBezTo>
                      <a:pt x="5252" y="435"/>
                      <a:pt x="5197" y="340"/>
                      <a:pt x="5128" y="229"/>
                    </a:cubicBezTo>
                    <a:lnTo>
                      <a:pt x="5102" y="216"/>
                    </a:lnTo>
                    <a:lnTo>
                      <a:pt x="4218" y="1"/>
                    </a:lnTo>
                    <a:close/>
                  </a:path>
                </a:pathLst>
              </a:custGeom>
              <a:solidFill>
                <a:srgbClr val="2D2C3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49" name="Google Shape;1249;p34"/>
              <p:cNvSpPr/>
              <p:nvPr/>
            </p:nvSpPr>
            <p:spPr>
              <a:xfrm>
                <a:off x="4788750" y="1528500"/>
                <a:ext cx="145525" cy="115975"/>
              </a:xfrm>
              <a:custGeom>
                <a:rect b="b" l="l" r="r" t="t"/>
                <a:pathLst>
                  <a:path extrusionOk="0" h="4639" w="5821">
                    <a:moveTo>
                      <a:pt x="2693" y="0"/>
                    </a:moveTo>
                    <a:lnTo>
                      <a:pt x="1264" y="464"/>
                    </a:lnTo>
                    <a:lnTo>
                      <a:pt x="0" y="1198"/>
                    </a:lnTo>
                    <a:cubicBezTo>
                      <a:pt x="190" y="1443"/>
                      <a:pt x="542" y="1890"/>
                      <a:pt x="1114" y="2474"/>
                    </a:cubicBezTo>
                    <a:cubicBezTo>
                      <a:pt x="2041" y="3466"/>
                      <a:pt x="2543" y="4364"/>
                      <a:pt x="3046" y="4596"/>
                    </a:cubicBezTo>
                    <a:cubicBezTo>
                      <a:pt x="3072" y="4609"/>
                      <a:pt x="3088" y="4625"/>
                      <a:pt x="3127" y="4638"/>
                    </a:cubicBezTo>
                    <a:lnTo>
                      <a:pt x="4149" y="4351"/>
                    </a:lnTo>
                    <a:lnTo>
                      <a:pt x="5030" y="3998"/>
                    </a:lnTo>
                    <a:lnTo>
                      <a:pt x="5820" y="3548"/>
                    </a:lnTo>
                    <a:cubicBezTo>
                      <a:pt x="4038" y="1100"/>
                      <a:pt x="2693" y="0"/>
                      <a:pt x="2693" y="0"/>
                    </a:cubicBezTo>
                    <a:close/>
                  </a:path>
                </a:pathLst>
              </a:custGeom>
              <a:solidFill>
                <a:srgbClr val="50505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50" name="Google Shape;1250;p34"/>
              <p:cNvSpPr/>
              <p:nvPr/>
            </p:nvSpPr>
            <p:spPr>
              <a:xfrm>
                <a:off x="4688450" y="1424450"/>
                <a:ext cx="232600" cy="134675"/>
              </a:xfrm>
              <a:custGeom>
                <a:rect b="b" l="l" r="r" t="t"/>
                <a:pathLst>
                  <a:path extrusionOk="0" h="5387" w="9304">
                    <a:moveTo>
                      <a:pt x="5357" y="0"/>
                    </a:moveTo>
                    <a:lnTo>
                      <a:pt x="4326" y="408"/>
                    </a:lnTo>
                    <a:lnTo>
                      <a:pt x="3291" y="911"/>
                    </a:lnTo>
                    <a:lnTo>
                      <a:pt x="1930" y="1688"/>
                    </a:lnTo>
                    <a:lnTo>
                      <a:pt x="843" y="2422"/>
                    </a:lnTo>
                    <a:lnTo>
                      <a:pt x="1" y="3101"/>
                    </a:lnTo>
                    <a:lnTo>
                      <a:pt x="3944" y="5386"/>
                    </a:lnTo>
                    <a:lnTo>
                      <a:pt x="5060" y="4952"/>
                    </a:lnTo>
                    <a:lnTo>
                      <a:pt x="6310" y="4312"/>
                    </a:lnTo>
                    <a:lnTo>
                      <a:pt x="7982" y="3346"/>
                    </a:lnTo>
                    <a:lnTo>
                      <a:pt x="8540" y="2925"/>
                    </a:lnTo>
                    <a:lnTo>
                      <a:pt x="9303" y="2285"/>
                    </a:lnTo>
                    <a:lnTo>
                      <a:pt x="7629" y="1182"/>
                    </a:lnTo>
                    <a:lnTo>
                      <a:pt x="5357" y="0"/>
                    </a:lnTo>
                    <a:close/>
                  </a:path>
                </a:pathLst>
              </a:custGeom>
              <a:solidFill>
                <a:srgbClr val="E7363C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51" name="Google Shape;1251;p34"/>
              <p:cNvSpPr/>
              <p:nvPr/>
            </p:nvSpPr>
            <p:spPr>
              <a:xfrm>
                <a:off x="4577250" y="1392775"/>
                <a:ext cx="176100" cy="90200"/>
              </a:xfrm>
              <a:custGeom>
                <a:rect b="b" l="l" r="r" t="t"/>
                <a:pathLst>
                  <a:path extrusionOk="0" h="3608" w="7044">
                    <a:moveTo>
                      <a:pt x="5330" y="1"/>
                    </a:moveTo>
                    <a:lnTo>
                      <a:pt x="4380" y="327"/>
                    </a:lnTo>
                    <a:lnTo>
                      <a:pt x="3440" y="722"/>
                    </a:lnTo>
                    <a:lnTo>
                      <a:pt x="1306" y="1959"/>
                    </a:lnTo>
                    <a:lnTo>
                      <a:pt x="516" y="2560"/>
                    </a:lnTo>
                    <a:lnTo>
                      <a:pt x="0" y="3089"/>
                    </a:lnTo>
                    <a:lnTo>
                      <a:pt x="1619" y="3608"/>
                    </a:lnTo>
                    <a:lnTo>
                      <a:pt x="2340" y="2955"/>
                    </a:lnTo>
                    <a:lnTo>
                      <a:pt x="3225" y="2286"/>
                    </a:lnTo>
                    <a:lnTo>
                      <a:pt x="4883" y="1323"/>
                    </a:lnTo>
                    <a:lnTo>
                      <a:pt x="5836" y="928"/>
                    </a:lnTo>
                    <a:lnTo>
                      <a:pt x="7044" y="478"/>
                    </a:lnTo>
                    <a:lnTo>
                      <a:pt x="5330" y="1"/>
                    </a:lnTo>
                    <a:close/>
                  </a:path>
                </a:pathLst>
              </a:custGeom>
              <a:solidFill>
                <a:srgbClr val="E7363C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52" name="Google Shape;1252;p34"/>
              <p:cNvSpPr/>
              <p:nvPr/>
            </p:nvSpPr>
            <p:spPr>
              <a:xfrm>
                <a:off x="4566050" y="1469000"/>
                <a:ext cx="405600" cy="304975"/>
              </a:xfrm>
              <a:custGeom>
                <a:rect b="b" l="l" r="r" t="t"/>
                <a:pathLst>
                  <a:path extrusionOk="0" h="12199" w="16224">
                    <a:moveTo>
                      <a:pt x="611" y="1"/>
                    </a:moveTo>
                    <a:lnTo>
                      <a:pt x="448" y="40"/>
                    </a:lnTo>
                    <a:lnTo>
                      <a:pt x="367" y="435"/>
                    </a:lnTo>
                    <a:lnTo>
                      <a:pt x="272" y="830"/>
                    </a:lnTo>
                    <a:lnTo>
                      <a:pt x="367" y="1019"/>
                    </a:lnTo>
                    <a:lnTo>
                      <a:pt x="272" y="1701"/>
                    </a:lnTo>
                    <a:lnTo>
                      <a:pt x="83" y="1809"/>
                    </a:lnTo>
                    <a:lnTo>
                      <a:pt x="1" y="2419"/>
                    </a:lnTo>
                    <a:lnTo>
                      <a:pt x="1" y="2462"/>
                    </a:lnTo>
                    <a:cubicBezTo>
                      <a:pt x="1" y="2462"/>
                      <a:pt x="203" y="3235"/>
                      <a:pt x="409" y="3480"/>
                    </a:cubicBezTo>
                    <a:cubicBezTo>
                      <a:pt x="572" y="3673"/>
                      <a:pt x="1388" y="4120"/>
                      <a:pt x="1796" y="4378"/>
                    </a:cubicBezTo>
                    <a:cubicBezTo>
                      <a:pt x="1891" y="4446"/>
                      <a:pt x="1959" y="4489"/>
                      <a:pt x="1959" y="4489"/>
                    </a:cubicBezTo>
                    <a:lnTo>
                      <a:pt x="1972" y="4502"/>
                    </a:lnTo>
                    <a:lnTo>
                      <a:pt x="1878" y="4107"/>
                    </a:lnTo>
                    <a:cubicBezTo>
                      <a:pt x="1878" y="3511"/>
                      <a:pt x="2177" y="3158"/>
                      <a:pt x="2612" y="3158"/>
                    </a:cubicBezTo>
                    <a:cubicBezTo>
                      <a:pt x="2792" y="3158"/>
                      <a:pt x="2995" y="3218"/>
                      <a:pt x="3209" y="3346"/>
                    </a:cubicBezTo>
                    <a:cubicBezTo>
                      <a:pt x="3944" y="3767"/>
                      <a:pt x="4541" y="4802"/>
                      <a:pt x="4541" y="5657"/>
                    </a:cubicBezTo>
                    <a:lnTo>
                      <a:pt x="4636" y="6241"/>
                    </a:lnTo>
                    <a:lnTo>
                      <a:pt x="4665" y="6271"/>
                    </a:lnTo>
                    <a:lnTo>
                      <a:pt x="11751" y="10364"/>
                    </a:lnTo>
                    <a:lnTo>
                      <a:pt x="11654" y="9763"/>
                    </a:lnTo>
                    <a:cubicBezTo>
                      <a:pt x="11654" y="9166"/>
                      <a:pt x="11955" y="8822"/>
                      <a:pt x="12393" y="8822"/>
                    </a:cubicBezTo>
                    <a:cubicBezTo>
                      <a:pt x="12572" y="8822"/>
                      <a:pt x="12775" y="8880"/>
                      <a:pt x="12989" y="9003"/>
                    </a:cubicBezTo>
                    <a:cubicBezTo>
                      <a:pt x="13723" y="9437"/>
                      <a:pt x="14320" y="10472"/>
                      <a:pt x="14320" y="11314"/>
                    </a:cubicBezTo>
                    <a:lnTo>
                      <a:pt x="14415" y="11914"/>
                    </a:lnTo>
                    <a:lnTo>
                      <a:pt x="14457" y="11940"/>
                    </a:lnTo>
                    <a:lnTo>
                      <a:pt x="14552" y="11983"/>
                    </a:lnTo>
                    <a:lnTo>
                      <a:pt x="14591" y="12009"/>
                    </a:lnTo>
                    <a:lnTo>
                      <a:pt x="15721" y="12198"/>
                    </a:lnTo>
                    <a:lnTo>
                      <a:pt x="15926" y="12172"/>
                    </a:lnTo>
                    <a:lnTo>
                      <a:pt x="15965" y="12035"/>
                    </a:lnTo>
                    <a:lnTo>
                      <a:pt x="15871" y="12035"/>
                    </a:lnTo>
                    <a:lnTo>
                      <a:pt x="16076" y="11833"/>
                    </a:lnTo>
                    <a:lnTo>
                      <a:pt x="16089" y="11777"/>
                    </a:lnTo>
                    <a:lnTo>
                      <a:pt x="16115" y="11656"/>
                    </a:lnTo>
                    <a:lnTo>
                      <a:pt x="16223" y="10334"/>
                    </a:lnTo>
                    <a:lnTo>
                      <a:pt x="16223" y="10308"/>
                    </a:lnTo>
                    <a:cubicBezTo>
                      <a:pt x="16223" y="10308"/>
                      <a:pt x="15965" y="9913"/>
                      <a:pt x="15570" y="9535"/>
                    </a:cubicBezTo>
                    <a:cubicBezTo>
                      <a:pt x="15179" y="9153"/>
                      <a:pt x="14252" y="8853"/>
                      <a:pt x="13423" y="8281"/>
                    </a:cubicBezTo>
                    <a:cubicBezTo>
                      <a:pt x="12594" y="7697"/>
                      <a:pt x="11791" y="7087"/>
                      <a:pt x="11791" y="7087"/>
                    </a:cubicBezTo>
                    <a:cubicBezTo>
                      <a:pt x="11791" y="7087"/>
                      <a:pt x="11301" y="6499"/>
                      <a:pt x="10854" y="5970"/>
                    </a:cubicBezTo>
                    <a:cubicBezTo>
                      <a:pt x="10416" y="5438"/>
                      <a:pt x="9764" y="4365"/>
                      <a:pt x="8840" y="3604"/>
                    </a:cubicBezTo>
                    <a:cubicBezTo>
                      <a:pt x="7916" y="2844"/>
                      <a:pt x="7165" y="2449"/>
                      <a:pt x="6663" y="2161"/>
                    </a:cubicBezTo>
                    <a:cubicBezTo>
                      <a:pt x="6147" y="1877"/>
                      <a:pt x="5125" y="1264"/>
                      <a:pt x="3931" y="950"/>
                    </a:cubicBezTo>
                    <a:cubicBezTo>
                      <a:pt x="2733" y="624"/>
                      <a:pt x="1646" y="396"/>
                      <a:pt x="1646" y="396"/>
                    </a:cubicBezTo>
                    <a:lnTo>
                      <a:pt x="611" y="1"/>
                    </a:lnTo>
                    <a:close/>
                  </a:path>
                </a:pathLst>
              </a:custGeom>
              <a:solidFill>
                <a:srgbClr val="E7363C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53" name="Google Shape;1253;p34"/>
              <p:cNvSpPr/>
              <p:nvPr/>
            </p:nvSpPr>
            <p:spPr>
              <a:xfrm>
                <a:off x="4608500" y="1533525"/>
                <a:ext cx="75175" cy="76925"/>
              </a:xfrm>
              <a:custGeom>
                <a:rect b="b" l="l" r="r" t="t"/>
                <a:pathLst>
                  <a:path extrusionOk="0" h="3077" w="3007">
                    <a:moveTo>
                      <a:pt x="1037" y="0"/>
                    </a:moveTo>
                    <a:cubicBezTo>
                      <a:pt x="724" y="0"/>
                      <a:pt x="488" y="124"/>
                      <a:pt x="343" y="246"/>
                    </a:cubicBezTo>
                    <a:cubicBezTo>
                      <a:pt x="82" y="465"/>
                      <a:pt x="0" y="968"/>
                      <a:pt x="0" y="1431"/>
                    </a:cubicBezTo>
                    <a:cubicBezTo>
                      <a:pt x="261" y="778"/>
                      <a:pt x="193" y="628"/>
                      <a:pt x="682" y="478"/>
                    </a:cubicBezTo>
                    <a:cubicBezTo>
                      <a:pt x="746" y="460"/>
                      <a:pt x="810" y="452"/>
                      <a:pt x="873" y="452"/>
                    </a:cubicBezTo>
                    <a:cubicBezTo>
                      <a:pt x="1281" y="452"/>
                      <a:pt x="1649" y="778"/>
                      <a:pt x="1649" y="778"/>
                    </a:cubicBezTo>
                    <a:lnTo>
                      <a:pt x="2190" y="1242"/>
                    </a:lnTo>
                    <a:lnTo>
                      <a:pt x="2654" y="1960"/>
                    </a:lnTo>
                    <a:lnTo>
                      <a:pt x="3006" y="3076"/>
                    </a:lnTo>
                    <a:cubicBezTo>
                      <a:pt x="2873" y="1323"/>
                      <a:pt x="2817" y="928"/>
                      <a:pt x="2014" y="357"/>
                    </a:cubicBezTo>
                    <a:cubicBezTo>
                      <a:pt x="1636" y="92"/>
                      <a:pt x="1307" y="0"/>
                      <a:pt x="1037" y="0"/>
                    </a:cubicBezTo>
                    <a:close/>
                  </a:path>
                </a:pathLst>
              </a:custGeom>
              <a:solidFill>
                <a:srgbClr val="E7363C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54" name="Google Shape;1254;p34"/>
              <p:cNvSpPr/>
              <p:nvPr/>
            </p:nvSpPr>
            <p:spPr>
              <a:xfrm>
                <a:off x="4688800" y="1600525"/>
                <a:ext cx="162175" cy="105600"/>
              </a:xfrm>
              <a:custGeom>
                <a:rect b="b" l="l" r="r" t="t"/>
                <a:pathLst>
                  <a:path extrusionOk="0" h="4224" w="6487">
                    <a:moveTo>
                      <a:pt x="23" y="0"/>
                    </a:moveTo>
                    <a:cubicBezTo>
                      <a:pt x="8" y="0"/>
                      <a:pt x="0" y="1"/>
                      <a:pt x="0" y="1"/>
                    </a:cubicBezTo>
                    <a:cubicBezTo>
                      <a:pt x="0" y="1"/>
                      <a:pt x="6254" y="4163"/>
                      <a:pt x="6378" y="4218"/>
                    </a:cubicBezTo>
                    <a:cubicBezTo>
                      <a:pt x="6384" y="4222"/>
                      <a:pt x="6390" y="4224"/>
                      <a:pt x="6395" y="4224"/>
                    </a:cubicBezTo>
                    <a:cubicBezTo>
                      <a:pt x="6487" y="4224"/>
                      <a:pt x="6375" y="3673"/>
                      <a:pt x="6091" y="3441"/>
                    </a:cubicBezTo>
                    <a:cubicBezTo>
                      <a:pt x="5781" y="3213"/>
                      <a:pt x="2040" y="980"/>
                      <a:pt x="1224" y="465"/>
                    </a:cubicBezTo>
                    <a:cubicBezTo>
                      <a:pt x="529" y="30"/>
                      <a:pt x="121" y="0"/>
                      <a:pt x="23" y="0"/>
                    </a:cubicBezTo>
                    <a:close/>
                  </a:path>
                </a:pathLst>
              </a:custGeom>
              <a:solidFill>
                <a:srgbClr val="E7363C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55" name="Google Shape;1255;p34"/>
              <p:cNvSpPr/>
              <p:nvPr/>
            </p:nvSpPr>
            <p:spPr>
              <a:xfrm>
                <a:off x="4575200" y="1469000"/>
                <a:ext cx="396450" cy="258375"/>
              </a:xfrm>
              <a:custGeom>
                <a:rect b="b" l="l" r="r" t="t"/>
                <a:pathLst>
                  <a:path extrusionOk="0" h="10335" w="15858">
                    <a:moveTo>
                      <a:pt x="245" y="1"/>
                    </a:moveTo>
                    <a:lnTo>
                      <a:pt x="82" y="40"/>
                    </a:lnTo>
                    <a:lnTo>
                      <a:pt x="1" y="435"/>
                    </a:lnTo>
                    <a:lnTo>
                      <a:pt x="1104" y="1264"/>
                    </a:lnTo>
                    <a:cubicBezTo>
                      <a:pt x="1104" y="1264"/>
                      <a:pt x="2165" y="1809"/>
                      <a:pt x="3307" y="2475"/>
                    </a:cubicBezTo>
                    <a:cubicBezTo>
                      <a:pt x="4433" y="3141"/>
                      <a:pt x="9656" y="6297"/>
                      <a:pt x="10827" y="7044"/>
                    </a:cubicBezTo>
                    <a:cubicBezTo>
                      <a:pt x="10840" y="7044"/>
                      <a:pt x="10840" y="7044"/>
                      <a:pt x="10853" y="7057"/>
                    </a:cubicBezTo>
                    <a:cubicBezTo>
                      <a:pt x="11996" y="7779"/>
                      <a:pt x="13954" y="8990"/>
                      <a:pt x="13954" y="8990"/>
                    </a:cubicBezTo>
                    <a:lnTo>
                      <a:pt x="15710" y="10188"/>
                    </a:lnTo>
                    <a:lnTo>
                      <a:pt x="15857" y="10334"/>
                    </a:lnTo>
                    <a:lnTo>
                      <a:pt x="15857" y="10308"/>
                    </a:lnTo>
                    <a:cubicBezTo>
                      <a:pt x="15857" y="10308"/>
                      <a:pt x="15599" y="9913"/>
                      <a:pt x="15204" y="9535"/>
                    </a:cubicBezTo>
                    <a:cubicBezTo>
                      <a:pt x="15015" y="9355"/>
                      <a:pt x="14757" y="9179"/>
                      <a:pt x="14444" y="8977"/>
                    </a:cubicBezTo>
                    <a:cubicBezTo>
                      <a:pt x="14078" y="8745"/>
                      <a:pt x="13670" y="8487"/>
                      <a:pt x="13220" y="8174"/>
                    </a:cubicBezTo>
                    <a:cubicBezTo>
                      <a:pt x="12404" y="7616"/>
                      <a:pt x="11451" y="7100"/>
                      <a:pt x="11425" y="7087"/>
                    </a:cubicBezTo>
                    <a:cubicBezTo>
                      <a:pt x="11425" y="7087"/>
                      <a:pt x="11098" y="6405"/>
                      <a:pt x="10664" y="5876"/>
                    </a:cubicBezTo>
                    <a:cubicBezTo>
                      <a:pt x="10214" y="5344"/>
                      <a:pt x="9398" y="4365"/>
                      <a:pt x="8474" y="3604"/>
                    </a:cubicBezTo>
                    <a:cubicBezTo>
                      <a:pt x="7550" y="2844"/>
                      <a:pt x="6799" y="2449"/>
                      <a:pt x="6297" y="2161"/>
                    </a:cubicBezTo>
                    <a:cubicBezTo>
                      <a:pt x="5781" y="1877"/>
                      <a:pt x="4759" y="1264"/>
                      <a:pt x="3565" y="950"/>
                    </a:cubicBezTo>
                    <a:cubicBezTo>
                      <a:pt x="2367" y="624"/>
                      <a:pt x="1280" y="396"/>
                      <a:pt x="1280" y="396"/>
                    </a:cubicBezTo>
                    <a:lnTo>
                      <a:pt x="245" y="1"/>
                    </a:lnTo>
                    <a:close/>
                  </a:path>
                </a:pathLst>
              </a:custGeom>
              <a:solidFill>
                <a:srgbClr val="E7363C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56" name="Google Shape;1256;p34"/>
              <p:cNvSpPr/>
              <p:nvPr/>
            </p:nvSpPr>
            <p:spPr>
              <a:xfrm>
                <a:off x="4740125" y="1573700"/>
                <a:ext cx="10225" cy="79250"/>
              </a:xfrm>
              <a:custGeom>
                <a:rect b="b" l="l" r="r" t="t"/>
                <a:pathLst>
                  <a:path extrusionOk="0" h="3170" w="409">
                    <a:moveTo>
                      <a:pt x="327" y="0"/>
                    </a:moveTo>
                    <a:lnTo>
                      <a:pt x="202" y="395"/>
                    </a:lnTo>
                    <a:cubicBezTo>
                      <a:pt x="189" y="434"/>
                      <a:pt x="0" y="1117"/>
                      <a:pt x="0" y="1469"/>
                    </a:cubicBezTo>
                    <a:cubicBezTo>
                      <a:pt x="0" y="1796"/>
                      <a:pt x="69" y="2066"/>
                      <a:pt x="82" y="2122"/>
                    </a:cubicBezTo>
                    <a:lnTo>
                      <a:pt x="0" y="2461"/>
                    </a:lnTo>
                    <a:lnTo>
                      <a:pt x="39" y="3170"/>
                    </a:lnTo>
                    <a:lnTo>
                      <a:pt x="121" y="3170"/>
                    </a:lnTo>
                    <a:lnTo>
                      <a:pt x="69" y="2461"/>
                    </a:lnTo>
                    <a:lnTo>
                      <a:pt x="163" y="2122"/>
                    </a:lnTo>
                    <a:lnTo>
                      <a:pt x="150" y="2109"/>
                    </a:lnTo>
                    <a:cubicBezTo>
                      <a:pt x="150" y="2109"/>
                      <a:pt x="82" y="1809"/>
                      <a:pt x="82" y="1469"/>
                    </a:cubicBezTo>
                    <a:cubicBezTo>
                      <a:pt x="82" y="1117"/>
                      <a:pt x="271" y="434"/>
                      <a:pt x="271" y="421"/>
                    </a:cubicBezTo>
                    <a:lnTo>
                      <a:pt x="408" y="13"/>
                    </a:lnTo>
                    <a:lnTo>
                      <a:pt x="327" y="0"/>
                    </a:lnTo>
                    <a:close/>
                  </a:path>
                </a:pathLst>
              </a:custGeom>
              <a:solidFill>
                <a:srgbClr val="B1282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57" name="Google Shape;1257;p34"/>
              <p:cNvSpPr/>
              <p:nvPr/>
            </p:nvSpPr>
            <p:spPr>
              <a:xfrm>
                <a:off x="4843825" y="1637250"/>
                <a:ext cx="127825" cy="90125"/>
              </a:xfrm>
              <a:custGeom>
                <a:rect b="b" l="l" r="r" t="t"/>
                <a:pathLst>
                  <a:path extrusionOk="0" h="3605" w="5113">
                    <a:moveTo>
                      <a:pt x="1" y="1"/>
                    </a:moveTo>
                    <a:lnTo>
                      <a:pt x="82" y="314"/>
                    </a:lnTo>
                    <a:cubicBezTo>
                      <a:pt x="95" y="314"/>
                      <a:pt x="95" y="314"/>
                      <a:pt x="108" y="327"/>
                    </a:cubicBezTo>
                    <a:cubicBezTo>
                      <a:pt x="1251" y="1049"/>
                      <a:pt x="3209" y="2260"/>
                      <a:pt x="3209" y="2260"/>
                    </a:cubicBezTo>
                    <a:lnTo>
                      <a:pt x="4965" y="3458"/>
                    </a:lnTo>
                    <a:lnTo>
                      <a:pt x="5112" y="3604"/>
                    </a:lnTo>
                    <a:lnTo>
                      <a:pt x="5112" y="3578"/>
                    </a:lnTo>
                    <a:cubicBezTo>
                      <a:pt x="5112" y="3578"/>
                      <a:pt x="4854" y="3183"/>
                      <a:pt x="4459" y="2805"/>
                    </a:cubicBezTo>
                    <a:cubicBezTo>
                      <a:pt x="4270" y="2625"/>
                      <a:pt x="4012" y="2449"/>
                      <a:pt x="3699" y="2247"/>
                    </a:cubicBezTo>
                    <a:cubicBezTo>
                      <a:pt x="3467" y="2152"/>
                      <a:pt x="3265" y="2054"/>
                      <a:pt x="3128" y="1959"/>
                    </a:cubicBezTo>
                    <a:cubicBezTo>
                      <a:pt x="2951" y="1865"/>
                      <a:pt x="2380" y="1525"/>
                      <a:pt x="1796" y="1156"/>
                    </a:cubicBezTo>
                    <a:cubicBezTo>
                      <a:pt x="1048" y="709"/>
                      <a:pt x="259" y="233"/>
                      <a:pt x="259" y="233"/>
                    </a:cubicBezTo>
                    <a:lnTo>
                      <a:pt x="1" y="1"/>
                    </a:lnTo>
                    <a:close/>
                  </a:path>
                </a:pathLst>
              </a:custGeom>
              <a:solidFill>
                <a:srgbClr val="E7363C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58" name="Google Shape;1258;p34"/>
              <p:cNvSpPr/>
              <p:nvPr/>
            </p:nvSpPr>
            <p:spPr>
              <a:xfrm>
                <a:off x="4661200" y="1525050"/>
                <a:ext cx="187050" cy="190075"/>
              </a:xfrm>
              <a:custGeom>
                <a:rect b="b" l="l" r="r" t="t"/>
                <a:pathLst>
                  <a:path extrusionOk="0" h="7603" w="7482">
                    <a:moveTo>
                      <a:pt x="56" y="1"/>
                    </a:moveTo>
                    <a:lnTo>
                      <a:pt x="1" y="340"/>
                    </a:lnTo>
                    <a:lnTo>
                      <a:pt x="43" y="912"/>
                    </a:lnTo>
                    <a:lnTo>
                      <a:pt x="288" y="1293"/>
                    </a:lnTo>
                    <a:cubicBezTo>
                      <a:pt x="314" y="1336"/>
                      <a:pt x="765" y="2165"/>
                      <a:pt x="872" y="2462"/>
                    </a:cubicBezTo>
                    <a:cubicBezTo>
                      <a:pt x="993" y="2818"/>
                      <a:pt x="1199" y="3905"/>
                      <a:pt x="1199" y="3918"/>
                    </a:cubicBezTo>
                    <a:lnTo>
                      <a:pt x="1199" y="3931"/>
                    </a:lnTo>
                    <a:lnTo>
                      <a:pt x="7319" y="7603"/>
                    </a:lnTo>
                    <a:lnTo>
                      <a:pt x="7387" y="7130"/>
                    </a:lnTo>
                    <a:lnTo>
                      <a:pt x="7387" y="6816"/>
                    </a:lnTo>
                    <a:cubicBezTo>
                      <a:pt x="7400" y="6774"/>
                      <a:pt x="7482" y="6082"/>
                      <a:pt x="7469" y="5563"/>
                    </a:cubicBezTo>
                    <a:cubicBezTo>
                      <a:pt x="7456" y="5047"/>
                      <a:pt x="7456" y="4815"/>
                      <a:pt x="7456" y="4815"/>
                    </a:cubicBezTo>
                    <a:lnTo>
                      <a:pt x="7456" y="4802"/>
                    </a:lnTo>
                    <a:lnTo>
                      <a:pt x="7263" y="4339"/>
                    </a:lnTo>
                    <a:lnTo>
                      <a:pt x="7182" y="4381"/>
                    </a:lnTo>
                    <a:lnTo>
                      <a:pt x="7374" y="4815"/>
                    </a:lnTo>
                    <a:cubicBezTo>
                      <a:pt x="7374" y="4871"/>
                      <a:pt x="7374" y="5103"/>
                      <a:pt x="7387" y="5563"/>
                    </a:cubicBezTo>
                    <a:cubicBezTo>
                      <a:pt x="7413" y="6095"/>
                      <a:pt x="7319" y="6803"/>
                      <a:pt x="7306" y="6816"/>
                    </a:cubicBezTo>
                    <a:lnTo>
                      <a:pt x="7306" y="7113"/>
                    </a:lnTo>
                    <a:lnTo>
                      <a:pt x="7250" y="7482"/>
                    </a:lnTo>
                    <a:lnTo>
                      <a:pt x="1280" y="3892"/>
                    </a:lnTo>
                    <a:cubicBezTo>
                      <a:pt x="1254" y="3742"/>
                      <a:pt x="1062" y="2775"/>
                      <a:pt x="941" y="2436"/>
                    </a:cubicBezTo>
                    <a:cubicBezTo>
                      <a:pt x="830" y="2136"/>
                      <a:pt x="383" y="1293"/>
                      <a:pt x="357" y="1254"/>
                    </a:cubicBezTo>
                    <a:lnTo>
                      <a:pt x="112" y="885"/>
                    </a:lnTo>
                    <a:lnTo>
                      <a:pt x="82" y="340"/>
                    </a:lnTo>
                    <a:lnTo>
                      <a:pt x="138" y="14"/>
                    </a:lnTo>
                    <a:lnTo>
                      <a:pt x="56" y="1"/>
                    </a:lnTo>
                    <a:close/>
                  </a:path>
                </a:pathLst>
              </a:custGeom>
              <a:solidFill>
                <a:srgbClr val="B1282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59" name="Google Shape;1259;p34"/>
              <p:cNvSpPr/>
              <p:nvPr/>
            </p:nvSpPr>
            <p:spPr>
              <a:xfrm>
                <a:off x="4640800" y="1497225"/>
                <a:ext cx="211550" cy="145850"/>
              </a:xfrm>
              <a:custGeom>
                <a:rect b="b" l="l" r="r" t="t"/>
                <a:pathLst>
                  <a:path extrusionOk="0" h="5834" w="8462">
                    <a:moveTo>
                      <a:pt x="112" y="1"/>
                    </a:moveTo>
                    <a:cubicBezTo>
                      <a:pt x="112" y="1"/>
                      <a:pt x="1" y="285"/>
                      <a:pt x="1" y="298"/>
                    </a:cubicBezTo>
                    <a:cubicBezTo>
                      <a:pt x="1" y="311"/>
                      <a:pt x="396" y="801"/>
                      <a:pt x="396" y="801"/>
                    </a:cubicBezTo>
                    <a:lnTo>
                      <a:pt x="8380" y="5834"/>
                    </a:lnTo>
                    <a:lnTo>
                      <a:pt x="8461" y="5795"/>
                    </a:lnTo>
                    <a:cubicBezTo>
                      <a:pt x="8461" y="5795"/>
                      <a:pt x="7508" y="4244"/>
                      <a:pt x="6666" y="3373"/>
                    </a:cubicBezTo>
                    <a:cubicBezTo>
                      <a:pt x="5824" y="2514"/>
                      <a:pt x="4747" y="1796"/>
                      <a:pt x="4205" y="1483"/>
                    </a:cubicBezTo>
                    <a:cubicBezTo>
                      <a:pt x="3660" y="1182"/>
                      <a:pt x="2233" y="409"/>
                      <a:pt x="1744" y="259"/>
                    </a:cubicBezTo>
                    <a:cubicBezTo>
                      <a:pt x="1238" y="109"/>
                      <a:pt x="112" y="1"/>
                      <a:pt x="112" y="1"/>
                    </a:cubicBezTo>
                    <a:close/>
                  </a:path>
                </a:pathLst>
              </a:custGeom>
              <a:solidFill>
                <a:srgbClr val="2D2C3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60" name="Google Shape;1260;p34"/>
              <p:cNvSpPr/>
              <p:nvPr/>
            </p:nvSpPr>
            <p:spPr>
              <a:xfrm>
                <a:off x="4643900" y="1499925"/>
                <a:ext cx="202325" cy="137350"/>
              </a:xfrm>
              <a:custGeom>
                <a:rect b="b" l="l" r="r" t="t"/>
                <a:pathLst>
                  <a:path extrusionOk="0" h="5494" w="8093">
                    <a:moveTo>
                      <a:pt x="53" y="1"/>
                    </a:moveTo>
                    <a:cubicBezTo>
                      <a:pt x="27" y="69"/>
                      <a:pt x="14" y="121"/>
                      <a:pt x="1" y="164"/>
                    </a:cubicBezTo>
                    <a:cubicBezTo>
                      <a:pt x="53" y="245"/>
                      <a:pt x="203" y="435"/>
                      <a:pt x="340" y="611"/>
                    </a:cubicBezTo>
                    <a:lnTo>
                      <a:pt x="8092" y="5494"/>
                    </a:lnTo>
                    <a:cubicBezTo>
                      <a:pt x="7792" y="5034"/>
                      <a:pt x="7100" y="3986"/>
                      <a:pt x="6473" y="3346"/>
                    </a:cubicBezTo>
                    <a:cubicBezTo>
                      <a:pt x="5700" y="2543"/>
                      <a:pt x="4665" y="1835"/>
                      <a:pt x="4025" y="1469"/>
                    </a:cubicBezTo>
                    <a:cubicBezTo>
                      <a:pt x="3549" y="1199"/>
                      <a:pt x="2080" y="396"/>
                      <a:pt x="1577" y="245"/>
                    </a:cubicBezTo>
                    <a:cubicBezTo>
                      <a:pt x="1182" y="121"/>
                      <a:pt x="327" y="27"/>
                      <a:pt x="53" y="1"/>
                    </a:cubicBezTo>
                    <a:close/>
                  </a:path>
                </a:pathLst>
              </a:custGeom>
              <a:solidFill>
                <a:srgbClr val="50505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61" name="Google Shape;1261;p34"/>
              <p:cNvSpPr/>
              <p:nvPr/>
            </p:nvSpPr>
            <p:spPr>
              <a:xfrm>
                <a:off x="4663975" y="1503675"/>
                <a:ext cx="31275" cy="29250"/>
              </a:xfrm>
              <a:custGeom>
                <a:rect b="b" l="l" r="r" t="t"/>
                <a:pathLst>
                  <a:path extrusionOk="0" h="1170" w="1251">
                    <a:moveTo>
                      <a:pt x="817" y="1"/>
                    </a:moveTo>
                    <a:lnTo>
                      <a:pt x="1" y="869"/>
                    </a:lnTo>
                    <a:lnTo>
                      <a:pt x="461" y="1169"/>
                    </a:lnTo>
                    <a:lnTo>
                      <a:pt x="1251" y="164"/>
                    </a:lnTo>
                    <a:lnTo>
                      <a:pt x="817" y="1"/>
                    </a:lnTo>
                    <a:close/>
                  </a:path>
                </a:pathLst>
              </a:custGeom>
              <a:solidFill>
                <a:srgbClr val="2D2C3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62" name="Google Shape;1262;p34"/>
              <p:cNvSpPr/>
              <p:nvPr/>
            </p:nvSpPr>
            <p:spPr>
              <a:xfrm>
                <a:off x="4745175" y="1541700"/>
                <a:ext cx="15375" cy="37825"/>
              </a:xfrm>
              <a:custGeom>
                <a:rect b="b" l="l" r="r" t="t"/>
                <a:pathLst>
                  <a:path extrusionOk="0" h="1513" w="615">
                    <a:moveTo>
                      <a:pt x="356" y="1"/>
                    </a:moveTo>
                    <a:lnTo>
                      <a:pt x="0" y="1306"/>
                    </a:lnTo>
                    <a:lnTo>
                      <a:pt x="301" y="1512"/>
                    </a:lnTo>
                    <a:lnTo>
                      <a:pt x="614" y="125"/>
                    </a:lnTo>
                    <a:lnTo>
                      <a:pt x="356" y="1"/>
                    </a:lnTo>
                    <a:close/>
                  </a:path>
                </a:pathLst>
              </a:custGeom>
              <a:solidFill>
                <a:srgbClr val="2D2C3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63" name="Google Shape;1263;p34"/>
              <p:cNvSpPr/>
              <p:nvPr/>
            </p:nvSpPr>
            <p:spPr>
              <a:xfrm>
                <a:off x="4919300" y="1693725"/>
                <a:ext cx="48675" cy="34050"/>
              </a:xfrm>
              <a:custGeom>
                <a:rect b="b" l="l" r="r" t="t"/>
                <a:pathLst>
                  <a:path extrusionOk="0" h="1362" w="1947">
                    <a:moveTo>
                      <a:pt x="190" y="1"/>
                    </a:moveTo>
                    <a:lnTo>
                      <a:pt x="1" y="56"/>
                    </a:lnTo>
                    <a:lnTo>
                      <a:pt x="530" y="693"/>
                    </a:lnTo>
                    <a:lnTo>
                      <a:pt x="1101" y="1143"/>
                    </a:lnTo>
                    <a:lnTo>
                      <a:pt x="1251" y="1143"/>
                    </a:lnTo>
                    <a:lnTo>
                      <a:pt x="1809" y="1362"/>
                    </a:lnTo>
                    <a:lnTo>
                      <a:pt x="1946" y="1199"/>
                    </a:lnTo>
                    <a:lnTo>
                      <a:pt x="951" y="546"/>
                    </a:lnTo>
                    <a:lnTo>
                      <a:pt x="190" y="1"/>
                    </a:lnTo>
                    <a:close/>
                  </a:path>
                </a:pathLst>
              </a:custGeom>
              <a:solidFill>
                <a:srgbClr val="B1282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64" name="Google Shape;1264;p34"/>
              <p:cNvSpPr/>
              <p:nvPr/>
            </p:nvSpPr>
            <p:spPr>
              <a:xfrm>
                <a:off x="4963450" y="1728725"/>
                <a:ext cx="8600" cy="31700"/>
              </a:xfrm>
              <a:custGeom>
                <a:rect b="b" l="l" r="r" t="t"/>
                <a:pathLst>
                  <a:path extrusionOk="0" h="1268" w="344">
                    <a:moveTo>
                      <a:pt x="344" y="1"/>
                    </a:moveTo>
                    <a:lnTo>
                      <a:pt x="193" y="246"/>
                    </a:lnTo>
                    <a:lnTo>
                      <a:pt x="1" y="859"/>
                    </a:lnTo>
                    <a:lnTo>
                      <a:pt x="219" y="1267"/>
                    </a:lnTo>
                    <a:lnTo>
                      <a:pt x="344" y="1"/>
                    </a:lnTo>
                    <a:close/>
                  </a:path>
                </a:pathLst>
              </a:custGeom>
              <a:solidFill>
                <a:srgbClr val="B1282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65" name="Google Shape;1265;p34"/>
              <p:cNvSpPr/>
              <p:nvPr/>
            </p:nvSpPr>
            <p:spPr>
              <a:xfrm>
                <a:off x="4572825" y="1476425"/>
                <a:ext cx="25900" cy="27600"/>
              </a:xfrm>
              <a:custGeom>
                <a:rect b="b" l="l" r="r" t="t"/>
                <a:pathLst>
                  <a:path extrusionOk="0" h="1104" w="1036">
                    <a:moveTo>
                      <a:pt x="96" y="1"/>
                    </a:moveTo>
                    <a:lnTo>
                      <a:pt x="1" y="533"/>
                    </a:lnTo>
                    <a:lnTo>
                      <a:pt x="96" y="683"/>
                    </a:lnTo>
                    <a:lnTo>
                      <a:pt x="791" y="1104"/>
                    </a:lnTo>
                    <a:lnTo>
                      <a:pt x="1019" y="1078"/>
                    </a:lnTo>
                    <a:lnTo>
                      <a:pt x="1036" y="996"/>
                    </a:lnTo>
                    <a:lnTo>
                      <a:pt x="1036" y="941"/>
                    </a:lnTo>
                    <a:lnTo>
                      <a:pt x="383" y="219"/>
                    </a:lnTo>
                    <a:lnTo>
                      <a:pt x="233" y="99"/>
                    </a:lnTo>
                    <a:lnTo>
                      <a:pt x="177" y="43"/>
                    </a:lnTo>
                    <a:lnTo>
                      <a:pt x="96" y="1"/>
                    </a:lnTo>
                    <a:close/>
                  </a:path>
                </a:pathLst>
              </a:custGeom>
              <a:solidFill>
                <a:srgbClr val="F5F5F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66" name="Google Shape;1266;p34"/>
              <p:cNvSpPr/>
              <p:nvPr/>
            </p:nvSpPr>
            <p:spPr>
              <a:xfrm>
                <a:off x="4566050" y="1529475"/>
                <a:ext cx="49000" cy="51750"/>
              </a:xfrm>
              <a:custGeom>
                <a:rect b="b" l="l" r="r" t="t"/>
                <a:pathLst>
                  <a:path extrusionOk="0" h="2070" w="1960">
                    <a:moveTo>
                      <a:pt x="1" y="0"/>
                    </a:moveTo>
                    <a:lnTo>
                      <a:pt x="1" y="43"/>
                    </a:lnTo>
                    <a:cubicBezTo>
                      <a:pt x="1" y="43"/>
                      <a:pt x="203" y="816"/>
                      <a:pt x="409" y="1061"/>
                    </a:cubicBezTo>
                    <a:cubicBezTo>
                      <a:pt x="572" y="1254"/>
                      <a:pt x="1388" y="1701"/>
                      <a:pt x="1796" y="1959"/>
                    </a:cubicBezTo>
                    <a:cubicBezTo>
                      <a:pt x="1891" y="2027"/>
                      <a:pt x="1959" y="2070"/>
                      <a:pt x="1959" y="2070"/>
                    </a:cubicBezTo>
                    <a:lnTo>
                      <a:pt x="637" y="1061"/>
                    </a:lnTo>
                    <a:lnTo>
                      <a:pt x="246" y="382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rgbClr val="2D2C3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67" name="Google Shape;1267;p34"/>
              <p:cNvSpPr/>
              <p:nvPr/>
            </p:nvSpPr>
            <p:spPr>
              <a:xfrm>
                <a:off x="4564350" y="1497225"/>
                <a:ext cx="42850" cy="47600"/>
              </a:xfrm>
              <a:custGeom>
                <a:rect b="b" l="l" r="r" t="t"/>
                <a:pathLst>
                  <a:path extrusionOk="0" h="1904" w="1714">
                    <a:moveTo>
                      <a:pt x="421" y="1"/>
                    </a:moveTo>
                    <a:cubicBezTo>
                      <a:pt x="421" y="1"/>
                      <a:pt x="40" y="259"/>
                      <a:pt x="151" y="680"/>
                    </a:cubicBezTo>
                    <a:cubicBezTo>
                      <a:pt x="151" y="680"/>
                      <a:pt x="148" y="680"/>
                      <a:pt x="145" y="680"/>
                    </a:cubicBezTo>
                    <a:cubicBezTo>
                      <a:pt x="117" y="680"/>
                      <a:pt x="1" y="690"/>
                      <a:pt x="245" y="882"/>
                    </a:cubicBezTo>
                    <a:cubicBezTo>
                      <a:pt x="516" y="1101"/>
                      <a:pt x="1714" y="1904"/>
                      <a:pt x="1714" y="1904"/>
                    </a:cubicBezTo>
                    <a:cubicBezTo>
                      <a:pt x="1714" y="1904"/>
                      <a:pt x="1577" y="1809"/>
                      <a:pt x="1440" y="1604"/>
                    </a:cubicBezTo>
                    <a:cubicBezTo>
                      <a:pt x="774" y="1169"/>
                      <a:pt x="421" y="654"/>
                      <a:pt x="340" y="572"/>
                    </a:cubicBezTo>
                    <a:cubicBezTo>
                      <a:pt x="340" y="504"/>
                      <a:pt x="421" y="1"/>
                      <a:pt x="421" y="1"/>
                    </a:cubicBezTo>
                    <a:close/>
                  </a:path>
                </a:pathLst>
              </a:custGeom>
              <a:solidFill>
                <a:srgbClr val="E7363C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68" name="Google Shape;1268;p34"/>
              <p:cNvSpPr/>
              <p:nvPr/>
            </p:nvSpPr>
            <p:spPr>
              <a:xfrm>
                <a:off x="4862200" y="1695825"/>
                <a:ext cx="57125" cy="73600"/>
              </a:xfrm>
              <a:custGeom>
                <a:rect b="b" l="l" r="r" t="t"/>
                <a:pathLst>
                  <a:path extrusionOk="0" h="2944" w="2285">
                    <a:moveTo>
                      <a:pt x="627" y="1"/>
                    </a:moveTo>
                    <a:cubicBezTo>
                      <a:pt x="256" y="1"/>
                      <a:pt x="0" y="296"/>
                      <a:pt x="0" y="814"/>
                    </a:cubicBezTo>
                    <a:cubicBezTo>
                      <a:pt x="0" y="1536"/>
                      <a:pt x="516" y="2420"/>
                      <a:pt x="1143" y="2786"/>
                    </a:cubicBezTo>
                    <a:cubicBezTo>
                      <a:pt x="1324" y="2893"/>
                      <a:pt x="1497" y="2944"/>
                      <a:pt x="1651" y="2944"/>
                    </a:cubicBezTo>
                    <a:cubicBezTo>
                      <a:pt x="2024" y="2944"/>
                      <a:pt x="2285" y="2644"/>
                      <a:pt x="2285" y="2133"/>
                    </a:cubicBezTo>
                    <a:cubicBezTo>
                      <a:pt x="2285" y="1412"/>
                      <a:pt x="1766" y="527"/>
                      <a:pt x="1143" y="161"/>
                    </a:cubicBezTo>
                    <a:cubicBezTo>
                      <a:pt x="958" y="53"/>
                      <a:pt x="783" y="1"/>
                      <a:pt x="627" y="1"/>
                    </a:cubicBezTo>
                    <a:close/>
                  </a:path>
                </a:pathLst>
              </a:custGeom>
              <a:solidFill>
                <a:srgbClr val="2D2C3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69" name="Google Shape;1269;p34"/>
              <p:cNvSpPr/>
              <p:nvPr/>
            </p:nvSpPr>
            <p:spPr>
              <a:xfrm>
                <a:off x="4617725" y="1554125"/>
                <a:ext cx="57125" cy="73600"/>
              </a:xfrm>
              <a:custGeom>
                <a:rect b="b" l="l" r="r" t="t"/>
                <a:pathLst>
                  <a:path extrusionOk="0" h="2944" w="2285">
                    <a:moveTo>
                      <a:pt x="629" y="1"/>
                    </a:moveTo>
                    <a:cubicBezTo>
                      <a:pt x="253" y="1"/>
                      <a:pt x="0" y="300"/>
                      <a:pt x="0" y="809"/>
                    </a:cubicBezTo>
                    <a:cubicBezTo>
                      <a:pt x="0" y="1544"/>
                      <a:pt x="503" y="2415"/>
                      <a:pt x="1142" y="2784"/>
                    </a:cubicBezTo>
                    <a:cubicBezTo>
                      <a:pt x="1327" y="2892"/>
                      <a:pt x="1502" y="2943"/>
                      <a:pt x="1657" y="2943"/>
                    </a:cubicBezTo>
                    <a:cubicBezTo>
                      <a:pt x="2028" y="2943"/>
                      <a:pt x="2285" y="2649"/>
                      <a:pt x="2285" y="2131"/>
                    </a:cubicBezTo>
                    <a:cubicBezTo>
                      <a:pt x="2285" y="1410"/>
                      <a:pt x="1769" y="525"/>
                      <a:pt x="1142" y="157"/>
                    </a:cubicBezTo>
                    <a:cubicBezTo>
                      <a:pt x="957" y="51"/>
                      <a:pt x="783" y="1"/>
                      <a:pt x="629" y="1"/>
                    </a:cubicBezTo>
                    <a:close/>
                  </a:path>
                </a:pathLst>
              </a:custGeom>
              <a:solidFill>
                <a:srgbClr val="2D2C3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70" name="Google Shape;1270;p34"/>
              <p:cNvSpPr/>
              <p:nvPr/>
            </p:nvSpPr>
            <p:spPr>
              <a:xfrm>
                <a:off x="4608500" y="1542375"/>
                <a:ext cx="77950" cy="85450"/>
              </a:xfrm>
              <a:custGeom>
                <a:rect b="b" l="l" r="r" t="t"/>
                <a:pathLst>
                  <a:path extrusionOk="0" h="3418" w="3118">
                    <a:moveTo>
                      <a:pt x="838" y="1"/>
                    </a:moveTo>
                    <a:cubicBezTo>
                      <a:pt x="343" y="1"/>
                      <a:pt x="0" y="392"/>
                      <a:pt x="0" y="1077"/>
                    </a:cubicBezTo>
                    <a:lnTo>
                      <a:pt x="98" y="1443"/>
                    </a:lnTo>
                    <a:cubicBezTo>
                      <a:pt x="193" y="1511"/>
                      <a:pt x="261" y="1554"/>
                      <a:pt x="261" y="1554"/>
                    </a:cubicBezTo>
                    <a:lnTo>
                      <a:pt x="274" y="1567"/>
                    </a:lnTo>
                    <a:lnTo>
                      <a:pt x="180" y="1172"/>
                    </a:lnTo>
                    <a:cubicBezTo>
                      <a:pt x="180" y="576"/>
                      <a:pt x="479" y="223"/>
                      <a:pt x="914" y="223"/>
                    </a:cubicBezTo>
                    <a:cubicBezTo>
                      <a:pt x="1094" y="223"/>
                      <a:pt x="1297" y="283"/>
                      <a:pt x="1511" y="411"/>
                    </a:cubicBezTo>
                    <a:cubicBezTo>
                      <a:pt x="2246" y="832"/>
                      <a:pt x="2843" y="1867"/>
                      <a:pt x="2843" y="2722"/>
                    </a:cubicBezTo>
                    <a:lnTo>
                      <a:pt x="2938" y="3306"/>
                    </a:lnTo>
                    <a:lnTo>
                      <a:pt x="2967" y="3336"/>
                    </a:lnTo>
                    <a:lnTo>
                      <a:pt x="3117" y="3417"/>
                    </a:lnTo>
                    <a:lnTo>
                      <a:pt x="3019" y="2817"/>
                    </a:lnTo>
                    <a:cubicBezTo>
                      <a:pt x="3019" y="1867"/>
                      <a:pt x="2341" y="695"/>
                      <a:pt x="1511" y="206"/>
                    </a:cubicBezTo>
                    <a:cubicBezTo>
                      <a:pt x="1270" y="67"/>
                      <a:pt x="1041" y="1"/>
                      <a:pt x="838" y="1"/>
                    </a:cubicBezTo>
                    <a:close/>
                  </a:path>
                </a:pathLst>
              </a:custGeom>
              <a:solidFill>
                <a:srgbClr val="B1282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71" name="Google Shape;1271;p34"/>
              <p:cNvSpPr/>
              <p:nvPr/>
            </p:nvSpPr>
            <p:spPr>
              <a:xfrm>
                <a:off x="4916200" y="1481575"/>
                <a:ext cx="84400" cy="102350"/>
              </a:xfrm>
              <a:custGeom>
                <a:rect b="b" l="l" r="r" t="t"/>
                <a:pathLst>
                  <a:path extrusionOk="0" h="4094" w="3376">
                    <a:moveTo>
                      <a:pt x="193" y="0"/>
                    </a:moveTo>
                    <a:lnTo>
                      <a:pt x="1" y="13"/>
                    </a:lnTo>
                    <a:cubicBezTo>
                      <a:pt x="1" y="13"/>
                      <a:pt x="1212" y="1074"/>
                      <a:pt x="1891" y="1851"/>
                    </a:cubicBezTo>
                    <a:cubicBezTo>
                      <a:pt x="2380" y="2406"/>
                      <a:pt x="2707" y="2801"/>
                      <a:pt x="2912" y="3075"/>
                    </a:cubicBezTo>
                    <a:cubicBezTo>
                      <a:pt x="3196" y="3440"/>
                      <a:pt x="2788" y="4093"/>
                      <a:pt x="2788" y="4093"/>
                    </a:cubicBezTo>
                    <a:lnTo>
                      <a:pt x="3376" y="3359"/>
                    </a:lnTo>
                    <a:lnTo>
                      <a:pt x="2041" y="1782"/>
                    </a:lnTo>
                    <a:lnTo>
                      <a:pt x="193" y="0"/>
                    </a:lnTo>
                    <a:close/>
                  </a:path>
                </a:pathLst>
              </a:custGeom>
              <a:solidFill>
                <a:srgbClr val="E7363C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72" name="Google Shape;1272;p34"/>
              <p:cNvSpPr/>
              <p:nvPr/>
            </p:nvSpPr>
            <p:spPr>
              <a:xfrm>
                <a:off x="4617050" y="1473725"/>
                <a:ext cx="92500" cy="27950"/>
              </a:xfrm>
              <a:custGeom>
                <a:rect b="b" l="l" r="r" t="t"/>
                <a:pathLst>
                  <a:path extrusionOk="0" h="1118" w="3700">
                    <a:moveTo>
                      <a:pt x="435" y="1"/>
                    </a:moveTo>
                    <a:lnTo>
                      <a:pt x="1" y="340"/>
                    </a:lnTo>
                    <a:lnTo>
                      <a:pt x="2883" y="1117"/>
                    </a:lnTo>
                    <a:lnTo>
                      <a:pt x="3699" y="451"/>
                    </a:lnTo>
                    <a:lnTo>
                      <a:pt x="3699" y="451"/>
                    </a:lnTo>
                    <a:lnTo>
                      <a:pt x="3020" y="954"/>
                    </a:lnTo>
                    <a:lnTo>
                      <a:pt x="435" y="164"/>
                    </a:lnTo>
                    <a:lnTo>
                      <a:pt x="435" y="1"/>
                    </a:lnTo>
                    <a:close/>
                  </a:path>
                </a:pathLst>
              </a:custGeom>
              <a:solidFill>
                <a:srgbClr val="E7363C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73" name="Google Shape;1273;p34"/>
              <p:cNvSpPr/>
              <p:nvPr/>
            </p:nvSpPr>
            <p:spPr>
              <a:xfrm>
                <a:off x="4744200" y="1404050"/>
                <a:ext cx="78925" cy="21400"/>
              </a:xfrm>
              <a:custGeom>
                <a:rect b="b" l="l" r="r" t="t"/>
                <a:pathLst>
                  <a:path extrusionOk="0" h="856" w="3157">
                    <a:moveTo>
                      <a:pt x="366" y="0"/>
                    </a:moveTo>
                    <a:lnTo>
                      <a:pt x="0" y="151"/>
                    </a:lnTo>
                    <a:lnTo>
                      <a:pt x="434" y="151"/>
                    </a:lnTo>
                    <a:lnTo>
                      <a:pt x="3059" y="816"/>
                    </a:lnTo>
                    <a:lnTo>
                      <a:pt x="3046" y="856"/>
                    </a:lnTo>
                    <a:lnTo>
                      <a:pt x="3046" y="856"/>
                    </a:lnTo>
                    <a:lnTo>
                      <a:pt x="3157" y="816"/>
                    </a:lnTo>
                    <a:lnTo>
                      <a:pt x="366" y="0"/>
                    </a:lnTo>
                    <a:close/>
                  </a:path>
                </a:pathLst>
              </a:custGeom>
              <a:solidFill>
                <a:srgbClr val="E7363C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74" name="Google Shape;1274;p34"/>
              <p:cNvSpPr/>
              <p:nvPr/>
            </p:nvSpPr>
            <p:spPr>
              <a:xfrm>
                <a:off x="4862200" y="1695825"/>
                <a:ext cx="57125" cy="73600"/>
              </a:xfrm>
              <a:custGeom>
                <a:rect b="b" l="l" r="r" t="t"/>
                <a:pathLst>
                  <a:path extrusionOk="0" h="2944" w="2285">
                    <a:moveTo>
                      <a:pt x="627" y="1"/>
                    </a:moveTo>
                    <a:cubicBezTo>
                      <a:pt x="256" y="1"/>
                      <a:pt x="0" y="296"/>
                      <a:pt x="0" y="814"/>
                    </a:cubicBezTo>
                    <a:cubicBezTo>
                      <a:pt x="0" y="1536"/>
                      <a:pt x="516" y="2420"/>
                      <a:pt x="1143" y="2786"/>
                    </a:cubicBezTo>
                    <a:cubicBezTo>
                      <a:pt x="1324" y="2893"/>
                      <a:pt x="1497" y="2944"/>
                      <a:pt x="1651" y="2944"/>
                    </a:cubicBezTo>
                    <a:cubicBezTo>
                      <a:pt x="2024" y="2944"/>
                      <a:pt x="2285" y="2644"/>
                      <a:pt x="2285" y="2133"/>
                    </a:cubicBezTo>
                    <a:cubicBezTo>
                      <a:pt x="2285" y="1412"/>
                      <a:pt x="1766" y="527"/>
                      <a:pt x="1143" y="161"/>
                    </a:cubicBezTo>
                    <a:cubicBezTo>
                      <a:pt x="958" y="53"/>
                      <a:pt x="783" y="1"/>
                      <a:pt x="627" y="1"/>
                    </a:cubicBezTo>
                    <a:close/>
                  </a:path>
                </a:pathLst>
              </a:custGeom>
              <a:solidFill>
                <a:srgbClr val="50505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75" name="Google Shape;1275;p34"/>
              <p:cNvSpPr/>
              <p:nvPr/>
            </p:nvSpPr>
            <p:spPr>
              <a:xfrm>
                <a:off x="4862525" y="1697550"/>
                <a:ext cx="55100" cy="70725"/>
              </a:xfrm>
              <a:custGeom>
                <a:rect b="b" l="l" r="r" t="t"/>
                <a:pathLst>
                  <a:path extrusionOk="0" h="2829" w="2204">
                    <a:moveTo>
                      <a:pt x="606" y="1"/>
                    </a:moveTo>
                    <a:cubicBezTo>
                      <a:pt x="246" y="1"/>
                      <a:pt x="0" y="281"/>
                      <a:pt x="0" y="771"/>
                    </a:cubicBezTo>
                    <a:cubicBezTo>
                      <a:pt x="0" y="1480"/>
                      <a:pt x="490" y="2322"/>
                      <a:pt x="1100" y="2678"/>
                    </a:cubicBezTo>
                    <a:cubicBezTo>
                      <a:pt x="1279" y="2780"/>
                      <a:pt x="1447" y="2829"/>
                      <a:pt x="1595" y="2829"/>
                    </a:cubicBezTo>
                    <a:cubicBezTo>
                      <a:pt x="1957" y="2829"/>
                      <a:pt x="2203" y="2541"/>
                      <a:pt x="2203" y="2051"/>
                    </a:cubicBezTo>
                    <a:cubicBezTo>
                      <a:pt x="2203" y="1356"/>
                      <a:pt x="1714" y="500"/>
                      <a:pt x="1100" y="148"/>
                    </a:cubicBezTo>
                    <a:cubicBezTo>
                      <a:pt x="922" y="48"/>
                      <a:pt x="755" y="1"/>
                      <a:pt x="606" y="1"/>
                    </a:cubicBezTo>
                    <a:close/>
                  </a:path>
                </a:pathLst>
              </a:custGeom>
              <a:solidFill>
                <a:srgbClr val="2D2C3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76" name="Google Shape;1276;p34"/>
              <p:cNvSpPr/>
              <p:nvPr/>
            </p:nvSpPr>
            <p:spPr>
              <a:xfrm>
                <a:off x="4866925" y="1703025"/>
                <a:ext cx="46625" cy="60200"/>
              </a:xfrm>
              <a:custGeom>
                <a:rect b="b" l="l" r="r" t="t"/>
                <a:pathLst>
                  <a:path extrusionOk="0" h="2408" w="1865">
                    <a:moveTo>
                      <a:pt x="514" y="0"/>
                    </a:moveTo>
                    <a:cubicBezTo>
                      <a:pt x="209" y="0"/>
                      <a:pt x="0" y="240"/>
                      <a:pt x="0" y="663"/>
                    </a:cubicBezTo>
                    <a:cubicBezTo>
                      <a:pt x="0" y="1261"/>
                      <a:pt x="421" y="1982"/>
                      <a:pt x="940" y="2279"/>
                    </a:cubicBezTo>
                    <a:cubicBezTo>
                      <a:pt x="1087" y="2367"/>
                      <a:pt x="1227" y="2408"/>
                      <a:pt x="1351" y="2408"/>
                    </a:cubicBezTo>
                    <a:cubicBezTo>
                      <a:pt x="1653" y="2408"/>
                      <a:pt x="1864" y="2164"/>
                      <a:pt x="1864" y="1750"/>
                    </a:cubicBezTo>
                    <a:cubicBezTo>
                      <a:pt x="1864" y="1153"/>
                      <a:pt x="1443" y="432"/>
                      <a:pt x="940" y="131"/>
                    </a:cubicBezTo>
                    <a:cubicBezTo>
                      <a:pt x="787" y="43"/>
                      <a:pt x="642" y="0"/>
                      <a:pt x="514" y="0"/>
                    </a:cubicBezTo>
                    <a:close/>
                  </a:path>
                </a:pathLst>
              </a:custGeom>
              <a:solidFill>
                <a:srgbClr val="38364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77" name="Google Shape;1277;p34"/>
              <p:cNvSpPr/>
              <p:nvPr/>
            </p:nvSpPr>
            <p:spPr>
              <a:xfrm>
                <a:off x="4868625" y="1703725"/>
                <a:ext cx="44275" cy="57025"/>
              </a:xfrm>
              <a:custGeom>
                <a:rect b="b" l="l" r="r" t="t"/>
                <a:pathLst>
                  <a:path extrusionOk="0" h="2281" w="1771">
                    <a:moveTo>
                      <a:pt x="493" y="1"/>
                    </a:moveTo>
                    <a:cubicBezTo>
                      <a:pt x="201" y="1"/>
                      <a:pt x="1" y="229"/>
                      <a:pt x="1" y="635"/>
                    </a:cubicBezTo>
                    <a:cubicBezTo>
                      <a:pt x="1" y="1190"/>
                      <a:pt x="396" y="1872"/>
                      <a:pt x="886" y="2156"/>
                    </a:cubicBezTo>
                    <a:cubicBezTo>
                      <a:pt x="1029" y="2240"/>
                      <a:pt x="1164" y="2280"/>
                      <a:pt x="1283" y="2280"/>
                    </a:cubicBezTo>
                    <a:cubicBezTo>
                      <a:pt x="1572" y="2280"/>
                      <a:pt x="1770" y="2049"/>
                      <a:pt x="1770" y="1654"/>
                    </a:cubicBezTo>
                    <a:cubicBezTo>
                      <a:pt x="1770" y="1096"/>
                      <a:pt x="1375" y="404"/>
                      <a:pt x="886" y="116"/>
                    </a:cubicBezTo>
                    <a:cubicBezTo>
                      <a:pt x="744" y="38"/>
                      <a:pt x="611" y="1"/>
                      <a:pt x="493" y="1"/>
                    </a:cubicBezTo>
                    <a:close/>
                  </a:path>
                </a:pathLst>
              </a:custGeom>
              <a:solidFill>
                <a:srgbClr val="87878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78" name="Google Shape;1278;p34"/>
              <p:cNvSpPr/>
              <p:nvPr/>
            </p:nvSpPr>
            <p:spPr>
              <a:xfrm>
                <a:off x="4869625" y="1705575"/>
                <a:ext cx="41875" cy="53475"/>
              </a:xfrm>
              <a:custGeom>
                <a:rect b="b" l="l" r="r" t="t"/>
                <a:pathLst>
                  <a:path extrusionOk="0" h="2139" w="1675">
                    <a:moveTo>
                      <a:pt x="472" y="1"/>
                    </a:moveTo>
                    <a:cubicBezTo>
                      <a:pt x="323" y="1"/>
                      <a:pt x="198" y="65"/>
                      <a:pt x="111" y="193"/>
                    </a:cubicBezTo>
                    <a:cubicBezTo>
                      <a:pt x="111" y="206"/>
                      <a:pt x="111" y="206"/>
                      <a:pt x="98" y="206"/>
                    </a:cubicBezTo>
                    <a:cubicBezTo>
                      <a:pt x="82" y="248"/>
                      <a:pt x="56" y="287"/>
                      <a:pt x="43" y="330"/>
                    </a:cubicBezTo>
                    <a:cubicBezTo>
                      <a:pt x="16" y="450"/>
                      <a:pt x="0" y="587"/>
                      <a:pt x="30" y="725"/>
                    </a:cubicBezTo>
                    <a:cubicBezTo>
                      <a:pt x="56" y="1051"/>
                      <a:pt x="219" y="1417"/>
                      <a:pt x="477" y="1717"/>
                    </a:cubicBezTo>
                    <a:cubicBezTo>
                      <a:pt x="724" y="1989"/>
                      <a:pt x="999" y="2139"/>
                      <a:pt x="1225" y="2139"/>
                    </a:cubicBezTo>
                    <a:cubicBezTo>
                      <a:pt x="1235" y="2139"/>
                      <a:pt x="1244" y="2138"/>
                      <a:pt x="1254" y="2138"/>
                    </a:cubicBezTo>
                    <a:cubicBezTo>
                      <a:pt x="1348" y="2125"/>
                      <a:pt x="1443" y="2095"/>
                      <a:pt x="1511" y="2014"/>
                    </a:cubicBezTo>
                    <a:cubicBezTo>
                      <a:pt x="1538" y="2001"/>
                      <a:pt x="1567" y="1975"/>
                      <a:pt x="1580" y="1932"/>
                    </a:cubicBezTo>
                    <a:lnTo>
                      <a:pt x="1593" y="1919"/>
                    </a:lnTo>
                    <a:cubicBezTo>
                      <a:pt x="1606" y="1893"/>
                      <a:pt x="1606" y="1880"/>
                      <a:pt x="1619" y="1851"/>
                    </a:cubicBezTo>
                    <a:cubicBezTo>
                      <a:pt x="1632" y="1825"/>
                      <a:pt x="1648" y="1785"/>
                      <a:pt x="1648" y="1756"/>
                    </a:cubicBezTo>
                    <a:cubicBezTo>
                      <a:pt x="1662" y="1687"/>
                      <a:pt x="1675" y="1622"/>
                      <a:pt x="1675" y="1554"/>
                    </a:cubicBezTo>
                    <a:lnTo>
                      <a:pt x="1675" y="1443"/>
                    </a:lnTo>
                    <a:cubicBezTo>
                      <a:pt x="1675" y="1430"/>
                      <a:pt x="1662" y="1417"/>
                      <a:pt x="1662" y="1403"/>
                    </a:cubicBezTo>
                    <a:lnTo>
                      <a:pt x="1662" y="1361"/>
                    </a:lnTo>
                    <a:lnTo>
                      <a:pt x="1662" y="1335"/>
                    </a:lnTo>
                    <a:cubicBezTo>
                      <a:pt x="1648" y="1296"/>
                      <a:pt x="1648" y="1266"/>
                      <a:pt x="1632" y="1240"/>
                    </a:cubicBezTo>
                    <a:cubicBezTo>
                      <a:pt x="1632" y="1214"/>
                      <a:pt x="1632" y="1198"/>
                      <a:pt x="1619" y="1185"/>
                    </a:cubicBezTo>
                    <a:cubicBezTo>
                      <a:pt x="1619" y="1172"/>
                      <a:pt x="1619" y="1159"/>
                      <a:pt x="1606" y="1146"/>
                    </a:cubicBezTo>
                    <a:cubicBezTo>
                      <a:pt x="1606" y="1133"/>
                      <a:pt x="1606" y="1103"/>
                      <a:pt x="1593" y="1090"/>
                    </a:cubicBezTo>
                    <a:cubicBezTo>
                      <a:pt x="1593" y="1077"/>
                      <a:pt x="1580" y="1064"/>
                      <a:pt x="1580" y="1051"/>
                    </a:cubicBezTo>
                    <a:cubicBezTo>
                      <a:pt x="1551" y="982"/>
                      <a:pt x="1524" y="927"/>
                      <a:pt x="1498" y="858"/>
                    </a:cubicBezTo>
                    <a:cubicBezTo>
                      <a:pt x="1498" y="845"/>
                      <a:pt x="1485" y="845"/>
                      <a:pt x="1485" y="832"/>
                    </a:cubicBezTo>
                    <a:cubicBezTo>
                      <a:pt x="1456" y="790"/>
                      <a:pt x="1443" y="751"/>
                      <a:pt x="1417" y="708"/>
                    </a:cubicBezTo>
                    <a:cubicBezTo>
                      <a:pt x="1417" y="695"/>
                      <a:pt x="1404" y="682"/>
                      <a:pt x="1404" y="669"/>
                    </a:cubicBezTo>
                    <a:cubicBezTo>
                      <a:pt x="1387" y="656"/>
                      <a:pt x="1374" y="643"/>
                      <a:pt x="1361" y="627"/>
                    </a:cubicBezTo>
                    <a:cubicBezTo>
                      <a:pt x="1322" y="545"/>
                      <a:pt x="1267" y="493"/>
                      <a:pt x="1211" y="424"/>
                    </a:cubicBezTo>
                    <a:cubicBezTo>
                      <a:pt x="1185" y="398"/>
                      <a:pt x="1159" y="369"/>
                      <a:pt x="1129" y="343"/>
                    </a:cubicBezTo>
                    <a:cubicBezTo>
                      <a:pt x="1116" y="330"/>
                      <a:pt x="1103" y="317"/>
                      <a:pt x="1090" y="300"/>
                    </a:cubicBezTo>
                    <a:lnTo>
                      <a:pt x="1077" y="287"/>
                    </a:lnTo>
                    <a:cubicBezTo>
                      <a:pt x="1061" y="274"/>
                      <a:pt x="1061" y="261"/>
                      <a:pt x="1048" y="261"/>
                    </a:cubicBezTo>
                    <a:cubicBezTo>
                      <a:pt x="914" y="137"/>
                      <a:pt x="777" y="72"/>
                      <a:pt x="653" y="29"/>
                    </a:cubicBezTo>
                    <a:cubicBezTo>
                      <a:pt x="590" y="10"/>
                      <a:pt x="529" y="1"/>
                      <a:pt x="472" y="1"/>
                    </a:cubicBezTo>
                    <a:close/>
                  </a:path>
                </a:pathLst>
              </a:custGeom>
              <a:solidFill>
                <a:srgbClr val="F5F5F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79" name="Google Shape;1279;p34"/>
              <p:cNvSpPr/>
              <p:nvPr/>
            </p:nvSpPr>
            <p:spPr>
              <a:xfrm>
                <a:off x="4872400" y="1705575"/>
                <a:ext cx="32325" cy="17725"/>
              </a:xfrm>
              <a:custGeom>
                <a:rect b="b" l="l" r="r" t="t"/>
                <a:pathLst>
                  <a:path extrusionOk="0" h="709" w="1293">
                    <a:moveTo>
                      <a:pt x="361" y="1"/>
                    </a:moveTo>
                    <a:cubicBezTo>
                      <a:pt x="212" y="1"/>
                      <a:pt x="87" y="65"/>
                      <a:pt x="0" y="193"/>
                    </a:cubicBezTo>
                    <a:cubicBezTo>
                      <a:pt x="120" y="152"/>
                      <a:pt x="229" y="135"/>
                      <a:pt x="329" y="135"/>
                    </a:cubicBezTo>
                    <a:cubicBezTo>
                      <a:pt x="764" y="135"/>
                      <a:pt x="1005" y="450"/>
                      <a:pt x="1005" y="450"/>
                    </a:cubicBezTo>
                    <a:lnTo>
                      <a:pt x="1018" y="708"/>
                    </a:lnTo>
                    <a:cubicBezTo>
                      <a:pt x="1100" y="695"/>
                      <a:pt x="1195" y="682"/>
                      <a:pt x="1293" y="669"/>
                    </a:cubicBezTo>
                    <a:cubicBezTo>
                      <a:pt x="1276" y="656"/>
                      <a:pt x="1263" y="643"/>
                      <a:pt x="1250" y="627"/>
                    </a:cubicBezTo>
                    <a:cubicBezTo>
                      <a:pt x="1211" y="545"/>
                      <a:pt x="1156" y="493"/>
                      <a:pt x="1100" y="424"/>
                    </a:cubicBezTo>
                    <a:cubicBezTo>
                      <a:pt x="1074" y="398"/>
                      <a:pt x="1048" y="369"/>
                      <a:pt x="1018" y="343"/>
                    </a:cubicBezTo>
                    <a:cubicBezTo>
                      <a:pt x="1005" y="330"/>
                      <a:pt x="992" y="317"/>
                      <a:pt x="979" y="300"/>
                    </a:cubicBezTo>
                    <a:lnTo>
                      <a:pt x="966" y="287"/>
                    </a:lnTo>
                    <a:cubicBezTo>
                      <a:pt x="950" y="274"/>
                      <a:pt x="950" y="261"/>
                      <a:pt x="937" y="261"/>
                    </a:cubicBezTo>
                    <a:cubicBezTo>
                      <a:pt x="803" y="137"/>
                      <a:pt x="666" y="72"/>
                      <a:pt x="542" y="29"/>
                    </a:cubicBezTo>
                    <a:cubicBezTo>
                      <a:pt x="479" y="10"/>
                      <a:pt x="418" y="1"/>
                      <a:pt x="361" y="1"/>
                    </a:cubicBezTo>
                    <a:close/>
                  </a:path>
                </a:pathLst>
              </a:custGeom>
              <a:solidFill>
                <a:srgbClr val="50505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80" name="Google Shape;1280;p34"/>
              <p:cNvSpPr/>
              <p:nvPr/>
            </p:nvSpPr>
            <p:spPr>
              <a:xfrm>
                <a:off x="4871325" y="1723275"/>
                <a:ext cx="27275" cy="24175"/>
              </a:xfrm>
              <a:custGeom>
                <a:rect b="b" l="l" r="r" t="t"/>
                <a:pathLst>
                  <a:path extrusionOk="0" h="967" w="1091">
                    <a:moveTo>
                      <a:pt x="1061" y="0"/>
                    </a:moveTo>
                    <a:cubicBezTo>
                      <a:pt x="795" y="16"/>
                      <a:pt x="514" y="19"/>
                      <a:pt x="308" y="19"/>
                    </a:cubicBezTo>
                    <a:cubicBezTo>
                      <a:pt x="124" y="19"/>
                      <a:pt x="1" y="17"/>
                      <a:pt x="1" y="17"/>
                    </a:cubicBezTo>
                    <a:lnTo>
                      <a:pt x="1" y="17"/>
                    </a:lnTo>
                    <a:cubicBezTo>
                      <a:pt x="1" y="17"/>
                      <a:pt x="219" y="301"/>
                      <a:pt x="438" y="369"/>
                    </a:cubicBezTo>
                    <a:cubicBezTo>
                      <a:pt x="667" y="451"/>
                      <a:pt x="1091" y="966"/>
                      <a:pt x="1091" y="966"/>
                    </a:cubicBezTo>
                    <a:lnTo>
                      <a:pt x="1061" y="0"/>
                    </a:lnTo>
                    <a:close/>
                  </a:path>
                </a:pathLst>
              </a:custGeom>
              <a:solidFill>
                <a:srgbClr val="50505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81" name="Google Shape;1281;p34"/>
              <p:cNvSpPr/>
              <p:nvPr/>
            </p:nvSpPr>
            <p:spPr>
              <a:xfrm>
                <a:off x="4882275" y="1706300"/>
                <a:ext cx="29225" cy="43525"/>
              </a:xfrm>
              <a:custGeom>
                <a:rect b="b" l="l" r="r" t="t"/>
                <a:pathLst>
                  <a:path extrusionOk="0" h="1741" w="1169">
                    <a:moveTo>
                      <a:pt x="147" y="0"/>
                    </a:moveTo>
                    <a:cubicBezTo>
                      <a:pt x="121" y="26"/>
                      <a:pt x="95" y="56"/>
                      <a:pt x="82" y="82"/>
                    </a:cubicBezTo>
                    <a:cubicBezTo>
                      <a:pt x="65" y="124"/>
                      <a:pt x="39" y="150"/>
                      <a:pt x="39" y="190"/>
                    </a:cubicBezTo>
                    <a:cubicBezTo>
                      <a:pt x="13" y="245"/>
                      <a:pt x="13" y="301"/>
                      <a:pt x="0" y="369"/>
                    </a:cubicBezTo>
                    <a:cubicBezTo>
                      <a:pt x="0" y="421"/>
                      <a:pt x="0" y="464"/>
                      <a:pt x="13" y="516"/>
                    </a:cubicBezTo>
                    <a:cubicBezTo>
                      <a:pt x="39" y="803"/>
                      <a:pt x="176" y="1117"/>
                      <a:pt x="408" y="1374"/>
                    </a:cubicBezTo>
                    <a:cubicBezTo>
                      <a:pt x="516" y="1512"/>
                      <a:pt x="653" y="1606"/>
                      <a:pt x="774" y="1675"/>
                    </a:cubicBezTo>
                    <a:cubicBezTo>
                      <a:pt x="881" y="1714"/>
                      <a:pt x="979" y="1740"/>
                      <a:pt x="1061" y="1740"/>
                    </a:cubicBezTo>
                    <a:cubicBezTo>
                      <a:pt x="1074" y="1740"/>
                      <a:pt x="1074" y="1740"/>
                      <a:pt x="1087" y="1727"/>
                    </a:cubicBezTo>
                    <a:lnTo>
                      <a:pt x="1142" y="1727"/>
                    </a:lnTo>
                    <a:cubicBezTo>
                      <a:pt x="1156" y="1658"/>
                      <a:pt x="1169" y="1593"/>
                      <a:pt x="1169" y="1525"/>
                    </a:cubicBezTo>
                    <a:lnTo>
                      <a:pt x="1169" y="1414"/>
                    </a:lnTo>
                    <a:cubicBezTo>
                      <a:pt x="1169" y="1401"/>
                      <a:pt x="1156" y="1388"/>
                      <a:pt x="1156" y="1374"/>
                    </a:cubicBezTo>
                    <a:lnTo>
                      <a:pt x="1156" y="1332"/>
                    </a:lnTo>
                    <a:lnTo>
                      <a:pt x="1156" y="1306"/>
                    </a:lnTo>
                    <a:cubicBezTo>
                      <a:pt x="1142" y="1267"/>
                      <a:pt x="1142" y="1237"/>
                      <a:pt x="1126" y="1211"/>
                    </a:cubicBezTo>
                    <a:cubicBezTo>
                      <a:pt x="1126" y="1185"/>
                      <a:pt x="1126" y="1169"/>
                      <a:pt x="1113" y="1156"/>
                    </a:cubicBezTo>
                    <a:cubicBezTo>
                      <a:pt x="1113" y="1143"/>
                      <a:pt x="1113" y="1130"/>
                      <a:pt x="1100" y="1117"/>
                    </a:cubicBezTo>
                    <a:cubicBezTo>
                      <a:pt x="1100" y="1104"/>
                      <a:pt x="1100" y="1074"/>
                      <a:pt x="1087" y="1061"/>
                    </a:cubicBezTo>
                    <a:cubicBezTo>
                      <a:pt x="1087" y="1048"/>
                      <a:pt x="1074" y="1035"/>
                      <a:pt x="1074" y="1022"/>
                    </a:cubicBezTo>
                    <a:cubicBezTo>
                      <a:pt x="1045" y="953"/>
                      <a:pt x="1018" y="898"/>
                      <a:pt x="992" y="829"/>
                    </a:cubicBezTo>
                    <a:cubicBezTo>
                      <a:pt x="992" y="816"/>
                      <a:pt x="979" y="816"/>
                      <a:pt x="979" y="803"/>
                    </a:cubicBezTo>
                    <a:cubicBezTo>
                      <a:pt x="950" y="761"/>
                      <a:pt x="937" y="722"/>
                      <a:pt x="911" y="679"/>
                    </a:cubicBezTo>
                    <a:cubicBezTo>
                      <a:pt x="898" y="653"/>
                      <a:pt x="868" y="627"/>
                      <a:pt x="855" y="598"/>
                    </a:cubicBezTo>
                    <a:cubicBezTo>
                      <a:pt x="816" y="516"/>
                      <a:pt x="761" y="464"/>
                      <a:pt x="705" y="395"/>
                    </a:cubicBezTo>
                    <a:cubicBezTo>
                      <a:pt x="679" y="369"/>
                      <a:pt x="653" y="340"/>
                      <a:pt x="623" y="314"/>
                    </a:cubicBezTo>
                    <a:cubicBezTo>
                      <a:pt x="610" y="301"/>
                      <a:pt x="597" y="288"/>
                      <a:pt x="584" y="271"/>
                    </a:cubicBezTo>
                    <a:lnTo>
                      <a:pt x="571" y="258"/>
                    </a:lnTo>
                    <a:cubicBezTo>
                      <a:pt x="555" y="245"/>
                      <a:pt x="555" y="232"/>
                      <a:pt x="542" y="232"/>
                    </a:cubicBezTo>
                    <a:cubicBezTo>
                      <a:pt x="408" y="108"/>
                      <a:pt x="271" y="43"/>
                      <a:pt x="147" y="0"/>
                    </a:cubicBezTo>
                    <a:close/>
                  </a:path>
                </a:pathLst>
              </a:custGeom>
              <a:solidFill>
                <a:srgbClr val="50505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82" name="Google Shape;1282;p34"/>
              <p:cNvSpPr/>
              <p:nvPr/>
            </p:nvSpPr>
            <p:spPr>
              <a:xfrm>
                <a:off x="4895150" y="1712750"/>
                <a:ext cx="9900" cy="18375"/>
              </a:xfrm>
              <a:custGeom>
                <a:rect b="b" l="l" r="r" t="t"/>
                <a:pathLst>
                  <a:path extrusionOk="0" h="735" w="396">
                    <a:moveTo>
                      <a:pt x="56" y="0"/>
                    </a:moveTo>
                    <a:cubicBezTo>
                      <a:pt x="27" y="13"/>
                      <a:pt x="1" y="30"/>
                      <a:pt x="1" y="30"/>
                    </a:cubicBezTo>
                    <a:lnTo>
                      <a:pt x="190" y="245"/>
                    </a:lnTo>
                    <a:lnTo>
                      <a:pt x="138" y="735"/>
                    </a:lnTo>
                    <a:lnTo>
                      <a:pt x="285" y="640"/>
                    </a:lnTo>
                    <a:lnTo>
                      <a:pt x="396" y="421"/>
                    </a:lnTo>
                    <a:cubicBezTo>
                      <a:pt x="383" y="395"/>
                      <a:pt x="353" y="369"/>
                      <a:pt x="340" y="340"/>
                    </a:cubicBezTo>
                    <a:cubicBezTo>
                      <a:pt x="301" y="258"/>
                      <a:pt x="246" y="206"/>
                      <a:pt x="190" y="137"/>
                    </a:cubicBezTo>
                    <a:cubicBezTo>
                      <a:pt x="164" y="111"/>
                      <a:pt x="138" y="82"/>
                      <a:pt x="108" y="56"/>
                    </a:cubicBezTo>
                    <a:cubicBezTo>
                      <a:pt x="95" y="43"/>
                      <a:pt x="82" y="30"/>
                      <a:pt x="69" y="13"/>
                    </a:cubicBezTo>
                    <a:lnTo>
                      <a:pt x="56" y="0"/>
                    </a:lnTo>
                    <a:close/>
                  </a:path>
                </a:pathLst>
              </a:custGeom>
              <a:solidFill>
                <a:srgbClr val="87878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83" name="Google Shape;1283;p34"/>
              <p:cNvSpPr/>
              <p:nvPr/>
            </p:nvSpPr>
            <p:spPr>
              <a:xfrm>
                <a:off x="4897850" y="1728725"/>
                <a:ext cx="12275" cy="28600"/>
              </a:xfrm>
              <a:custGeom>
                <a:rect b="b" l="l" r="r" t="t"/>
                <a:pathLst>
                  <a:path extrusionOk="0" h="1144" w="491">
                    <a:moveTo>
                      <a:pt x="177" y="1"/>
                    </a:moveTo>
                    <a:lnTo>
                      <a:pt x="30" y="96"/>
                    </a:lnTo>
                    <a:lnTo>
                      <a:pt x="0" y="288"/>
                    </a:lnTo>
                    <a:lnTo>
                      <a:pt x="151" y="778"/>
                    </a:lnTo>
                    <a:lnTo>
                      <a:pt x="219" y="993"/>
                    </a:lnTo>
                    <a:cubicBezTo>
                      <a:pt x="245" y="1036"/>
                      <a:pt x="177" y="1143"/>
                      <a:pt x="206" y="1143"/>
                    </a:cubicBezTo>
                    <a:cubicBezTo>
                      <a:pt x="258" y="1130"/>
                      <a:pt x="382" y="1062"/>
                      <a:pt x="451" y="1006"/>
                    </a:cubicBezTo>
                    <a:lnTo>
                      <a:pt x="464" y="993"/>
                    </a:lnTo>
                    <a:cubicBezTo>
                      <a:pt x="477" y="967"/>
                      <a:pt x="477" y="954"/>
                      <a:pt x="490" y="925"/>
                    </a:cubicBezTo>
                    <a:cubicBezTo>
                      <a:pt x="490" y="912"/>
                      <a:pt x="490" y="899"/>
                      <a:pt x="477" y="885"/>
                    </a:cubicBezTo>
                    <a:lnTo>
                      <a:pt x="464" y="830"/>
                    </a:lnTo>
                    <a:lnTo>
                      <a:pt x="193" y="27"/>
                    </a:lnTo>
                    <a:lnTo>
                      <a:pt x="177" y="1"/>
                    </a:lnTo>
                    <a:close/>
                  </a:path>
                </a:pathLst>
              </a:custGeom>
              <a:solidFill>
                <a:srgbClr val="87878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84" name="Google Shape;1284;p34"/>
              <p:cNvSpPr/>
              <p:nvPr/>
            </p:nvSpPr>
            <p:spPr>
              <a:xfrm>
                <a:off x="4871325" y="1712825"/>
                <a:ext cx="24175" cy="17975"/>
              </a:xfrm>
              <a:custGeom>
                <a:rect b="b" l="l" r="r" t="t"/>
                <a:pathLst>
                  <a:path extrusionOk="0" h="719" w="967">
                    <a:moveTo>
                      <a:pt x="199" y="0"/>
                    </a:moveTo>
                    <a:cubicBezTo>
                      <a:pt x="192" y="0"/>
                      <a:pt x="185" y="4"/>
                      <a:pt x="177" y="10"/>
                    </a:cubicBezTo>
                    <a:cubicBezTo>
                      <a:pt x="164" y="10"/>
                      <a:pt x="14" y="79"/>
                      <a:pt x="14" y="92"/>
                    </a:cubicBezTo>
                    <a:cubicBezTo>
                      <a:pt x="1" y="173"/>
                      <a:pt x="138" y="190"/>
                      <a:pt x="138" y="271"/>
                    </a:cubicBezTo>
                    <a:cubicBezTo>
                      <a:pt x="138" y="324"/>
                      <a:pt x="164" y="366"/>
                      <a:pt x="206" y="392"/>
                    </a:cubicBezTo>
                    <a:lnTo>
                      <a:pt x="804" y="624"/>
                    </a:lnTo>
                    <a:lnTo>
                      <a:pt x="967" y="719"/>
                    </a:lnTo>
                    <a:lnTo>
                      <a:pt x="967" y="324"/>
                    </a:lnTo>
                    <a:lnTo>
                      <a:pt x="954" y="324"/>
                    </a:lnTo>
                    <a:lnTo>
                      <a:pt x="219" y="10"/>
                    </a:lnTo>
                    <a:cubicBezTo>
                      <a:pt x="213" y="4"/>
                      <a:pt x="206" y="0"/>
                      <a:pt x="199" y="0"/>
                    </a:cubicBezTo>
                    <a:close/>
                  </a:path>
                </a:pathLst>
              </a:custGeom>
              <a:solidFill>
                <a:srgbClr val="87878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85" name="Google Shape;1285;p34"/>
              <p:cNvSpPr/>
              <p:nvPr/>
            </p:nvSpPr>
            <p:spPr>
              <a:xfrm>
                <a:off x="4887000" y="1713275"/>
                <a:ext cx="16025" cy="25350"/>
              </a:xfrm>
              <a:custGeom>
                <a:rect b="b" l="l" r="r" t="t"/>
                <a:pathLst>
                  <a:path extrusionOk="0" h="1014" w="641">
                    <a:moveTo>
                      <a:pt x="353" y="1"/>
                    </a:moveTo>
                    <a:cubicBezTo>
                      <a:pt x="341" y="1"/>
                      <a:pt x="333" y="8"/>
                      <a:pt x="327" y="22"/>
                    </a:cubicBezTo>
                    <a:lnTo>
                      <a:pt x="0" y="674"/>
                    </a:lnTo>
                    <a:lnTo>
                      <a:pt x="314" y="1014"/>
                    </a:lnTo>
                    <a:lnTo>
                      <a:pt x="627" y="374"/>
                    </a:lnTo>
                    <a:cubicBezTo>
                      <a:pt x="640" y="348"/>
                      <a:pt x="627" y="293"/>
                      <a:pt x="598" y="253"/>
                    </a:cubicBezTo>
                    <a:cubicBezTo>
                      <a:pt x="572" y="211"/>
                      <a:pt x="545" y="172"/>
                      <a:pt x="503" y="142"/>
                    </a:cubicBezTo>
                    <a:cubicBezTo>
                      <a:pt x="477" y="103"/>
                      <a:pt x="434" y="61"/>
                      <a:pt x="408" y="35"/>
                    </a:cubicBezTo>
                    <a:cubicBezTo>
                      <a:pt x="385" y="12"/>
                      <a:pt x="367" y="1"/>
                      <a:pt x="353" y="1"/>
                    </a:cubicBezTo>
                    <a:close/>
                  </a:path>
                </a:pathLst>
              </a:custGeom>
              <a:solidFill>
                <a:srgbClr val="F5F5F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86" name="Google Shape;1286;p34"/>
              <p:cNvSpPr/>
              <p:nvPr/>
            </p:nvSpPr>
            <p:spPr>
              <a:xfrm>
                <a:off x="4870675" y="1714975"/>
                <a:ext cx="21075" cy="18200"/>
              </a:xfrm>
              <a:custGeom>
                <a:rect b="b" l="l" r="r" t="t"/>
                <a:pathLst>
                  <a:path extrusionOk="0" h="728" w="843">
                    <a:moveTo>
                      <a:pt x="74" y="1"/>
                    </a:moveTo>
                    <a:cubicBezTo>
                      <a:pt x="55" y="1"/>
                      <a:pt x="36" y="14"/>
                      <a:pt x="27" y="35"/>
                    </a:cubicBezTo>
                    <a:cubicBezTo>
                      <a:pt x="14" y="117"/>
                      <a:pt x="1" y="185"/>
                      <a:pt x="14" y="280"/>
                    </a:cubicBezTo>
                    <a:cubicBezTo>
                      <a:pt x="14" y="319"/>
                      <a:pt x="40" y="375"/>
                      <a:pt x="82" y="388"/>
                    </a:cubicBezTo>
                    <a:lnTo>
                      <a:pt x="679" y="633"/>
                    </a:lnTo>
                    <a:lnTo>
                      <a:pt x="843" y="727"/>
                    </a:lnTo>
                    <a:lnTo>
                      <a:pt x="843" y="332"/>
                    </a:lnTo>
                    <a:lnTo>
                      <a:pt x="817" y="319"/>
                    </a:lnTo>
                    <a:lnTo>
                      <a:pt x="95" y="6"/>
                    </a:lnTo>
                    <a:cubicBezTo>
                      <a:pt x="88" y="2"/>
                      <a:pt x="81" y="1"/>
                      <a:pt x="74" y="1"/>
                    </a:cubicBezTo>
                    <a:close/>
                  </a:path>
                </a:pathLst>
              </a:custGeom>
              <a:solidFill>
                <a:srgbClr val="F5F5F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87" name="Google Shape;1287;p34"/>
              <p:cNvSpPr/>
              <p:nvPr/>
            </p:nvSpPr>
            <p:spPr>
              <a:xfrm>
                <a:off x="4891725" y="1731100"/>
                <a:ext cx="15050" cy="26550"/>
              </a:xfrm>
              <a:custGeom>
                <a:rect b="b" l="l" r="r" t="t"/>
                <a:pathLst>
                  <a:path extrusionOk="0" h="1062" w="602">
                    <a:moveTo>
                      <a:pt x="275" y="1"/>
                    </a:moveTo>
                    <a:lnTo>
                      <a:pt x="1" y="82"/>
                    </a:lnTo>
                    <a:lnTo>
                      <a:pt x="95" y="288"/>
                    </a:lnTo>
                    <a:lnTo>
                      <a:pt x="314" y="980"/>
                    </a:lnTo>
                    <a:cubicBezTo>
                      <a:pt x="340" y="1035"/>
                      <a:pt x="383" y="1061"/>
                      <a:pt x="409" y="1061"/>
                    </a:cubicBezTo>
                    <a:cubicBezTo>
                      <a:pt x="464" y="1048"/>
                      <a:pt x="520" y="1022"/>
                      <a:pt x="572" y="980"/>
                    </a:cubicBezTo>
                    <a:cubicBezTo>
                      <a:pt x="585" y="967"/>
                      <a:pt x="601" y="928"/>
                      <a:pt x="572" y="885"/>
                    </a:cubicBezTo>
                    <a:lnTo>
                      <a:pt x="288" y="30"/>
                    </a:lnTo>
                    <a:lnTo>
                      <a:pt x="275" y="1"/>
                    </a:lnTo>
                    <a:close/>
                  </a:path>
                </a:pathLst>
              </a:custGeom>
              <a:solidFill>
                <a:srgbClr val="F5F5F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88" name="Google Shape;1288;p34"/>
              <p:cNvSpPr/>
              <p:nvPr/>
            </p:nvSpPr>
            <p:spPr>
              <a:xfrm>
                <a:off x="4873050" y="1716500"/>
                <a:ext cx="30950" cy="38775"/>
              </a:xfrm>
              <a:custGeom>
                <a:rect b="b" l="l" r="r" t="t"/>
                <a:pathLst>
                  <a:path extrusionOk="0" h="1551" w="1238">
                    <a:moveTo>
                      <a:pt x="924" y="0"/>
                    </a:moveTo>
                    <a:lnTo>
                      <a:pt x="761" y="382"/>
                    </a:lnTo>
                    <a:lnTo>
                      <a:pt x="13" y="69"/>
                    </a:lnTo>
                    <a:cubicBezTo>
                      <a:pt x="13" y="108"/>
                      <a:pt x="0" y="164"/>
                      <a:pt x="13" y="206"/>
                    </a:cubicBezTo>
                    <a:cubicBezTo>
                      <a:pt x="13" y="219"/>
                      <a:pt x="26" y="245"/>
                      <a:pt x="26" y="245"/>
                    </a:cubicBezTo>
                    <a:lnTo>
                      <a:pt x="653" y="490"/>
                    </a:lnTo>
                    <a:lnTo>
                      <a:pt x="924" y="816"/>
                    </a:lnTo>
                    <a:lnTo>
                      <a:pt x="1143" y="1525"/>
                    </a:lnTo>
                    <a:cubicBezTo>
                      <a:pt x="1143" y="1538"/>
                      <a:pt x="1156" y="1538"/>
                      <a:pt x="1156" y="1551"/>
                    </a:cubicBezTo>
                    <a:cubicBezTo>
                      <a:pt x="1185" y="1538"/>
                      <a:pt x="1211" y="1525"/>
                      <a:pt x="1237" y="1512"/>
                    </a:cubicBezTo>
                    <a:lnTo>
                      <a:pt x="924" y="598"/>
                    </a:lnTo>
                    <a:lnTo>
                      <a:pt x="1087" y="206"/>
                    </a:lnTo>
                    <a:lnTo>
                      <a:pt x="1087" y="177"/>
                    </a:lnTo>
                    <a:cubicBezTo>
                      <a:pt x="1061" y="137"/>
                      <a:pt x="1022" y="108"/>
                      <a:pt x="992" y="69"/>
                    </a:cubicBezTo>
                    <a:cubicBezTo>
                      <a:pt x="966" y="43"/>
                      <a:pt x="953" y="13"/>
                      <a:pt x="924" y="0"/>
                    </a:cubicBezTo>
                    <a:close/>
                  </a:path>
                </a:pathLst>
              </a:custGeom>
              <a:solidFill>
                <a:srgbClr val="50505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89" name="Google Shape;1289;p34"/>
              <p:cNvSpPr/>
              <p:nvPr/>
            </p:nvSpPr>
            <p:spPr>
              <a:xfrm>
                <a:off x="4617725" y="1554125"/>
                <a:ext cx="57125" cy="73600"/>
              </a:xfrm>
              <a:custGeom>
                <a:rect b="b" l="l" r="r" t="t"/>
                <a:pathLst>
                  <a:path extrusionOk="0" h="2944" w="2285">
                    <a:moveTo>
                      <a:pt x="629" y="1"/>
                    </a:moveTo>
                    <a:cubicBezTo>
                      <a:pt x="253" y="1"/>
                      <a:pt x="0" y="300"/>
                      <a:pt x="0" y="809"/>
                    </a:cubicBezTo>
                    <a:cubicBezTo>
                      <a:pt x="0" y="1544"/>
                      <a:pt x="503" y="2415"/>
                      <a:pt x="1142" y="2784"/>
                    </a:cubicBezTo>
                    <a:cubicBezTo>
                      <a:pt x="1327" y="2892"/>
                      <a:pt x="1502" y="2943"/>
                      <a:pt x="1657" y="2943"/>
                    </a:cubicBezTo>
                    <a:cubicBezTo>
                      <a:pt x="2028" y="2943"/>
                      <a:pt x="2285" y="2649"/>
                      <a:pt x="2285" y="2131"/>
                    </a:cubicBezTo>
                    <a:cubicBezTo>
                      <a:pt x="2285" y="1410"/>
                      <a:pt x="1769" y="525"/>
                      <a:pt x="1142" y="157"/>
                    </a:cubicBezTo>
                    <a:cubicBezTo>
                      <a:pt x="957" y="51"/>
                      <a:pt x="783" y="1"/>
                      <a:pt x="629" y="1"/>
                    </a:cubicBezTo>
                    <a:close/>
                  </a:path>
                </a:pathLst>
              </a:custGeom>
              <a:solidFill>
                <a:srgbClr val="2D2C3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90" name="Google Shape;1290;p34"/>
              <p:cNvSpPr/>
              <p:nvPr/>
            </p:nvSpPr>
            <p:spPr>
              <a:xfrm>
                <a:off x="4617725" y="1554125"/>
                <a:ext cx="57125" cy="73600"/>
              </a:xfrm>
              <a:custGeom>
                <a:rect b="b" l="l" r="r" t="t"/>
                <a:pathLst>
                  <a:path extrusionOk="0" h="2944" w="2285">
                    <a:moveTo>
                      <a:pt x="629" y="1"/>
                    </a:moveTo>
                    <a:cubicBezTo>
                      <a:pt x="253" y="1"/>
                      <a:pt x="0" y="300"/>
                      <a:pt x="0" y="809"/>
                    </a:cubicBezTo>
                    <a:cubicBezTo>
                      <a:pt x="0" y="1544"/>
                      <a:pt x="503" y="2415"/>
                      <a:pt x="1142" y="2784"/>
                    </a:cubicBezTo>
                    <a:cubicBezTo>
                      <a:pt x="1327" y="2892"/>
                      <a:pt x="1502" y="2943"/>
                      <a:pt x="1657" y="2943"/>
                    </a:cubicBezTo>
                    <a:cubicBezTo>
                      <a:pt x="2028" y="2943"/>
                      <a:pt x="2285" y="2649"/>
                      <a:pt x="2285" y="2131"/>
                    </a:cubicBezTo>
                    <a:cubicBezTo>
                      <a:pt x="2285" y="1410"/>
                      <a:pt x="1769" y="525"/>
                      <a:pt x="1142" y="157"/>
                    </a:cubicBezTo>
                    <a:cubicBezTo>
                      <a:pt x="957" y="51"/>
                      <a:pt x="783" y="1"/>
                      <a:pt x="629" y="1"/>
                    </a:cubicBezTo>
                    <a:close/>
                  </a:path>
                </a:pathLst>
              </a:custGeom>
              <a:solidFill>
                <a:srgbClr val="50505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91" name="Google Shape;1291;p34"/>
              <p:cNvSpPr/>
              <p:nvPr/>
            </p:nvSpPr>
            <p:spPr>
              <a:xfrm>
                <a:off x="4618050" y="1555950"/>
                <a:ext cx="54775" cy="70575"/>
              </a:xfrm>
              <a:custGeom>
                <a:rect b="b" l="l" r="r" t="t"/>
                <a:pathLst>
                  <a:path extrusionOk="0" h="2823" w="2191">
                    <a:moveTo>
                      <a:pt x="607" y="1"/>
                    </a:moveTo>
                    <a:cubicBezTo>
                      <a:pt x="246" y="1"/>
                      <a:pt x="0" y="287"/>
                      <a:pt x="0" y="779"/>
                    </a:cubicBezTo>
                    <a:cubicBezTo>
                      <a:pt x="0" y="1471"/>
                      <a:pt x="490" y="2329"/>
                      <a:pt x="1103" y="2669"/>
                    </a:cubicBezTo>
                    <a:cubicBezTo>
                      <a:pt x="1280" y="2773"/>
                      <a:pt x="1447" y="2823"/>
                      <a:pt x="1595" y="2823"/>
                    </a:cubicBezTo>
                    <a:cubicBezTo>
                      <a:pt x="1947" y="2823"/>
                      <a:pt x="2190" y="2541"/>
                      <a:pt x="2190" y="2042"/>
                    </a:cubicBezTo>
                    <a:cubicBezTo>
                      <a:pt x="2190" y="1350"/>
                      <a:pt x="1701" y="508"/>
                      <a:pt x="1103" y="152"/>
                    </a:cubicBezTo>
                    <a:cubicBezTo>
                      <a:pt x="924" y="49"/>
                      <a:pt x="756" y="1"/>
                      <a:pt x="607" y="1"/>
                    </a:cubicBezTo>
                    <a:close/>
                  </a:path>
                </a:pathLst>
              </a:custGeom>
              <a:solidFill>
                <a:srgbClr val="2D2C3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92" name="Google Shape;1292;p34"/>
              <p:cNvSpPr/>
              <p:nvPr/>
            </p:nvSpPr>
            <p:spPr>
              <a:xfrm>
                <a:off x="4622450" y="1561325"/>
                <a:ext cx="46625" cy="60225"/>
              </a:xfrm>
              <a:custGeom>
                <a:rect b="b" l="l" r="r" t="t"/>
                <a:pathLst>
                  <a:path extrusionOk="0" h="2409" w="1865">
                    <a:moveTo>
                      <a:pt x="509" y="1"/>
                    </a:moveTo>
                    <a:cubicBezTo>
                      <a:pt x="205" y="1"/>
                      <a:pt x="0" y="245"/>
                      <a:pt x="0" y="658"/>
                    </a:cubicBezTo>
                    <a:cubicBezTo>
                      <a:pt x="0" y="1256"/>
                      <a:pt x="408" y="1977"/>
                      <a:pt x="927" y="2277"/>
                    </a:cubicBezTo>
                    <a:cubicBezTo>
                      <a:pt x="1080" y="2366"/>
                      <a:pt x="1224" y="2408"/>
                      <a:pt x="1351" y="2408"/>
                    </a:cubicBezTo>
                    <a:cubicBezTo>
                      <a:pt x="1655" y="2408"/>
                      <a:pt x="1864" y="2168"/>
                      <a:pt x="1864" y="1745"/>
                    </a:cubicBezTo>
                    <a:cubicBezTo>
                      <a:pt x="1864" y="1148"/>
                      <a:pt x="1443" y="427"/>
                      <a:pt x="927" y="130"/>
                    </a:cubicBezTo>
                    <a:cubicBezTo>
                      <a:pt x="776" y="42"/>
                      <a:pt x="634" y="1"/>
                      <a:pt x="509" y="1"/>
                    </a:cubicBezTo>
                    <a:close/>
                  </a:path>
                </a:pathLst>
              </a:custGeom>
              <a:solidFill>
                <a:srgbClr val="38364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93" name="Google Shape;1293;p34"/>
              <p:cNvSpPr/>
              <p:nvPr/>
            </p:nvSpPr>
            <p:spPr>
              <a:xfrm>
                <a:off x="4624150" y="1562125"/>
                <a:ext cx="44275" cy="57150"/>
              </a:xfrm>
              <a:custGeom>
                <a:rect b="b" l="l" r="r" t="t"/>
                <a:pathLst>
                  <a:path extrusionOk="0" h="2286" w="1771">
                    <a:moveTo>
                      <a:pt x="488" y="0"/>
                    </a:moveTo>
                    <a:cubicBezTo>
                      <a:pt x="199" y="0"/>
                      <a:pt x="1" y="232"/>
                      <a:pt x="1" y="626"/>
                    </a:cubicBezTo>
                    <a:cubicBezTo>
                      <a:pt x="1" y="1185"/>
                      <a:pt x="396" y="1877"/>
                      <a:pt x="885" y="2164"/>
                    </a:cubicBezTo>
                    <a:cubicBezTo>
                      <a:pt x="1028" y="2247"/>
                      <a:pt x="1163" y="2286"/>
                      <a:pt x="1282" y="2286"/>
                    </a:cubicBezTo>
                    <a:cubicBezTo>
                      <a:pt x="1572" y="2286"/>
                      <a:pt x="1770" y="2053"/>
                      <a:pt x="1770" y="1648"/>
                    </a:cubicBezTo>
                    <a:cubicBezTo>
                      <a:pt x="1770" y="1090"/>
                      <a:pt x="1375" y="408"/>
                      <a:pt x="885" y="124"/>
                    </a:cubicBezTo>
                    <a:cubicBezTo>
                      <a:pt x="742" y="40"/>
                      <a:pt x="607" y="0"/>
                      <a:pt x="488" y="0"/>
                    </a:cubicBezTo>
                    <a:close/>
                  </a:path>
                </a:pathLst>
              </a:custGeom>
              <a:solidFill>
                <a:srgbClr val="87878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94" name="Google Shape;1294;p34"/>
              <p:cNvSpPr/>
              <p:nvPr/>
            </p:nvSpPr>
            <p:spPr>
              <a:xfrm>
                <a:off x="4625225" y="1563825"/>
                <a:ext cx="41800" cy="53425"/>
              </a:xfrm>
              <a:custGeom>
                <a:rect b="b" l="l" r="r" t="t"/>
                <a:pathLst>
                  <a:path extrusionOk="0" h="2137" w="1672">
                    <a:moveTo>
                      <a:pt x="468" y="1"/>
                    </a:moveTo>
                    <a:cubicBezTo>
                      <a:pt x="315" y="1"/>
                      <a:pt x="186" y="67"/>
                      <a:pt x="108" y="206"/>
                    </a:cubicBezTo>
                    <a:cubicBezTo>
                      <a:pt x="108" y="206"/>
                      <a:pt x="95" y="206"/>
                      <a:pt x="95" y="219"/>
                    </a:cubicBezTo>
                    <a:cubicBezTo>
                      <a:pt x="66" y="258"/>
                      <a:pt x="53" y="301"/>
                      <a:pt x="40" y="340"/>
                    </a:cubicBezTo>
                    <a:cubicBezTo>
                      <a:pt x="13" y="451"/>
                      <a:pt x="0" y="585"/>
                      <a:pt x="13" y="735"/>
                    </a:cubicBezTo>
                    <a:cubicBezTo>
                      <a:pt x="53" y="1048"/>
                      <a:pt x="216" y="1417"/>
                      <a:pt x="474" y="1714"/>
                    </a:cubicBezTo>
                    <a:cubicBezTo>
                      <a:pt x="705" y="1998"/>
                      <a:pt x="987" y="2136"/>
                      <a:pt x="1213" y="2136"/>
                    </a:cubicBezTo>
                    <a:cubicBezTo>
                      <a:pt x="1226" y="2136"/>
                      <a:pt x="1238" y="2136"/>
                      <a:pt x="1250" y="2135"/>
                    </a:cubicBezTo>
                    <a:cubicBezTo>
                      <a:pt x="1345" y="2135"/>
                      <a:pt x="1440" y="2096"/>
                      <a:pt x="1508" y="2027"/>
                    </a:cubicBezTo>
                    <a:cubicBezTo>
                      <a:pt x="1534" y="2001"/>
                      <a:pt x="1551" y="1972"/>
                      <a:pt x="1577" y="1946"/>
                    </a:cubicBezTo>
                    <a:lnTo>
                      <a:pt x="1577" y="1933"/>
                    </a:lnTo>
                    <a:cubicBezTo>
                      <a:pt x="1590" y="1907"/>
                      <a:pt x="1603" y="1877"/>
                      <a:pt x="1616" y="1864"/>
                    </a:cubicBezTo>
                    <a:cubicBezTo>
                      <a:pt x="1632" y="1825"/>
                      <a:pt x="1645" y="1796"/>
                      <a:pt x="1645" y="1756"/>
                    </a:cubicBezTo>
                    <a:cubicBezTo>
                      <a:pt x="1658" y="1688"/>
                      <a:pt x="1672" y="1619"/>
                      <a:pt x="1672" y="1551"/>
                    </a:cubicBezTo>
                    <a:cubicBezTo>
                      <a:pt x="1672" y="1525"/>
                      <a:pt x="1672" y="1482"/>
                      <a:pt x="1658" y="1456"/>
                    </a:cubicBezTo>
                    <a:lnTo>
                      <a:pt x="1658" y="1401"/>
                    </a:lnTo>
                    <a:lnTo>
                      <a:pt x="1658" y="1375"/>
                    </a:lnTo>
                    <a:cubicBezTo>
                      <a:pt x="1658" y="1361"/>
                      <a:pt x="1645" y="1348"/>
                      <a:pt x="1645" y="1335"/>
                    </a:cubicBezTo>
                    <a:cubicBezTo>
                      <a:pt x="1645" y="1306"/>
                      <a:pt x="1632" y="1267"/>
                      <a:pt x="1632" y="1237"/>
                    </a:cubicBezTo>
                    <a:cubicBezTo>
                      <a:pt x="1632" y="1224"/>
                      <a:pt x="1616" y="1211"/>
                      <a:pt x="1616" y="1198"/>
                    </a:cubicBezTo>
                    <a:cubicBezTo>
                      <a:pt x="1616" y="1185"/>
                      <a:pt x="1603" y="1172"/>
                      <a:pt x="1603" y="1156"/>
                    </a:cubicBezTo>
                    <a:cubicBezTo>
                      <a:pt x="1603" y="1130"/>
                      <a:pt x="1590" y="1117"/>
                      <a:pt x="1590" y="1091"/>
                    </a:cubicBezTo>
                    <a:cubicBezTo>
                      <a:pt x="1577" y="1074"/>
                      <a:pt x="1577" y="1061"/>
                      <a:pt x="1577" y="1048"/>
                    </a:cubicBezTo>
                    <a:cubicBezTo>
                      <a:pt x="1551" y="993"/>
                      <a:pt x="1521" y="927"/>
                      <a:pt x="1495" y="872"/>
                    </a:cubicBezTo>
                    <a:cubicBezTo>
                      <a:pt x="1495" y="859"/>
                      <a:pt x="1482" y="846"/>
                      <a:pt x="1482" y="829"/>
                    </a:cubicBezTo>
                    <a:cubicBezTo>
                      <a:pt x="1453" y="790"/>
                      <a:pt x="1440" y="748"/>
                      <a:pt x="1414" y="709"/>
                    </a:cubicBezTo>
                    <a:lnTo>
                      <a:pt x="1388" y="683"/>
                    </a:lnTo>
                    <a:cubicBezTo>
                      <a:pt x="1388" y="666"/>
                      <a:pt x="1371" y="640"/>
                      <a:pt x="1358" y="627"/>
                    </a:cubicBezTo>
                    <a:cubicBezTo>
                      <a:pt x="1319" y="558"/>
                      <a:pt x="1264" y="490"/>
                      <a:pt x="1208" y="438"/>
                    </a:cubicBezTo>
                    <a:cubicBezTo>
                      <a:pt x="1182" y="395"/>
                      <a:pt x="1156" y="369"/>
                      <a:pt x="1126" y="340"/>
                    </a:cubicBezTo>
                    <a:lnTo>
                      <a:pt x="1087" y="301"/>
                    </a:lnTo>
                    <a:lnTo>
                      <a:pt x="1074" y="288"/>
                    </a:lnTo>
                    <a:cubicBezTo>
                      <a:pt x="1061" y="288"/>
                      <a:pt x="1045" y="275"/>
                      <a:pt x="1045" y="258"/>
                    </a:cubicBezTo>
                    <a:cubicBezTo>
                      <a:pt x="911" y="150"/>
                      <a:pt x="774" y="69"/>
                      <a:pt x="653" y="30"/>
                    </a:cubicBezTo>
                    <a:cubicBezTo>
                      <a:pt x="589" y="11"/>
                      <a:pt x="527" y="1"/>
                      <a:pt x="468" y="1"/>
                    </a:cubicBezTo>
                    <a:close/>
                  </a:path>
                </a:pathLst>
              </a:custGeom>
              <a:solidFill>
                <a:srgbClr val="F5F5F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95" name="Google Shape;1295;p34"/>
              <p:cNvSpPr/>
              <p:nvPr/>
            </p:nvSpPr>
            <p:spPr>
              <a:xfrm>
                <a:off x="4627925" y="1563825"/>
                <a:ext cx="32000" cy="17725"/>
              </a:xfrm>
              <a:custGeom>
                <a:rect b="b" l="l" r="r" t="t"/>
                <a:pathLst>
                  <a:path extrusionOk="0" h="709" w="1280">
                    <a:moveTo>
                      <a:pt x="360" y="1"/>
                    </a:moveTo>
                    <a:cubicBezTo>
                      <a:pt x="207" y="1"/>
                      <a:pt x="78" y="67"/>
                      <a:pt x="0" y="206"/>
                    </a:cubicBezTo>
                    <a:cubicBezTo>
                      <a:pt x="123" y="162"/>
                      <a:pt x="235" y="144"/>
                      <a:pt x="337" y="144"/>
                    </a:cubicBezTo>
                    <a:cubicBezTo>
                      <a:pt x="766" y="144"/>
                      <a:pt x="1005" y="464"/>
                      <a:pt x="1005" y="464"/>
                    </a:cubicBezTo>
                    <a:lnTo>
                      <a:pt x="1005" y="709"/>
                    </a:lnTo>
                    <a:cubicBezTo>
                      <a:pt x="1100" y="696"/>
                      <a:pt x="1198" y="696"/>
                      <a:pt x="1280" y="683"/>
                    </a:cubicBezTo>
                    <a:cubicBezTo>
                      <a:pt x="1280" y="666"/>
                      <a:pt x="1263" y="640"/>
                      <a:pt x="1250" y="627"/>
                    </a:cubicBezTo>
                    <a:cubicBezTo>
                      <a:pt x="1211" y="558"/>
                      <a:pt x="1156" y="490"/>
                      <a:pt x="1100" y="438"/>
                    </a:cubicBezTo>
                    <a:cubicBezTo>
                      <a:pt x="1074" y="395"/>
                      <a:pt x="1048" y="369"/>
                      <a:pt x="1018" y="340"/>
                    </a:cubicBezTo>
                    <a:lnTo>
                      <a:pt x="979" y="301"/>
                    </a:lnTo>
                    <a:lnTo>
                      <a:pt x="966" y="288"/>
                    </a:lnTo>
                    <a:cubicBezTo>
                      <a:pt x="953" y="288"/>
                      <a:pt x="937" y="275"/>
                      <a:pt x="937" y="258"/>
                    </a:cubicBezTo>
                    <a:cubicBezTo>
                      <a:pt x="803" y="150"/>
                      <a:pt x="666" y="69"/>
                      <a:pt x="545" y="30"/>
                    </a:cubicBezTo>
                    <a:cubicBezTo>
                      <a:pt x="481" y="11"/>
                      <a:pt x="419" y="1"/>
                      <a:pt x="360" y="1"/>
                    </a:cubicBezTo>
                    <a:close/>
                  </a:path>
                </a:pathLst>
              </a:custGeom>
              <a:solidFill>
                <a:srgbClr val="2D2C3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96" name="Google Shape;1296;p34"/>
              <p:cNvSpPr/>
              <p:nvPr/>
            </p:nvSpPr>
            <p:spPr>
              <a:xfrm>
                <a:off x="4626850" y="1581525"/>
                <a:ext cx="27275" cy="24175"/>
              </a:xfrm>
              <a:custGeom>
                <a:rect b="b" l="l" r="r" t="t"/>
                <a:pathLst>
                  <a:path extrusionOk="0" h="967" w="1091">
                    <a:moveTo>
                      <a:pt x="1048" y="1"/>
                    </a:moveTo>
                    <a:cubicBezTo>
                      <a:pt x="833" y="17"/>
                      <a:pt x="610" y="22"/>
                      <a:pt x="425" y="22"/>
                    </a:cubicBezTo>
                    <a:cubicBezTo>
                      <a:pt x="179" y="22"/>
                      <a:pt x="1" y="14"/>
                      <a:pt x="1" y="14"/>
                    </a:cubicBezTo>
                    <a:lnTo>
                      <a:pt x="1" y="14"/>
                    </a:lnTo>
                    <a:cubicBezTo>
                      <a:pt x="1" y="14"/>
                      <a:pt x="219" y="301"/>
                      <a:pt x="438" y="383"/>
                    </a:cubicBezTo>
                    <a:cubicBezTo>
                      <a:pt x="653" y="448"/>
                      <a:pt x="1091" y="967"/>
                      <a:pt x="1091" y="967"/>
                    </a:cubicBezTo>
                    <a:lnTo>
                      <a:pt x="1048" y="1"/>
                    </a:lnTo>
                    <a:close/>
                  </a:path>
                </a:pathLst>
              </a:custGeom>
              <a:solidFill>
                <a:srgbClr val="2D2C3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97" name="Google Shape;1297;p34"/>
              <p:cNvSpPr/>
              <p:nvPr/>
            </p:nvSpPr>
            <p:spPr>
              <a:xfrm>
                <a:off x="4637800" y="1564550"/>
                <a:ext cx="29225" cy="43525"/>
              </a:xfrm>
              <a:custGeom>
                <a:rect b="b" l="l" r="r" t="t"/>
                <a:pathLst>
                  <a:path extrusionOk="0" h="1741" w="1169">
                    <a:moveTo>
                      <a:pt x="150" y="1"/>
                    </a:moveTo>
                    <a:cubicBezTo>
                      <a:pt x="121" y="27"/>
                      <a:pt x="95" y="53"/>
                      <a:pt x="82" y="95"/>
                    </a:cubicBezTo>
                    <a:cubicBezTo>
                      <a:pt x="52" y="121"/>
                      <a:pt x="39" y="164"/>
                      <a:pt x="26" y="190"/>
                    </a:cubicBezTo>
                    <a:cubicBezTo>
                      <a:pt x="13" y="246"/>
                      <a:pt x="0" y="311"/>
                      <a:pt x="0" y="366"/>
                    </a:cubicBezTo>
                    <a:cubicBezTo>
                      <a:pt x="0" y="422"/>
                      <a:pt x="0" y="474"/>
                      <a:pt x="13" y="529"/>
                    </a:cubicBezTo>
                    <a:cubicBezTo>
                      <a:pt x="39" y="800"/>
                      <a:pt x="176" y="1127"/>
                      <a:pt x="395" y="1372"/>
                    </a:cubicBezTo>
                    <a:cubicBezTo>
                      <a:pt x="516" y="1509"/>
                      <a:pt x="653" y="1616"/>
                      <a:pt x="774" y="1672"/>
                    </a:cubicBezTo>
                    <a:cubicBezTo>
                      <a:pt x="868" y="1727"/>
                      <a:pt x="979" y="1740"/>
                      <a:pt x="1061" y="1740"/>
                    </a:cubicBezTo>
                    <a:lnTo>
                      <a:pt x="1087" y="1740"/>
                    </a:lnTo>
                    <a:cubicBezTo>
                      <a:pt x="1100" y="1740"/>
                      <a:pt x="1129" y="1740"/>
                      <a:pt x="1142" y="1727"/>
                    </a:cubicBezTo>
                    <a:cubicBezTo>
                      <a:pt x="1155" y="1659"/>
                      <a:pt x="1169" y="1590"/>
                      <a:pt x="1169" y="1522"/>
                    </a:cubicBezTo>
                    <a:cubicBezTo>
                      <a:pt x="1169" y="1496"/>
                      <a:pt x="1169" y="1453"/>
                      <a:pt x="1155" y="1427"/>
                    </a:cubicBezTo>
                    <a:lnTo>
                      <a:pt x="1155" y="1372"/>
                    </a:lnTo>
                    <a:lnTo>
                      <a:pt x="1155" y="1346"/>
                    </a:lnTo>
                    <a:cubicBezTo>
                      <a:pt x="1155" y="1332"/>
                      <a:pt x="1142" y="1319"/>
                      <a:pt x="1142" y="1306"/>
                    </a:cubicBezTo>
                    <a:cubicBezTo>
                      <a:pt x="1142" y="1277"/>
                      <a:pt x="1129" y="1238"/>
                      <a:pt x="1129" y="1208"/>
                    </a:cubicBezTo>
                    <a:cubicBezTo>
                      <a:pt x="1129" y="1195"/>
                      <a:pt x="1113" y="1182"/>
                      <a:pt x="1113" y="1169"/>
                    </a:cubicBezTo>
                    <a:cubicBezTo>
                      <a:pt x="1113" y="1156"/>
                      <a:pt x="1100" y="1143"/>
                      <a:pt x="1100" y="1127"/>
                    </a:cubicBezTo>
                    <a:cubicBezTo>
                      <a:pt x="1100" y="1101"/>
                      <a:pt x="1087" y="1088"/>
                      <a:pt x="1087" y="1062"/>
                    </a:cubicBezTo>
                    <a:cubicBezTo>
                      <a:pt x="1074" y="1045"/>
                      <a:pt x="1074" y="1032"/>
                      <a:pt x="1074" y="1019"/>
                    </a:cubicBezTo>
                    <a:cubicBezTo>
                      <a:pt x="1048" y="964"/>
                      <a:pt x="1018" y="898"/>
                      <a:pt x="992" y="843"/>
                    </a:cubicBezTo>
                    <a:cubicBezTo>
                      <a:pt x="992" y="830"/>
                      <a:pt x="979" y="817"/>
                      <a:pt x="979" y="800"/>
                    </a:cubicBezTo>
                    <a:cubicBezTo>
                      <a:pt x="950" y="761"/>
                      <a:pt x="937" y="719"/>
                      <a:pt x="911" y="680"/>
                    </a:cubicBezTo>
                    <a:cubicBezTo>
                      <a:pt x="898" y="654"/>
                      <a:pt x="868" y="624"/>
                      <a:pt x="855" y="598"/>
                    </a:cubicBezTo>
                    <a:cubicBezTo>
                      <a:pt x="816" y="529"/>
                      <a:pt x="761" y="461"/>
                      <a:pt x="705" y="409"/>
                    </a:cubicBezTo>
                    <a:cubicBezTo>
                      <a:pt x="679" y="366"/>
                      <a:pt x="653" y="340"/>
                      <a:pt x="623" y="311"/>
                    </a:cubicBezTo>
                    <a:lnTo>
                      <a:pt x="584" y="272"/>
                    </a:lnTo>
                    <a:lnTo>
                      <a:pt x="571" y="259"/>
                    </a:lnTo>
                    <a:cubicBezTo>
                      <a:pt x="558" y="259"/>
                      <a:pt x="542" y="246"/>
                      <a:pt x="542" y="229"/>
                    </a:cubicBezTo>
                    <a:cubicBezTo>
                      <a:pt x="408" y="121"/>
                      <a:pt x="271" y="40"/>
                      <a:pt x="150" y="1"/>
                    </a:cubicBezTo>
                    <a:close/>
                  </a:path>
                </a:pathLst>
              </a:custGeom>
              <a:solidFill>
                <a:srgbClr val="2D2C3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98" name="Google Shape;1298;p34"/>
              <p:cNvSpPr/>
              <p:nvPr/>
            </p:nvSpPr>
            <p:spPr>
              <a:xfrm>
                <a:off x="4650675" y="1571000"/>
                <a:ext cx="9900" cy="18375"/>
              </a:xfrm>
              <a:custGeom>
                <a:rect b="b" l="l" r="r" t="t"/>
                <a:pathLst>
                  <a:path extrusionOk="0" h="735" w="396">
                    <a:moveTo>
                      <a:pt x="56" y="1"/>
                    </a:moveTo>
                    <a:cubicBezTo>
                      <a:pt x="27" y="27"/>
                      <a:pt x="1" y="40"/>
                      <a:pt x="1" y="40"/>
                    </a:cubicBezTo>
                    <a:lnTo>
                      <a:pt x="190" y="258"/>
                    </a:lnTo>
                    <a:lnTo>
                      <a:pt x="138" y="735"/>
                    </a:lnTo>
                    <a:lnTo>
                      <a:pt x="288" y="653"/>
                    </a:lnTo>
                    <a:lnTo>
                      <a:pt x="396" y="422"/>
                    </a:lnTo>
                    <a:cubicBezTo>
                      <a:pt x="383" y="396"/>
                      <a:pt x="353" y="366"/>
                      <a:pt x="340" y="340"/>
                    </a:cubicBezTo>
                    <a:cubicBezTo>
                      <a:pt x="301" y="271"/>
                      <a:pt x="246" y="203"/>
                      <a:pt x="190" y="151"/>
                    </a:cubicBezTo>
                    <a:cubicBezTo>
                      <a:pt x="164" y="108"/>
                      <a:pt x="138" y="82"/>
                      <a:pt x="108" y="53"/>
                    </a:cubicBezTo>
                    <a:lnTo>
                      <a:pt x="69" y="14"/>
                    </a:lnTo>
                    <a:lnTo>
                      <a:pt x="56" y="1"/>
                    </a:lnTo>
                    <a:close/>
                  </a:path>
                </a:pathLst>
              </a:custGeom>
              <a:solidFill>
                <a:srgbClr val="87878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99" name="Google Shape;1299;p34"/>
              <p:cNvSpPr/>
              <p:nvPr/>
            </p:nvSpPr>
            <p:spPr>
              <a:xfrm>
                <a:off x="4653375" y="1587325"/>
                <a:ext cx="12275" cy="28275"/>
              </a:xfrm>
              <a:custGeom>
                <a:rect b="b" l="l" r="r" t="t"/>
                <a:pathLst>
                  <a:path extrusionOk="0" h="1131" w="491">
                    <a:moveTo>
                      <a:pt x="180" y="0"/>
                    </a:moveTo>
                    <a:lnTo>
                      <a:pt x="30" y="82"/>
                    </a:lnTo>
                    <a:lnTo>
                      <a:pt x="0" y="284"/>
                    </a:lnTo>
                    <a:lnTo>
                      <a:pt x="151" y="761"/>
                    </a:lnTo>
                    <a:lnTo>
                      <a:pt x="219" y="980"/>
                    </a:lnTo>
                    <a:cubicBezTo>
                      <a:pt x="244" y="1029"/>
                      <a:pt x="187" y="1131"/>
                      <a:pt x="203" y="1131"/>
                    </a:cubicBezTo>
                    <a:cubicBezTo>
                      <a:pt x="203" y="1131"/>
                      <a:pt x="205" y="1130"/>
                      <a:pt x="206" y="1130"/>
                    </a:cubicBezTo>
                    <a:cubicBezTo>
                      <a:pt x="262" y="1130"/>
                      <a:pt x="382" y="1048"/>
                      <a:pt x="451" y="1006"/>
                    </a:cubicBezTo>
                    <a:lnTo>
                      <a:pt x="451" y="993"/>
                    </a:lnTo>
                    <a:cubicBezTo>
                      <a:pt x="464" y="967"/>
                      <a:pt x="477" y="937"/>
                      <a:pt x="490" y="924"/>
                    </a:cubicBezTo>
                    <a:cubicBezTo>
                      <a:pt x="490" y="911"/>
                      <a:pt x="477" y="898"/>
                      <a:pt x="477" y="885"/>
                    </a:cubicBezTo>
                    <a:lnTo>
                      <a:pt x="464" y="829"/>
                    </a:lnTo>
                    <a:lnTo>
                      <a:pt x="193" y="26"/>
                    </a:lnTo>
                    <a:lnTo>
                      <a:pt x="180" y="0"/>
                    </a:lnTo>
                    <a:close/>
                  </a:path>
                </a:pathLst>
              </a:custGeom>
              <a:solidFill>
                <a:srgbClr val="87878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00" name="Google Shape;1300;p34"/>
              <p:cNvSpPr/>
              <p:nvPr/>
            </p:nvSpPr>
            <p:spPr>
              <a:xfrm>
                <a:off x="4626850" y="1571325"/>
                <a:ext cx="24175" cy="18050"/>
              </a:xfrm>
              <a:custGeom>
                <a:rect b="b" l="l" r="r" t="t"/>
                <a:pathLst>
                  <a:path extrusionOk="0" h="722" w="967">
                    <a:moveTo>
                      <a:pt x="164" y="1"/>
                    </a:moveTo>
                    <a:cubicBezTo>
                      <a:pt x="164" y="1"/>
                      <a:pt x="17" y="82"/>
                      <a:pt x="17" y="95"/>
                    </a:cubicBezTo>
                    <a:cubicBezTo>
                      <a:pt x="1" y="164"/>
                      <a:pt x="125" y="177"/>
                      <a:pt x="138" y="272"/>
                    </a:cubicBezTo>
                    <a:cubicBezTo>
                      <a:pt x="138" y="314"/>
                      <a:pt x="164" y="366"/>
                      <a:pt x="206" y="383"/>
                    </a:cubicBezTo>
                    <a:lnTo>
                      <a:pt x="804" y="627"/>
                    </a:lnTo>
                    <a:lnTo>
                      <a:pt x="967" y="722"/>
                    </a:lnTo>
                    <a:lnTo>
                      <a:pt x="967" y="327"/>
                    </a:lnTo>
                    <a:lnTo>
                      <a:pt x="941" y="314"/>
                    </a:lnTo>
                    <a:lnTo>
                      <a:pt x="219" y="1"/>
                    </a:lnTo>
                    <a:close/>
                  </a:path>
                </a:pathLst>
              </a:custGeom>
              <a:solidFill>
                <a:srgbClr val="87878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01" name="Google Shape;1301;p34"/>
              <p:cNvSpPr/>
              <p:nvPr/>
            </p:nvSpPr>
            <p:spPr>
              <a:xfrm>
                <a:off x="4642525" y="1571825"/>
                <a:ext cx="16025" cy="25400"/>
              </a:xfrm>
              <a:custGeom>
                <a:rect b="b" l="l" r="r" t="t"/>
                <a:pathLst>
                  <a:path extrusionOk="0" h="1016" w="641">
                    <a:moveTo>
                      <a:pt x="351" y="0"/>
                    </a:moveTo>
                    <a:cubicBezTo>
                      <a:pt x="334" y="0"/>
                      <a:pt x="320" y="7"/>
                      <a:pt x="314" y="20"/>
                    </a:cubicBezTo>
                    <a:lnTo>
                      <a:pt x="0" y="660"/>
                    </a:lnTo>
                    <a:lnTo>
                      <a:pt x="314" y="1015"/>
                    </a:lnTo>
                    <a:lnTo>
                      <a:pt x="627" y="363"/>
                    </a:lnTo>
                    <a:cubicBezTo>
                      <a:pt x="640" y="333"/>
                      <a:pt x="627" y="294"/>
                      <a:pt x="598" y="252"/>
                    </a:cubicBezTo>
                    <a:cubicBezTo>
                      <a:pt x="572" y="212"/>
                      <a:pt x="532" y="170"/>
                      <a:pt x="503" y="131"/>
                    </a:cubicBezTo>
                    <a:cubicBezTo>
                      <a:pt x="477" y="88"/>
                      <a:pt x="434" y="62"/>
                      <a:pt x="408" y="20"/>
                    </a:cubicBezTo>
                    <a:cubicBezTo>
                      <a:pt x="389" y="7"/>
                      <a:pt x="368" y="0"/>
                      <a:pt x="351" y="0"/>
                    </a:cubicBezTo>
                    <a:close/>
                  </a:path>
                </a:pathLst>
              </a:custGeom>
              <a:solidFill>
                <a:srgbClr val="F5F5F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02" name="Google Shape;1302;p34"/>
              <p:cNvSpPr/>
              <p:nvPr/>
            </p:nvSpPr>
            <p:spPr>
              <a:xfrm>
                <a:off x="4626200" y="1573350"/>
                <a:ext cx="21075" cy="18075"/>
              </a:xfrm>
              <a:custGeom>
                <a:rect b="b" l="l" r="r" t="t"/>
                <a:pathLst>
                  <a:path extrusionOk="0" h="723" w="843">
                    <a:moveTo>
                      <a:pt x="58" y="1"/>
                    </a:moveTo>
                    <a:cubicBezTo>
                      <a:pt x="39" y="1"/>
                      <a:pt x="27" y="15"/>
                      <a:pt x="27" y="40"/>
                    </a:cubicBezTo>
                    <a:cubicBezTo>
                      <a:pt x="14" y="109"/>
                      <a:pt x="1" y="191"/>
                      <a:pt x="14" y="272"/>
                    </a:cubicBezTo>
                    <a:cubicBezTo>
                      <a:pt x="14" y="315"/>
                      <a:pt x="43" y="367"/>
                      <a:pt x="82" y="396"/>
                    </a:cubicBezTo>
                    <a:lnTo>
                      <a:pt x="679" y="628"/>
                    </a:lnTo>
                    <a:lnTo>
                      <a:pt x="843" y="723"/>
                    </a:lnTo>
                    <a:lnTo>
                      <a:pt x="843" y="328"/>
                    </a:lnTo>
                    <a:lnTo>
                      <a:pt x="817" y="315"/>
                    </a:lnTo>
                    <a:lnTo>
                      <a:pt x="95" y="14"/>
                    </a:lnTo>
                    <a:cubicBezTo>
                      <a:pt x="81" y="5"/>
                      <a:pt x="69" y="1"/>
                      <a:pt x="58" y="1"/>
                    </a:cubicBezTo>
                    <a:close/>
                  </a:path>
                </a:pathLst>
              </a:custGeom>
              <a:solidFill>
                <a:srgbClr val="F5F5F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03" name="Google Shape;1303;p34"/>
              <p:cNvSpPr/>
              <p:nvPr/>
            </p:nvSpPr>
            <p:spPr>
              <a:xfrm>
                <a:off x="4647250" y="1589350"/>
                <a:ext cx="14725" cy="26625"/>
              </a:xfrm>
              <a:custGeom>
                <a:rect b="b" l="l" r="r" t="t"/>
                <a:pathLst>
                  <a:path extrusionOk="0" h="1065" w="589">
                    <a:moveTo>
                      <a:pt x="275" y="1"/>
                    </a:moveTo>
                    <a:lnTo>
                      <a:pt x="1" y="83"/>
                    </a:lnTo>
                    <a:lnTo>
                      <a:pt x="99" y="285"/>
                    </a:lnTo>
                    <a:lnTo>
                      <a:pt x="314" y="993"/>
                    </a:lnTo>
                    <a:cubicBezTo>
                      <a:pt x="325" y="1027"/>
                      <a:pt x="369" y="1064"/>
                      <a:pt x="398" y="1064"/>
                    </a:cubicBezTo>
                    <a:cubicBezTo>
                      <a:pt x="402" y="1064"/>
                      <a:pt x="405" y="1063"/>
                      <a:pt x="409" y="1062"/>
                    </a:cubicBezTo>
                    <a:cubicBezTo>
                      <a:pt x="464" y="1049"/>
                      <a:pt x="520" y="1019"/>
                      <a:pt x="572" y="993"/>
                    </a:cubicBezTo>
                    <a:cubicBezTo>
                      <a:pt x="588" y="967"/>
                      <a:pt x="588" y="925"/>
                      <a:pt x="572" y="886"/>
                    </a:cubicBezTo>
                    <a:lnTo>
                      <a:pt x="275" y="27"/>
                    </a:lnTo>
                    <a:lnTo>
                      <a:pt x="275" y="1"/>
                    </a:lnTo>
                    <a:close/>
                  </a:path>
                </a:pathLst>
              </a:custGeom>
              <a:solidFill>
                <a:srgbClr val="F5F5F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04" name="Google Shape;1304;p34"/>
              <p:cNvSpPr/>
              <p:nvPr/>
            </p:nvSpPr>
            <p:spPr>
              <a:xfrm>
                <a:off x="4628575" y="1574750"/>
                <a:ext cx="30950" cy="38800"/>
              </a:xfrm>
              <a:custGeom>
                <a:rect b="b" l="l" r="r" t="t"/>
                <a:pathLst>
                  <a:path extrusionOk="0" h="1552" w="1238">
                    <a:moveTo>
                      <a:pt x="927" y="1"/>
                    </a:moveTo>
                    <a:lnTo>
                      <a:pt x="764" y="392"/>
                    </a:lnTo>
                    <a:lnTo>
                      <a:pt x="13" y="66"/>
                    </a:lnTo>
                    <a:cubicBezTo>
                      <a:pt x="0" y="121"/>
                      <a:pt x="0" y="164"/>
                      <a:pt x="0" y="216"/>
                    </a:cubicBezTo>
                    <a:cubicBezTo>
                      <a:pt x="0" y="229"/>
                      <a:pt x="13" y="246"/>
                      <a:pt x="30" y="259"/>
                    </a:cubicBezTo>
                    <a:lnTo>
                      <a:pt x="640" y="503"/>
                    </a:lnTo>
                    <a:lnTo>
                      <a:pt x="927" y="817"/>
                    </a:lnTo>
                    <a:lnTo>
                      <a:pt x="1143" y="1535"/>
                    </a:lnTo>
                    <a:lnTo>
                      <a:pt x="1156" y="1551"/>
                    </a:lnTo>
                    <a:cubicBezTo>
                      <a:pt x="1185" y="1535"/>
                      <a:pt x="1211" y="1535"/>
                      <a:pt x="1237" y="1522"/>
                    </a:cubicBezTo>
                    <a:lnTo>
                      <a:pt x="927" y="611"/>
                    </a:lnTo>
                    <a:lnTo>
                      <a:pt x="1090" y="216"/>
                    </a:lnTo>
                    <a:cubicBezTo>
                      <a:pt x="1090" y="203"/>
                      <a:pt x="1090" y="190"/>
                      <a:pt x="1074" y="190"/>
                    </a:cubicBezTo>
                    <a:cubicBezTo>
                      <a:pt x="1048" y="148"/>
                      <a:pt x="1022" y="108"/>
                      <a:pt x="992" y="82"/>
                    </a:cubicBezTo>
                    <a:cubicBezTo>
                      <a:pt x="966" y="53"/>
                      <a:pt x="953" y="27"/>
                      <a:pt x="927" y="1"/>
                    </a:cubicBezTo>
                    <a:close/>
                  </a:path>
                </a:pathLst>
              </a:custGeom>
              <a:solidFill>
                <a:srgbClr val="50505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05" name="Google Shape;1305;p34"/>
              <p:cNvSpPr/>
              <p:nvPr/>
            </p:nvSpPr>
            <p:spPr>
              <a:xfrm>
                <a:off x="4968925" y="1669575"/>
                <a:ext cx="128225" cy="90850"/>
              </a:xfrm>
              <a:custGeom>
                <a:rect b="b" l="l" r="r" t="t"/>
                <a:pathLst>
                  <a:path extrusionOk="0" h="3634" w="5129">
                    <a:moveTo>
                      <a:pt x="5128" y="1"/>
                    </a:moveTo>
                    <a:lnTo>
                      <a:pt x="3973" y="830"/>
                    </a:lnTo>
                    <a:lnTo>
                      <a:pt x="2817" y="1593"/>
                    </a:lnTo>
                    <a:lnTo>
                      <a:pt x="1319" y="2354"/>
                    </a:lnTo>
                    <a:lnTo>
                      <a:pt x="125" y="2367"/>
                    </a:lnTo>
                    <a:lnTo>
                      <a:pt x="0" y="3633"/>
                    </a:lnTo>
                    <a:lnTo>
                      <a:pt x="1619" y="3428"/>
                    </a:lnTo>
                    <a:lnTo>
                      <a:pt x="4515" y="1757"/>
                    </a:lnTo>
                    <a:lnTo>
                      <a:pt x="5102" y="314"/>
                    </a:lnTo>
                    <a:lnTo>
                      <a:pt x="5128" y="1"/>
                    </a:lnTo>
                    <a:close/>
                  </a:path>
                </a:pathLst>
              </a:custGeom>
              <a:solidFill>
                <a:srgbClr val="B1282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06" name="Google Shape;1306;p34"/>
              <p:cNvSpPr/>
              <p:nvPr/>
            </p:nvSpPr>
            <p:spPr>
              <a:xfrm>
                <a:off x="4994475" y="1686225"/>
                <a:ext cx="94175" cy="55825"/>
              </a:xfrm>
              <a:custGeom>
                <a:rect b="b" l="l" r="r" t="t"/>
                <a:pathLst>
                  <a:path extrusionOk="0" h="2233" w="3767">
                    <a:moveTo>
                      <a:pt x="3767" y="0"/>
                    </a:moveTo>
                    <a:lnTo>
                      <a:pt x="3140" y="95"/>
                    </a:lnTo>
                    <a:cubicBezTo>
                      <a:pt x="3140" y="95"/>
                      <a:pt x="2758" y="382"/>
                      <a:pt x="2229" y="683"/>
                    </a:cubicBezTo>
                    <a:cubicBezTo>
                      <a:pt x="1684" y="993"/>
                      <a:pt x="1018" y="1306"/>
                      <a:pt x="1018" y="1306"/>
                    </a:cubicBezTo>
                    <a:lnTo>
                      <a:pt x="0" y="2233"/>
                    </a:lnTo>
                    <a:cubicBezTo>
                      <a:pt x="0" y="2233"/>
                      <a:pt x="434" y="2096"/>
                      <a:pt x="610" y="2083"/>
                    </a:cubicBezTo>
                    <a:cubicBezTo>
                      <a:pt x="898" y="2070"/>
                      <a:pt x="2775" y="1074"/>
                      <a:pt x="2951" y="872"/>
                    </a:cubicBezTo>
                    <a:cubicBezTo>
                      <a:pt x="3153" y="640"/>
                      <a:pt x="3767" y="0"/>
                      <a:pt x="3767" y="0"/>
                    </a:cubicBezTo>
                    <a:close/>
                  </a:path>
                </a:pathLst>
              </a:custGeom>
              <a:solidFill>
                <a:srgbClr val="E7363C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07" name="Google Shape;1307;p34"/>
              <p:cNvSpPr/>
              <p:nvPr/>
            </p:nvSpPr>
            <p:spPr>
              <a:xfrm>
                <a:off x="4924050" y="1693725"/>
                <a:ext cx="90100" cy="34050"/>
              </a:xfrm>
              <a:custGeom>
                <a:rect b="b" l="l" r="r" t="t"/>
                <a:pathLst>
                  <a:path extrusionOk="0" h="1362" w="3604">
                    <a:moveTo>
                      <a:pt x="0" y="1"/>
                    </a:moveTo>
                    <a:lnTo>
                      <a:pt x="859" y="856"/>
                    </a:lnTo>
                    <a:lnTo>
                      <a:pt x="1619" y="1362"/>
                    </a:lnTo>
                    <a:lnTo>
                      <a:pt x="3062" y="1362"/>
                    </a:lnTo>
                    <a:lnTo>
                      <a:pt x="3509" y="967"/>
                    </a:lnTo>
                    <a:lnTo>
                      <a:pt x="3604" y="722"/>
                    </a:lnTo>
                    <a:lnTo>
                      <a:pt x="2667" y="911"/>
                    </a:lnTo>
                    <a:lnTo>
                      <a:pt x="1525" y="761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B1282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08" name="Google Shape;1308;p34"/>
              <p:cNvSpPr/>
              <p:nvPr/>
            </p:nvSpPr>
            <p:spPr>
              <a:xfrm>
                <a:off x="4931550" y="1701225"/>
                <a:ext cx="72400" cy="25375"/>
              </a:xfrm>
              <a:custGeom>
                <a:rect b="b" l="l" r="r" t="t"/>
                <a:pathLst>
                  <a:path extrusionOk="0" h="1015" w="2896">
                    <a:moveTo>
                      <a:pt x="108" y="1"/>
                    </a:moveTo>
                    <a:lnTo>
                      <a:pt x="1" y="148"/>
                    </a:lnTo>
                    <a:cubicBezTo>
                      <a:pt x="1" y="148"/>
                      <a:pt x="121" y="353"/>
                      <a:pt x="314" y="543"/>
                    </a:cubicBezTo>
                    <a:cubicBezTo>
                      <a:pt x="490" y="719"/>
                      <a:pt x="1101" y="980"/>
                      <a:pt x="1277" y="993"/>
                    </a:cubicBezTo>
                    <a:cubicBezTo>
                      <a:pt x="1430" y="1009"/>
                      <a:pt x="1595" y="1015"/>
                      <a:pt x="1758" y="1015"/>
                    </a:cubicBezTo>
                    <a:cubicBezTo>
                      <a:pt x="1872" y="1015"/>
                      <a:pt x="1986" y="1012"/>
                      <a:pt x="2093" y="1006"/>
                    </a:cubicBezTo>
                    <a:lnTo>
                      <a:pt x="2122" y="1006"/>
                    </a:lnTo>
                    <a:cubicBezTo>
                      <a:pt x="2161" y="1006"/>
                      <a:pt x="2204" y="993"/>
                      <a:pt x="2243" y="980"/>
                    </a:cubicBezTo>
                    <a:cubicBezTo>
                      <a:pt x="2256" y="980"/>
                      <a:pt x="2272" y="964"/>
                      <a:pt x="2298" y="964"/>
                    </a:cubicBezTo>
                    <a:cubicBezTo>
                      <a:pt x="2556" y="856"/>
                      <a:pt x="2857" y="624"/>
                      <a:pt x="2896" y="585"/>
                    </a:cubicBezTo>
                    <a:lnTo>
                      <a:pt x="2762" y="530"/>
                    </a:lnTo>
                    <a:cubicBezTo>
                      <a:pt x="2733" y="517"/>
                      <a:pt x="2706" y="517"/>
                      <a:pt x="2680" y="517"/>
                    </a:cubicBezTo>
                    <a:cubicBezTo>
                      <a:pt x="2638" y="504"/>
                      <a:pt x="2582" y="491"/>
                      <a:pt x="2543" y="491"/>
                    </a:cubicBezTo>
                    <a:cubicBezTo>
                      <a:pt x="2191" y="435"/>
                      <a:pt x="1685" y="422"/>
                      <a:pt x="1345" y="353"/>
                    </a:cubicBezTo>
                    <a:cubicBezTo>
                      <a:pt x="1061" y="298"/>
                      <a:pt x="774" y="190"/>
                      <a:pt x="585" y="122"/>
                    </a:cubicBezTo>
                    <a:cubicBezTo>
                      <a:pt x="490" y="83"/>
                      <a:pt x="409" y="53"/>
                      <a:pt x="366" y="40"/>
                    </a:cubicBezTo>
                    <a:cubicBezTo>
                      <a:pt x="298" y="14"/>
                      <a:pt x="232" y="14"/>
                      <a:pt x="190" y="1"/>
                    </a:cubicBezTo>
                    <a:close/>
                  </a:path>
                </a:pathLst>
              </a:custGeom>
              <a:solidFill>
                <a:srgbClr val="B1282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09" name="Google Shape;1309;p34"/>
              <p:cNvSpPr/>
              <p:nvPr/>
            </p:nvSpPr>
            <p:spPr>
              <a:xfrm>
                <a:off x="4931550" y="1701225"/>
                <a:ext cx="72400" cy="25375"/>
              </a:xfrm>
              <a:custGeom>
                <a:rect b="b" l="l" r="r" t="t"/>
                <a:pathLst>
                  <a:path extrusionOk="0" h="1015" w="2896">
                    <a:moveTo>
                      <a:pt x="108" y="1"/>
                    </a:moveTo>
                    <a:lnTo>
                      <a:pt x="1" y="148"/>
                    </a:lnTo>
                    <a:cubicBezTo>
                      <a:pt x="1" y="148"/>
                      <a:pt x="121" y="353"/>
                      <a:pt x="314" y="543"/>
                    </a:cubicBezTo>
                    <a:cubicBezTo>
                      <a:pt x="490" y="719"/>
                      <a:pt x="1101" y="980"/>
                      <a:pt x="1277" y="993"/>
                    </a:cubicBezTo>
                    <a:cubicBezTo>
                      <a:pt x="1430" y="1009"/>
                      <a:pt x="1595" y="1015"/>
                      <a:pt x="1758" y="1015"/>
                    </a:cubicBezTo>
                    <a:cubicBezTo>
                      <a:pt x="1872" y="1015"/>
                      <a:pt x="1986" y="1012"/>
                      <a:pt x="2093" y="1006"/>
                    </a:cubicBezTo>
                    <a:lnTo>
                      <a:pt x="2122" y="1006"/>
                    </a:lnTo>
                    <a:cubicBezTo>
                      <a:pt x="2148" y="1006"/>
                      <a:pt x="2191" y="993"/>
                      <a:pt x="2243" y="980"/>
                    </a:cubicBezTo>
                    <a:cubicBezTo>
                      <a:pt x="2256" y="980"/>
                      <a:pt x="2272" y="964"/>
                      <a:pt x="2298" y="964"/>
                    </a:cubicBezTo>
                    <a:cubicBezTo>
                      <a:pt x="2556" y="856"/>
                      <a:pt x="2857" y="624"/>
                      <a:pt x="2896" y="585"/>
                    </a:cubicBezTo>
                    <a:lnTo>
                      <a:pt x="2762" y="530"/>
                    </a:lnTo>
                    <a:cubicBezTo>
                      <a:pt x="2733" y="517"/>
                      <a:pt x="2706" y="517"/>
                      <a:pt x="2680" y="517"/>
                    </a:cubicBezTo>
                    <a:cubicBezTo>
                      <a:pt x="2569" y="598"/>
                      <a:pt x="2243" y="830"/>
                      <a:pt x="2080" y="856"/>
                    </a:cubicBezTo>
                    <a:cubicBezTo>
                      <a:pt x="2017" y="870"/>
                      <a:pt x="1906" y="875"/>
                      <a:pt x="1787" y="875"/>
                    </a:cubicBezTo>
                    <a:cubicBezTo>
                      <a:pt x="1550" y="875"/>
                      <a:pt x="1277" y="856"/>
                      <a:pt x="1277" y="856"/>
                    </a:cubicBezTo>
                    <a:cubicBezTo>
                      <a:pt x="1277" y="856"/>
                      <a:pt x="559" y="624"/>
                      <a:pt x="422" y="530"/>
                    </a:cubicBezTo>
                    <a:cubicBezTo>
                      <a:pt x="271" y="435"/>
                      <a:pt x="82" y="135"/>
                      <a:pt x="82" y="135"/>
                    </a:cubicBezTo>
                    <a:lnTo>
                      <a:pt x="190" y="1"/>
                    </a:lnTo>
                    <a:close/>
                  </a:path>
                </a:pathLst>
              </a:custGeom>
              <a:solidFill>
                <a:srgbClr val="E7363C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10" name="Google Shape;1310;p34"/>
              <p:cNvSpPr/>
              <p:nvPr/>
            </p:nvSpPr>
            <p:spPr>
              <a:xfrm>
                <a:off x="5075325" y="1634900"/>
                <a:ext cx="23200" cy="43200"/>
              </a:xfrm>
              <a:custGeom>
                <a:rect b="b" l="l" r="r" t="t"/>
                <a:pathLst>
                  <a:path extrusionOk="0" h="1728" w="928">
                    <a:moveTo>
                      <a:pt x="559" y="0"/>
                    </a:moveTo>
                    <a:cubicBezTo>
                      <a:pt x="559" y="1"/>
                      <a:pt x="748" y="288"/>
                      <a:pt x="765" y="382"/>
                    </a:cubicBezTo>
                    <a:cubicBezTo>
                      <a:pt x="765" y="421"/>
                      <a:pt x="748" y="653"/>
                      <a:pt x="696" y="735"/>
                    </a:cubicBezTo>
                    <a:cubicBezTo>
                      <a:pt x="572" y="911"/>
                      <a:pt x="340" y="1293"/>
                      <a:pt x="125" y="1538"/>
                    </a:cubicBezTo>
                    <a:lnTo>
                      <a:pt x="1" y="1727"/>
                    </a:lnTo>
                    <a:cubicBezTo>
                      <a:pt x="6" y="1727"/>
                      <a:pt x="12" y="1727"/>
                      <a:pt x="18" y="1727"/>
                    </a:cubicBezTo>
                    <a:cubicBezTo>
                      <a:pt x="278" y="1727"/>
                      <a:pt x="723" y="1442"/>
                      <a:pt x="765" y="1388"/>
                    </a:cubicBezTo>
                    <a:cubicBezTo>
                      <a:pt x="791" y="1348"/>
                      <a:pt x="817" y="1319"/>
                      <a:pt x="830" y="1280"/>
                    </a:cubicBezTo>
                    <a:cubicBezTo>
                      <a:pt x="885" y="1061"/>
                      <a:pt x="911" y="872"/>
                      <a:pt x="928" y="872"/>
                    </a:cubicBezTo>
                    <a:cubicBezTo>
                      <a:pt x="928" y="872"/>
                      <a:pt x="911" y="653"/>
                      <a:pt x="817" y="421"/>
                    </a:cubicBezTo>
                    <a:cubicBezTo>
                      <a:pt x="722" y="206"/>
                      <a:pt x="559" y="1"/>
                      <a:pt x="559" y="0"/>
                    </a:cubicBezTo>
                    <a:close/>
                  </a:path>
                </a:pathLst>
              </a:custGeom>
              <a:solidFill>
                <a:srgbClr val="E7363C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11" name="Google Shape;1311;p34"/>
              <p:cNvSpPr/>
              <p:nvPr/>
            </p:nvSpPr>
            <p:spPr>
              <a:xfrm>
                <a:off x="4994050" y="1683525"/>
                <a:ext cx="94275" cy="55425"/>
              </a:xfrm>
              <a:custGeom>
                <a:rect b="b" l="l" r="r" t="t"/>
                <a:pathLst>
                  <a:path extrusionOk="0" h="2217" w="3771">
                    <a:moveTo>
                      <a:pt x="3771" y="1"/>
                    </a:moveTo>
                    <a:lnTo>
                      <a:pt x="3131" y="69"/>
                    </a:lnTo>
                    <a:cubicBezTo>
                      <a:pt x="3131" y="69"/>
                      <a:pt x="2762" y="353"/>
                      <a:pt x="2220" y="653"/>
                    </a:cubicBezTo>
                    <a:cubicBezTo>
                      <a:pt x="1675" y="954"/>
                      <a:pt x="1009" y="1306"/>
                      <a:pt x="1009" y="1306"/>
                    </a:cubicBezTo>
                    <a:lnTo>
                      <a:pt x="1" y="2217"/>
                    </a:lnTo>
                    <a:cubicBezTo>
                      <a:pt x="1" y="2217"/>
                      <a:pt x="438" y="2096"/>
                      <a:pt x="601" y="2080"/>
                    </a:cubicBezTo>
                    <a:cubicBezTo>
                      <a:pt x="885" y="2067"/>
                      <a:pt x="2762" y="1075"/>
                      <a:pt x="2938" y="872"/>
                    </a:cubicBezTo>
                    <a:cubicBezTo>
                      <a:pt x="3157" y="627"/>
                      <a:pt x="3771" y="1"/>
                      <a:pt x="3771" y="1"/>
                    </a:cubicBezTo>
                    <a:close/>
                  </a:path>
                </a:pathLst>
              </a:custGeom>
              <a:solidFill>
                <a:srgbClr val="2D2C3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12" name="Google Shape;1312;p34"/>
              <p:cNvSpPr/>
              <p:nvPr/>
            </p:nvSpPr>
            <p:spPr>
              <a:xfrm>
                <a:off x="4994050" y="1683525"/>
                <a:ext cx="94275" cy="55425"/>
              </a:xfrm>
              <a:custGeom>
                <a:rect b="b" l="l" r="r" t="t"/>
                <a:pathLst>
                  <a:path extrusionOk="0" h="2217" w="3771">
                    <a:moveTo>
                      <a:pt x="3771" y="1"/>
                    </a:moveTo>
                    <a:lnTo>
                      <a:pt x="3376" y="40"/>
                    </a:lnTo>
                    <a:cubicBezTo>
                      <a:pt x="3183" y="245"/>
                      <a:pt x="2886" y="559"/>
                      <a:pt x="2749" y="709"/>
                    </a:cubicBezTo>
                    <a:cubicBezTo>
                      <a:pt x="2573" y="911"/>
                      <a:pt x="696" y="1904"/>
                      <a:pt x="409" y="1917"/>
                    </a:cubicBezTo>
                    <a:cubicBezTo>
                      <a:pt x="383" y="1917"/>
                      <a:pt x="357" y="1917"/>
                      <a:pt x="314" y="1933"/>
                    </a:cubicBezTo>
                    <a:lnTo>
                      <a:pt x="1" y="2217"/>
                    </a:lnTo>
                    <a:cubicBezTo>
                      <a:pt x="1" y="2217"/>
                      <a:pt x="438" y="2096"/>
                      <a:pt x="601" y="2080"/>
                    </a:cubicBezTo>
                    <a:cubicBezTo>
                      <a:pt x="885" y="2067"/>
                      <a:pt x="2762" y="1075"/>
                      <a:pt x="2938" y="872"/>
                    </a:cubicBezTo>
                    <a:cubicBezTo>
                      <a:pt x="3157" y="627"/>
                      <a:pt x="3771" y="1"/>
                      <a:pt x="3771" y="1"/>
                    </a:cubicBezTo>
                    <a:close/>
                  </a:path>
                </a:pathLst>
              </a:custGeom>
              <a:solidFill>
                <a:srgbClr val="B1282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13" name="Google Shape;1313;p34"/>
              <p:cNvSpPr/>
              <p:nvPr/>
            </p:nvSpPr>
            <p:spPr>
              <a:xfrm>
                <a:off x="5078425" y="1640000"/>
                <a:ext cx="17650" cy="33350"/>
              </a:xfrm>
              <a:custGeom>
                <a:rect b="b" l="l" r="r" t="t"/>
                <a:pathLst>
                  <a:path extrusionOk="0" h="1334" w="706">
                    <a:moveTo>
                      <a:pt x="569" y="0"/>
                    </a:moveTo>
                    <a:cubicBezTo>
                      <a:pt x="567" y="0"/>
                      <a:pt x="571" y="13"/>
                      <a:pt x="585" y="41"/>
                    </a:cubicBezTo>
                    <a:cubicBezTo>
                      <a:pt x="611" y="110"/>
                      <a:pt x="611" y="178"/>
                      <a:pt x="598" y="247"/>
                    </a:cubicBezTo>
                    <a:cubicBezTo>
                      <a:pt x="598" y="299"/>
                      <a:pt x="585" y="354"/>
                      <a:pt x="559" y="410"/>
                    </a:cubicBezTo>
                    <a:cubicBezTo>
                      <a:pt x="543" y="449"/>
                      <a:pt x="530" y="475"/>
                      <a:pt x="503" y="505"/>
                    </a:cubicBezTo>
                    <a:cubicBezTo>
                      <a:pt x="435" y="625"/>
                      <a:pt x="177" y="1063"/>
                      <a:pt x="53" y="1265"/>
                    </a:cubicBezTo>
                    <a:cubicBezTo>
                      <a:pt x="40" y="1278"/>
                      <a:pt x="27" y="1291"/>
                      <a:pt x="27" y="1308"/>
                    </a:cubicBezTo>
                    <a:cubicBezTo>
                      <a:pt x="14" y="1321"/>
                      <a:pt x="14" y="1334"/>
                      <a:pt x="1" y="1334"/>
                    </a:cubicBezTo>
                    <a:cubicBezTo>
                      <a:pt x="53" y="1334"/>
                      <a:pt x="95" y="1321"/>
                      <a:pt x="135" y="1308"/>
                    </a:cubicBezTo>
                    <a:cubicBezTo>
                      <a:pt x="327" y="1226"/>
                      <a:pt x="503" y="1007"/>
                      <a:pt x="598" y="789"/>
                    </a:cubicBezTo>
                    <a:cubicBezTo>
                      <a:pt x="680" y="638"/>
                      <a:pt x="706" y="492"/>
                      <a:pt x="706" y="394"/>
                    </a:cubicBezTo>
                    <a:cubicBezTo>
                      <a:pt x="685" y="189"/>
                      <a:pt x="578" y="0"/>
                      <a:pt x="569" y="0"/>
                    </a:cubicBezTo>
                    <a:close/>
                  </a:path>
                </a:pathLst>
              </a:custGeom>
              <a:solidFill>
                <a:srgbClr val="E7363C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14" name="Google Shape;1314;p34"/>
              <p:cNvSpPr/>
              <p:nvPr/>
            </p:nvSpPr>
            <p:spPr>
              <a:xfrm>
                <a:off x="4869300" y="1679750"/>
                <a:ext cx="62400" cy="62850"/>
              </a:xfrm>
              <a:custGeom>
                <a:rect b="b" l="l" r="r" t="t"/>
                <a:pathLst>
                  <a:path extrusionOk="0" h="2514" w="2496">
                    <a:moveTo>
                      <a:pt x="635" y="0"/>
                    </a:moveTo>
                    <a:cubicBezTo>
                      <a:pt x="421" y="0"/>
                      <a:pt x="283" y="115"/>
                      <a:pt x="0" y="191"/>
                    </a:cubicBezTo>
                    <a:cubicBezTo>
                      <a:pt x="1237" y="534"/>
                      <a:pt x="1701" y="1186"/>
                      <a:pt x="1932" y="1620"/>
                    </a:cubicBezTo>
                    <a:cubicBezTo>
                      <a:pt x="2151" y="2055"/>
                      <a:pt x="2314" y="2505"/>
                      <a:pt x="2314" y="2505"/>
                    </a:cubicBezTo>
                    <a:cubicBezTo>
                      <a:pt x="2317" y="2511"/>
                      <a:pt x="2320" y="2514"/>
                      <a:pt x="2324" y="2514"/>
                    </a:cubicBezTo>
                    <a:cubicBezTo>
                      <a:pt x="2392" y="2514"/>
                      <a:pt x="2496" y="1190"/>
                      <a:pt x="1142" y="152"/>
                    </a:cubicBezTo>
                    <a:cubicBezTo>
                      <a:pt x="916" y="40"/>
                      <a:pt x="762" y="0"/>
                      <a:pt x="635" y="0"/>
                    </a:cubicBezTo>
                    <a:close/>
                  </a:path>
                </a:pathLst>
              </a:custGeom>
              <a:solidFill>
                <a:srgbClr val="E7363C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15" name="Google Shape;1315;p34"/>
              <p:cNvSpPr/>
              <p:nvPr/>
            </p:nvSpPr>
            <p:spPr>
              <a:xfrm>
                <a:off x="4850925" y="1675075"/>
                <a:ext cx="55425" cy="49600"/>
              </a:xfrm>
              <a:custGeom>
                <a:rect b="b" l="l" r="r" t="t"/>
                <a:pathLst>
                  <a:path extrusionOk="0" h="1984" w="2217">
                    <a:moveTo>
                      <a:pt x="1034" y="0"/>
                    </a:moveTo>
                    <a:cubicBezTo>
                      <a:pt x="887" y="0"/>
                      <a:pt x="786" y="51"/>
                      <a:pt x="683" y="94"/>
                    </a:cubicBezTo>
                    <a:cubicBezTo>
                      <a:pt x="219" y="296"/>
                      <a:pt x="1" y="978"/>
                      <a:pt x="56" y="1386"/>
                    </a:cubicBezTo>
                    <a:cubicBezTo>
                      <a:pt x="112" y="1794"/>
                      <a:pt x="206" y="1984"/>
                      <a:pt x="206" y="1984"/>
                    </a:cubicBezTo>
                    <a:cubicBezTo>
                      <a:pt x="206" y="1984"/>
                      <a:pt x="125" y="1318"/>
                      <a:pt x="232" y="1099"/>
                    </a:cubicBezTo>
                    <a:cubicBezTo>
                      <a:pt x="340" y="867"/>
                      <a:pt x="370" y="704"/>
                      <a:pt x="667" y="502"/>
                    </a:cubicBezTo>
                    <a:cubicBezTo>
                      <a:pt x="743" y="443"/>
                      <a:pt x="843" y="422"/>
                      <a:pt x="948" y="422"/>
                    </a:cubicBezTo>
                    <a:cubicBezTo>
                      <a:pt x="1236" y="422"/>
                      <a:pt x="1564" y="583"/>
                      <a:pt x="1564" y="583"/>
                    </a:cubicBezTo>
                    <a:lnTo>
                      <a:pt x="2217" y="910"/>
                    </a:lnTo>
                    <a:lnTo>
                      <a:pt x="1877" y="339"/>
                    </a:lnTo>
                    <a:cubicBezTo>
                      <a:pt x="1466" y="77"/>
                      <a:pt x="1215" y="0"/>
                      <a:pt x="1034" y="0"/>
                    </a:cubicBezTo>
                    <a:close/>
                  </a:path>
                </a:pathLst>
              </a:custGeom>
              <a:solidFill>
                <a:srgbClr val="E7363C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16" name="Google Shape;1316;p34"/>
              <p:cNvSpPr/>
              <p:nvPr/>
            </p:nvSpPr>
            <p:spPr>
              <a:xfrm>
                <a:off x="4852975" y="1684050"/>
                <a:ext cx="77875" cy="85175"/>
              </a:xfrm>
              <a:custGeom>
                <a:rect b="b" l="l" r="r" t="t"/>
                <a:pathLst>
                  <a:path extrusionOk="0" h="3407" w="3115">
                    <a:moveTo>
                      <a:pt x="835" y="1"/>
                    </a:moveTo>
                    <a:cubicBezTo>
                      <a:pt x="342" y="1"/>
                      <a:pt x="0" y="395"/>
                      <a:pt x="0" y="1067"/>
                    </a:cubicBezTo>
                    <a:lnTo>
                      <a:pt x="95" y="1667"/>
                    </a:lnTo>
                    <a:lnTo>
                      <a:pt x="274" y="1762"/>
                    </a:lnTo>
                    <a:lnTo>
                      <a:pt x="177" y="1161"/>
                    </a:lnTo>
                    <a:cubicBezTo>
                      <a:pt x="177" y="564"/>
                      <a:pt x="478" y="220"/>
                      <a:pt x="916" y="220"/>
                    </a:cubicBezTo>
                    <a:cubicBezTo>
                      <a:pt x="1095" y="220"/>
                      <a:pt x="1298" y="278"/>
                      <a:pt x="1512" y="401"/>
                    </a:cubicBezTo>
                    <a:cubicBezTo>
                      <a:pt x="2246" y="835"/>
                      <a:pt x="2843" y="1870"/>
                      <a:pt x="2843" y="2712"/>
                    </a:cubicBezTo>
                    <a:lnTo>
                      <a:pt x="2938" y="3312"/>
                    </a:lnTo>
                    <a:lnTo>
                      <a:pt x="3075" y="3381"/>
                    </a:lnTo>
                    <a:lnTo>
                      <a:pt x="3114" y="3407"/>
                    </a:lnTo>
                    <a:lnTo>
                      <a:pt x="3020" y="2810"/>
                    </a:lnTo>
                    <a:cubicBezTo>
                      <a:pt x="3020" y="1856"/>
                      <a:pt x="2341" y="688"/>
                      <a:pt x="1512" y="211"/>
                    </a:cubicBezTo>
                    <a:cubicBezTo>
                      <a:pt x="1269" y="68"/>
                      <a:pt x="1039" y="1"/>
                      <a:pt x="835" y="1"/>
                    </a:cubicBezTo>
                    <a:close/>
                  </a:path>
                </a:pathLst>
              </a:custGeom>
              <a:solidFill>
                <a:srgbClr val="B1282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17" name="Google Shape;1317;p34"/>
              <p:cNvSpPr/>
              <p:nvPr/>
            </p:nvSpPr>
            <p:spPr>
              <a:xfrm>
                <a:off x="4938000" y="1684175"/>
                <a:ext cx="162175" cy="83375"/>
              </a:xfrm>
              <a:custGeom>
                <a:rect b="b" l="l" r="r" t="t"/>
                <a:pathLst>
                  <a:path extrusionOk="0" h="3335" w="6487">
                    <a:moveTo>
                      <a:pt x="6486" y="1"/>
                    </a:moveTo>
                    <a:lnTo>
                      <a:pt x="6486" y="1"/>
                    </a:lnTo>
                    <a:cubicBezTo>
                      <a:pt x="6160" y="409"/>
                      <a:pt x="5915" y="572"/>
                      <a:pt x="5481" y="928"/>
                    </a:cubicBezTo>
                    <a:cubicBezTo>
                      <a:pt x="5060" y="1267"/>
                      <a:pt x="3454" y="2233"/>
                      <a:pt x="2925" y="2367"/>
                    </a:cubicBezTo>
                    <a:cubicBezTo>
                      <a:pt x="2539" y="2467"/>
                      <a:pt x="2162" y="2593"/>
                      <a:pt x="1704" y="2593"/>
                    </a:cubicBezTo>
                    <a:cubicBezTo>
                      <a:pt x="1530" y="2593"/>
                      <a:pt x="1345" y="2575"/>
                      <a:pt x="1143" y="2530"/>
                    </a:cubicBezTo>
                    <a:cubicBezTo>
                      <a:pt x="395" y="2354"/>
                      <a:pt x="1" y="2233"/>
                      <a:pt x="0" y="2233"/>
                    </a:cubicBezTo>
                    <a:lnTo>
                      <a:pt x="0" y="2233"/>
                    </a:lnTo>
                    <a:lnTo>
                      <a:pt x="121" y="2530"/>
                    </a:lnTo>
                    <a:cubicBezTo>
                      <a:pt x="121" y="2530"/>
                      <a:pt x="190" y="3278"/>
                      <a:pt x="598" y="3320"/>
                    </a:cubicBezTo>
                    <a:cubicBezTo>
                      <a:pt x="668" y="3330"/>
                      <a:pt x="749" y="3335"/>
                      <a:pt x="838" y="3335"/>
                    </a:cubicBezTo>
                    <a:cubicBezTo>
                      <a:pt x="1263" y="3335"/>
                      <a:pt x="1879" y="3230"/>
                      <a:pt x="2543" y="3062"/>
                    </a:cubicBezTo>
                    <a:cubicBezTo>
                      <a:pt x="3333" y="2857"/>
                      <a:pt x="5141" y="1701"/>
                      <a:pt x="5141" y="1701"/>
                    </a:cubicBezTo>
                    <a:lnTo>
                      <a:pt x="5820" y="1156"/>
                    </a:lnTo>
                    <a:lnTo>
                      <a:pt x="6271" y="477"/>
                    </a:lnTo>
                    <a:lnTo>
                      <a:pt x="6447" y="177"/>
                    </a:lnTo>
                    <a:lnTo>
                      <a:pt x="6486" y="1"/>
                    </a:lnTo>
                    <a:close/>
                  </a:path>
                </a:pathLst>
              </a:custGeom>
              <a:solidFill>
                <a:srgbClr val="B1282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18" name="Google Shape;1318;p34"/>
              <p:cNvSpPr/>
              <p:nvPr/>
            </p:nvSpPr>
            <p:spPr>
              <a:xfrm>
                <a:off x="4927475" y="1695450"/>
                <a:ext cx="168275" cy="78525"/>
              </a:xfrm>
              <a:custGeom>
                <a:rect b="b" l="l" r="r" t="t"/>
                <a:pathLst>
                  <a:path extrusionOk="0" h="3141" w="6731">
                    <a:moveTo>
                      <a:pt x="6692" y="0"/>
                    </a:moveTo>
                    <a:lnTo>
                      <a:pt x="6636" y="39"/>
                    </a:lnTo>
                    <a:lnTo>
                      <a:pt x="6473" y="203"/>
                    </a:lnTo>
                    <a:lnTo>
                      <a:pt x="6284" y="408"/>
                    </a:lnTo>
                    <a:lnTo>
                      <a:pt x="5712" y="911"/>
                    </a:lnTo>
                    <a:lnTo>
                      <a:pt x="3806" y="2027"/>
                    </a:lnTo>
                    <a:lnTo>
                      <a:pt x="2337" y="2611"/>
                    </a:lnTo>
                    <a:cubicBezTo>
                      <a:pt x="2337" y="2611"/>
                      <a:pt x="1985" y="2693"/>
                      <a:pt x="1632" y="2719"/>
                    </a:cubicBezTo>
                    <a:cubicBezTo>
                      <a:pt x="1570" y="2725"/>
                      <a:pt x="1508" y="2728"/>
                      <a:pt x="1448" y="2728"/>
                    </a:cubicBezTo>
                    <a:cubicBezTo>
                      <a:pt x="1363" y="2728"/>
                      <a:pt x="1282" y="2721"/>
                      <a:pt x="1211" y="2706"/>
                    </a:cubicBezTo>
                    <a:lnTo>
                      <a:pt x="1169" y="2706"/>
                    </a:lnTo>
                    <a:cubicBezTo>
                      <a:pt x="816" y="2611"/>
                      <a:pt x="542" y="2079"/>
                      <a:pt x="542" y="2079"/>
                    </a:cubicBezTo>
                    <a:cubicBezTo>
                      <a:pt x="542" y="2079"/>
                      <a:pt x="177" y="2474"/>
                      <a:pt x="134" y="2598"/>
                    </a:cubicBezTo>
                    <a:cubicBezTo>
                      <a:pt x="108" y="2651"/>
                      <a:pt x="13" y="2762"/>
                      <a:pt x="0" y="2882"/>
                    </a:cubicBezTo>
                    <a:lnTo>
                      <a:pt x="95" y="2925"/>
                    </a:lnTo>
                    <a:lnTo>
                      <a:pt x="134" y="2951"/>
                    </a:lnTo>
                    <a:lnTo>
                      <a:pt x="1264" y="3140"/>
                    </a:lnTo>
                    <a:lnTo>
                      <a:pt x="1469" y="3114"/>
                    </a:lnTo>
                    <a:lnTo>
                      <a:pt x="2543" y="2908"/>
                    </a:lnTo>
                    <a:lnTo>
                      <a:pt x="3917" y="2337"/>
                    </a:lnTo>
                    <a:lnTo>
                      <a:pt x="5588" y="1374"/>
                    </a:lnTo>
                    <a:lnTo>
                      <a:pt x="6310" y="735"/>
                    </a:lnTo>
                    <a:lnTo>
                      <a:pt x="6692" y="190"/>
                    </a:lnTo>
                    <a:lnTo>
                      <a:pt x="6731" y="39"/>
                    </a:lnTo>
                    <a:lnTo>
                      <a:pt x="6692" y="39"/>
                    </a:lnTo>
                    <a:lnTo>
                      <a:pt x="6692" y="0"/>
                    </a:lnTo>
                    <a:close/>
                  </a:path>
                </a:pathLst>
              </a:custGeom>
              <a:solidFill>
                <a:srgbClr val="E7363C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19" name="Google Shape;1319;p34"/>
              <p:cNvSpPr/>
              <p:nvPr/>
            </p:nvSpPr>
            <p:spPr>
              <a:xfrm>
                <a:off x="4985900" y="1705500"/>
                <a:ext cx="98675" cy="55250"/>
              </a:xfrm>
              <a:custGeom>
                <a:rect b="b" l="l" r="r" t="t"/>
                <a:pathLst>
                  <a:path extrusionOk="0" h="2210" w="3947">
                    <a:moveTo>
                      <a:pt x="3929" y="0"/>
                    </a:moveTo>
                    <a:cubicBezTo>
                      <a:pt x="3856" y="0"/>
                      <a:pt x="3637" y="168"/>
                      <a:pt x="3552" y="277"/>
                    </a:cubicBezTo>
                    <a:cubicBezTo>
                      <a:pt x="3457" y="385"/>
                      <a:pt x="2873" y="728"/>
                      <a:pt x="2383" y="1012"/>
                    </a:cubicBezTo>
                    <a:cubicBezTo>
                      <a:pt x="1894" y="1299"/>
                      <a:pt x="1091" y="1707"/>
                      <a:pt x="777" y="1772"/>
                    </a:cubicBezTo>
                    <a:cubicBezTo>
                      <a:pt x="464" y="1828"/>
                      <a:pt x="245" y="1922"/>
                      <a:pt x="0" y="2209"/>
                    </a:cubicBezTo>
                    <a:cubicBezTo>
                      <a:pt x="722" y="1991"/>
                      <a:pt x="1198" y="1870"/>
                      <a:pt x="2109" y="1364"/>
                    </a:cubicBezTo>
                    <a:cubicBezTo>
                      <a:pt x="3036" y="848"/>
                      <a:pt x="3470" y="522"/>
                      <a:pt x="3470" y="522"/>
                    </a:cubicBezTo>
                    <a:cubicBezTo>
                      <a:pt x="3470" y="522"/>
                      <a:pt x="3878" y="169"/>
                      <a:pt x="3947" y="6"/>
                    </a:cubicBezTo>
                    <a:cubicBezTo>
                      <a:pt x="3943" y="2"/>
                      <a:pt x="3936" y="0"/>
                      <a:pt x="3929" y="0"/>
                    </a:cubicBezTo>
                    <a:close/>
                  </a:path>
                </a:pathLst>
              </a:custGeom>
              <a:solidFill>
                <a:srgbClr val="2D2C3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20" name="Google Shape;1320;p34"/>
              <p:cNvSpPr/>
              <p:nvPr/>
            </p:nvSpPr>
            <p:spPr>
              <a:xfrm>
                <a:off x="4572825" y="1456750"/>
                <a:ext cx="17325" cy="33000"/>
              </a:xfrm>
              <a:custGeom>
                <a:rect b="b" l="l" r="r" t="t"/>
                <a:pathLst>
                  <a:path extrusionOk="0" h="1320" w="693">
                    <a:moveTo>
                      <a:pt x="693" y="1"/>
                    </a:moveTo>
                    <a:lnTo>
                      <a:pt x="177" y="530"/>
                    </a:lnTo>
                    <a:lnTo>
                      <a:pt x="96" y="788"/>
                    </a:lnTo>
                    <a:lnTo>
                      <a:pt x="1" y="1320"/>
                    </a:lnTo>
                    <a:lnTo>
                      <a:pt x="314" y="980"/>
                    </a:lnTo>
                    <a:lnTo>
                      <a:pt x="314" y="693"/>
                    </a:lnTo>
                    <a:lnTo>
                      <a:pt x="220" y="530"/>
                    </a:lnTo>
                    <a:lnTo>
                      <a:pt x="641" y="83"/>
                    </a:lnTo>
                    <a:lnTo>
                      <a:pt x="693" y="1"/>
                    </a:lnTo>
                    <a:close/>
                  </a:path>
                </a:pathLst>
              </a:custGeom>
              <a:solidFill>
                <a:srgbClr val="F5F5F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21" name="Google Shape;1321;p34"/>
              <p:cNvSpPr/>
              <p:nvPr/>
            </p:nvSpPr>
            <p:spPr>
              <a:xfrm>
                <a:off x="4577250" y="1472350"/>
                <a:ext cx="21075" cy="28575"/>
              </a:xfrm>
              <a:custGeom>
                <a:rect b="b" l="l" r="r" t="t"/>
                <a:pathLst>
                  <a:path extrusionOk="0" h="1143" w="843">
                    <a:moveTo>
                      <a:pt x="95" y="0"/>
                    </a:moveTo>
                    <a:cubicBezTo>
                      <a:pt x="82" y="43"/>
                      <a:pt x="43" y="219"/>
                      <a:pt x="43" y="219"/>
                    </a:cubicBezTo>
                    <a:lnTo>
                      <a:pt x="0" y="559"/>
                    </a:lnTo>
                    <a:lnTo>
                      <a:pt x="108" y="735"/>
                    </a:lnTo>
                    <a:lnTo>
                      <a:pt x="640" y="1143"/>
                    </a:lnTo>
                    <a:lnTo>
                      <a:pt x="829" y="1130"/>
                    </a:lnTo>
                    <a:lnTo>
                      <a:pt x="842" y="1061"/>
                    </a:lnTo>
                    <a:lnTo>
                      <a:pt x="627" y="722"/>
                    </a:lnTo>
                    <a:lnTo>
                      <a:pt x="232" y="219"/>
                    </a:lnTo>
                    <a:cubicBezTo>
                      <a:pt x="232" y="219"/>
                      <a:pt x="150" y="98"/>
                      <a:pt x="95" y="0"/>
                    </a:cubicBezTo>
                    <a:close/>
                  </a:path>
                </a:pathLst>
              </a:custGeom>
              <a:solidFill>
                <a:srgbClr val="FFE03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22" name="Google Shape;1322;p34"/>
              <p:cNvSpPr/>
              <p:nvPr/>
            </p:nvSpPr>
            <p:spPr>
              <a:xfrm>
                <a:off x="4787025" y="1481575"/>
                <a:ext cx="134025" cy="164925"/>
              </a:xfrm>
              <a:custGeom>
                <a:rect b="b" l="l" r="r" t="t"/>
                <a:pathLst>
                  <a:path extrusionOk="0" h="6597" w="5361">
                    <a:moveTo>
                      <a:pt x="5360" y="0"/>
                    </a:moveTo>
                    <a:lnTo>
                      <a:pt x="1" y="3101"/>
                    </a:lnTo>
                    <a:lnTo>
                      <a:pt x="2952" y="6597"/>
                    </a:lnTo>
                    <a:lnTo>
                      <a:pt x="3755" y="6352"/>
                    </a:lnTo>
                    <a:cubicBezTo>
                      <a:pt x="3755" y="6352"/>
                      <a:pt x="3347" y="6202"/>
                      <a:pt x="3170" y="6133"/>
                    </a:cubicBezTo>
                    <a:cubicBezTo>
                      <a:pt x="2978" y="6065"/>
                      <a:pt x="2651" y="5523"/>
                      <a:pt x="2015" y="4759"/>
                    </a:cubicBezTo>
                    <a:cubicBezTo>
                      <a:pt x="1375" y="3999"/>
                      <a:pt x="367" y="3075"/>
                      <a:pt x="367" y="3075"/>
                    </a:cubicBezTo>
                    <a:cubicBezTo>
                      <a:pt x="367" y="3075"/>
                      <a:pt x="1049" y="2788"/>
                      <a:pt x="1457" y="2585"/>
                    </a:cubicBezTo>
                    <a:cubicBezTo>
                      <a:pt x="1878" y="2380"/>
                      <a:pt x="3742" y="1332"/>
                      <a:pt x="4218" y="1019"/>
                    </a:cubicBezTo>
                    <a:cubicBezTo>
                      <a:pt x="4678" y="722"/>
                      <a:pt x="5318" y="121"/>
                      <a:pt x="5318" y="121"/>
                    </a:cubicBezTo>
                    <a:lnTo>
                      <a:pt x="5360" y="13"/>
                    </a:lnTo>
                    <a:lnTo>
                      <a:pt x="5360" y="0"/>
                    </a:lnTo>
                    <a:close/>
                  </a:path>
                </a:pathLst>
              </a:custGeom>
              <a:solidFill>
                <a:srgbClr val="E7363C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23" name="Google Shape;1323;p34"/>
              <p:cNvSpPr/>
              <p:nvPr/>
            </p:nvSpPr>
            <p:spPr>
              <a:xfrm>
                <a:off x="4834600" y="1635125"/>
                <a:ext cx="5825" cy="10650"/>
              </a:xfrm>
              <a:custGeom>
                <a:rect b="b" l="l" r="r" t="t"/>
                <a:pathLst>
                  <a:path extrusionOk="0" h="426" w="233">
                    <a:moveTo>
                      <a:pt x="143" y="0"/>
                    </a:moveTo>
                    <a:cubicBezTo>
                      <a:pt x="122" y="0"/>
                      <a:pt x="101" y="4"/>
                      <a:pt x="82" y="17"/>
                    </a:cubicBezTo>
                    <a:cubicBezTo>
                      <a:pt x="56" y="34"/>
                      <a:pt x="43" y="73"/>
                      <a:pt x="56" y="141"/>
                    </a:cubicBezTo>
                    <a:cubicBezTo>
                      <a:pt x="82" y="305"/>
                      <a:pt x="14" y="386"/>
                      <a:pt x="1" y="386"/>
                    </a:cubicBezTo>
                    <a:lnTo>
                      <a:pt x="43" y="425"/>
                    </a:lnTo>
                    <a:cubicBezTo>
                      <a:pt x="43" y="412"/>
                      <a:pt x="138" y="318"/>
                      <a:pt x="96" y="128"/>
                    </a:cubicBezTo>
                    <a:cubicBezTo>
                      <a:pt x="96" y="99"/>
                      <a:pt x="96" y="73"/>
                      <a:pt x="112" y="60"/>
                    </a:cubicBezTo>
                    <a:cubicBezTo>
                      <a:pt x="121" y="51"/>
                      <a:pt x="133" y="48"/>
                      <a:pt x="146" y="48"/>
                    </a:cubicBezTo>
                    <a:cubicBezTo>
                      <a:pt x="172" y="48"/>
                      <a:pt x="202" y="60"/>
                      <a:pt x="220" y="60"/>
                    </a:cubicBezTo>
                    <a:lnTo>
                      <a:pt x="233" y="17"/>
                    </a:lnTo>
                    <a:cubicBezTo>
                      <a:pt x="224" y="17"/>
                      <a:pt x="185" y="0"/>
                      <a:pt x="143" y="0"/>
                    </a:cubicBezTo>
                    <a:close/>
                  </a:path>
                </a:pathLst>
              </a:custGeom>
              <a:solidFill>
                <a:srgbClr val="B1282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24" name="Google Shape;1324;p34"/>
              <p:cNvSpPr/>
              <p:nvPr/>
            </p:nvSpPr>
            <p:spPr>
              <a:xfrm>
                <a:off x="4837375" y="1633575"/>
                <a:ext cx="9500" cy="6475"/>
              </a:xfrm>
              <a:custGeom>
                <a:rect b="b" l="l" r="r" t="t"/>
                <a:pathLst>
                  <a:path extrusionOk="0" h="259" w="380">
                    <a:moveTo>
                      <a:pt x="216" y="0"/>
                    </a:moveTo>
                    <a:cubicBezTo>
                      <a:pt x="126" y="0"/>
                      <a:pt x="1" y="40"/>
                      <a:pt x="1" y="40"/>
                    </a:cubicBezTo>
                    <a:lnTo>
                      <a:pt x="96" y="135"/>
                    </a:lnTo>
                    <a:lnTo>
                      <a:pt x="53" y="259"/>
                    </a:lnTo>
                    <a:lnTo>
                      <a:pt x="203" y="259"/>
                    </a:lnTo>
                    <a:cubicBezTo>
                      <a:pt x="203" y="259"/>
                      <a:pt x="298" y="243"/>
                      <a:pt x="340" y="203"/>
                    </a:cubicBezTo>
                    <a:cubicBezTo>
                      <a:pt x="379" y="177"/>
                      <a:pt x="353" y="53"/>
                      <a:pt x="285" y="14"/>
                    </a:cubicBezTo>
                    <a:cubicBezTo>
                      <a:pt x="269" y="4"/>
                      <a:pt x="244" y="0"/>
                      <a:pt x="216" y="0"/>
                    </a:cubicBezTo>
                    <a:close/>
                  </a:path>
                </a:pathLst>
              </a:custGeom>
              <a:solidFill>
                <a:srgbClr val="E7363C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25" name="Google Shape;1325;p34"/>
              <p:cNvSpPr/>
              <p:nvPr/>
            </p:nvSpPr>
            <p:spPr>
              <a:xfrm>
                <a:off x="4836000" y="1634900"/>
                <a:ext cx="5500" cy="3125"/>
              </a:xfrm>
              <a:custGeom>
                <a:rect b="b" l="l" r="r" t="t"/>
                <a:pathLst>
                  <a:path extrusionOk="0" h="125" w="220">
                    <a:moveTo>
                      <a:pt x="121" y="0"/>
                    </a:moveTo>
                    <a:lnTo>
                      <a:pt x="0" y="108"/>
                    </a:lnTo>
                    <a:lnTo>
                      <a:pt x="219" y="124"/>
                    </a:lnTo>
                    <a:lnTo>
                      <a:pt x="219" y="124"/>
                    </a:lnTo>
                    <a:lnTo>
                      <a:pt x="137" y="56"/>
                    </a:lnTo>
                    <a:lnTo>
                      <a:pt x="121" y="0"/>
                    </a:lnTo>
                    <a:close/>
                  </a:path>
                </a:pathLst>
              </a:custGeom>
              <a:solidFill>
                <a:srgbClr val="E7363C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26" name="Google Shape;1326;p34"/>
              <p:cNvSpPr/>
              <p:nvPr/>
            </p:nvSpPr>
            <p:spPr>
              <a:xfrm>
                <a:off x="4813875" y="1641800"/>
                <a:ext cx="24175" cy="26725"/>
              </a:xfrm>
              <a:custGeom>
                <a:rect b="b" l="l" r="r" t="t"/>
                <a:pathLst>
                  <a:path extrusionOk="0" h="1069" w="967">
                    <a:moveTo>
                      <a:pt x="614" y="0"/>
                    </a:moveTo>
                    <a:cubicBezTo>
                      <a:pt x="506" y="0"/>
                      <a:pt x="408" y="79"/>
                      <a:pt x="353" y="188"/>
                    </a:cubicBezTo>
                    <a:cubicBezTo>
                      <a:pt x="353" y="188"/>
                      <a:pt x="177" y="420"/>
                      <a:pt x="69" y="635"/>
                    </a:cubicBezTo>
                    <a:cubicBezTo>
                      <a:pt x="14" y="730"/>
                      <a:pt x="1" y="854"/>
                      <a:pt x="109" y="961"/>
                    </a:cubicBezTo>
                    <a:cubicBezTo>
                      <a:pt x="125" y="974"/>
                      <a:pt x="125" y="974"/>
                      <a:pt x="138" y="991"/>
                    </a:cubicBezTo>
                    <a:cubicBezTo>
                      <a:pt x="181" y="1025"/>
                      <a:pt x="238" y="1068"/>
                      <a:pt x="314" y="1068"/>
                    </a:cubicBezTo>
                    <a:cubicBezTo>
                      <a:pt x="383" y="1068"/>
                      <a:pt x="468" y="1033"/>
                      <a:pt x="572" y="922"/>
                    </a:cubicBezTo>
                    <a:cubicBezTo>
                      <a:pt x="778" y="704"/>
                      <a:pt x="872" y="446"/>
                      <a:pt x="898" y="377"/>
                    </a:cubicBezTo>
                    <a:cubicBezTo>
                      <a:pt x="925" y="309"/>
                      <a:pt x="967" y="214"/>
                      <a:pt x="778" y="64"/>
                    </a:cubicBezTo>
                    <a:cubicBezTo>
                      <a:pt x="724" y="19"/>
                      <a:pt x="668" y="0"/>
                      <a:pt x="614" y="0"/>
                    </a:cubicBezTo>
                    <a:close/>
                  </a:path>
                </a:pathLst>
              </a:custGeom>
              <a:solidFill>
                <a:srgbClr val="B1282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27" name="Google Shape;1327;p34"/>
              <p:cNvSpPr/>
              <p:nvPr/>
            </p:nvSpPr>
            <p:spPr>
              <a:xfrm>
                <a:off x="4816250" y="1642225"/>
                <a:ext cx="21150" cy="24900"/>
              </a:xfrm>
              <a:custGeom>
                <a:rect b="b" l="l" r="r" t="t"/>
                <a:pathLst>
                  <a:path extrusionOk="0" h="996" w="846">
                    <a:moveTo>
                      <a:pt x="579" y="1"/>
                    </a:moveTo>
                    <a:cubicBezTo>
                      <a:pt x="568" y="1"/>
                      <a:pt x="556" y="3"/>
                      <a:pt x="546" y="8"/>
                    </a:cubicBezTo>
                    <a:cubicBezTo>
                      <a:pt x="451" y="60"/>
                      <a:pt x="327" y="252"/>
                      <a:pt x="219" y="429"/>
                    </a:cubicBezTo>
                    <a:cubicBezTo>
                      <a:pt x="111" y="605"/>
                      <a:pt x="0" y="713"/>
                      <a:pt x="138" y="876"/>
                    </a:cubicBezTo>
                    <a:cubicBezTo>
                      <a:pt x="218" y="964"/>
                      <a:pt x="274" y="996"/>
                      <a:pt x="323" y="996"/>
                    </a:cubicBezTo>
                    <a:cubicBezTo>
                      <a:pt x="357" y="996"/>
                      <a:pt x="388" y="980"/>
                      <a:pt x="422" y="957"/>
                    </a:cubicBezTo>
                    <a:cubicBezTo>
                      <a:pt x="490" y="905"/>
                      <a:pt x="601" y="781"/>
                      <a:pt x="722" y="566"/>
                    </a:cubicBezTo>
                    <a:cubicBezTo>
                      <a:pt x="846" y="334"/>
                      <a:pt x="830" y="279"/>
                      <a:pt x="816" y="197"/>
                    </a:cubicBezTo>
                    <a:cubicBezTo>
                      <a:pt x="793" y="136"/>
                      <a:pt x="672" y="1"/>
                      <a:pt x="579" y="1"/>
                    </a:cubicBezTo>
                    <a:close/>
                  </a:path>
                </a:pathLst>
              </a:custGeom>
              <a:solidFill>
                <a:srgbClr val="B1282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28" name="Google Shape;1328;p34"/>
              <p:cNvSpPr/>
              <p:nvPr/>
            </p:nvSpPr>
            <p:spPr>
              <a:xfrm>
                <a:off x="4953250" y="1657000"/>
                <a:ext cx="135075" cy="55150"/>
              </a:xfrm>
              <a:custGeom>
                <a:rect b="b" l="l" r="r" t="t"/>
                <a:pathLst>
                  <a:path extrusionOk="0" h="2206" w="5403">
                    <a:moveTo>
                      <a:pt x="5403" y="1"/>
                    </a:moveTo>
                    <a:lnTo>
                      <a:pt x="4450" y="598"/>
                    </a:lnTo>
                    <a:lnTo>
                      <a:pt x="3836" y="774"/>
                    </a:lnTo>
                    <a:cubicBezTo>
                      <a:pt x="3836" y="774"/>
                      <a:pt x="3526" y="1169"/>
                      <a:pt x="3213" y="1293"/>
                    </a:cubicBezTo>
                    <a:cubicBezTo>
                      <a:pt x="2886" y="1401"/>
                      <a:pt x="2410" y="1754"/>
                      <a:pt x="2410" y="1754"/>
                    </a:cubicBezTo>
                    <a:cubicBezTo>
                      <a:pt x="2410" y="1754"/>
                      <a:pt x="2436" y="1728"/>
                      <a:pt x="2057" y="1728"/>
                    </a:cubicBezTo>
                    <a:cubicBezTo>
                      <a:pt x="1696" y="1728"/>
                      <a:pt x="1415" y="2041"/>
                      <a:pt x="1275" y="2041"/>
                    </a:cubicBezTo>
                    <a:cubicBezTo>
                      <a:pt x="1273" y="2041"/>
                      <a:pt x="1270" y="2041"/>
                      <a:pt x="1267" y="2041"/>
                    </a:cubicBezTo>
                    <a:cubicBezTo>
                      <a:pt x="1130" y="2041"/>
                      <a:pt x="1" y="1946"/>
                      <a:pt x="1" y="1946"/>
                    </a:cubicBezTo>
                    <a:lnTo>
                      <a:pt x="1" y="1946"/>
                    </a:lnTo>
                    <a:cubicBezTo>
                      <a:pt x="1" y="1946"/>
                      <a:pt x="370" y="2096"/>
                      <a:pt x="1049" y="2178"/>
                    </a:cubicBezTo>
                    <a:cubicBezTo>
                      <a:pt x="1089" y="2178"/>
                      <a:pt x="1409" y="2206"/>
                      <a:pt x="1691" y="2206"/>
                    </a:cubicBezTo>
                    <a:cubicBezTo>
                      <a:pt x="1797" y="2206"/>
                      <a:pt x="1897" y="2202"/>
                      <a:pt x="1976" y="2191"/>
                    </a:cubicBezTo>
                    <a:cubicBezTo>
                      <a:pt x="2259" y="2149"/>
                      <a:pt x="2641" y="1998"/>
                      <a:pt x="2641" y="1998"/>
                    </a:cubicBezTo>
                    <a:lnTo>
                      <a:pt x="4694" y="856"/>
                    </a:lnTo>
                    <a:lnTo>
                      <a:pt x="5403" y="1"/>
                    </a:lnTo>
                    <a:close/>
                  </a:path>
                </a:pathLst>
              </a:custGeom>
              <a:solidFill>
                <a:srgbClr val="38364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29" name="Google Shape;1329;p34"/>
              <p:cNvSpPr/>
              <p:nvPr/>
            </p:nvSpPr>
            <p:spPr>
              <a:xfrm>
                <a:off x="4878825" y="1656675"/>
                <a:ext cx="81975" cy="49650"/>
              </a:xfrm>
              <a:custGeom>
                <a:rect b="b" l="l" r="r" t="t"/>
                <a:pathLst>
                  <a:path extrusionOk="0" h="1986" w="3279">
                    <a:moveTo>
                      <a:pt x="1" y="1"/>
                    </a:moveTo>
                    <a:lnTo>
                      <a:pt x="1333" y="898"/>
                    </a:lnTo>
                    <a:lnTo>
                      <a:pt x="2978" y="1959"/>
                    </a:lnTo>
                    <a:lnTo>
                      <a:pt x="3278" y="1985"/>
                    </a:lnTo>
                    <a:lnTo>
                      <a:pt x="2178" y="530"/>
                    </a:lnTo>
                    <a:lnTo>
                      <a:pt x="1401" y="543"/>
                    </a:lnTo>
                    <a:lnTo>
                      <a:pt x="1183" y="1"/>
                    </a:lnTo>
                    <a:close/>
                  </a:path>
                </a:pathLst>
              </a:custGeom>
              <a:solidFill>
                <a:srgbClr val="38364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30" name="Google Shape;1330;p34"/>
              <p:cNvSpPr/>
              <p:nvPr/>
            </p:nvSpPr>
            <p:spPr>
              <a:xfrm>
                <a:off x="4933275" y="1596125"/>
                <a:ext cx="151950" cy="110200"/>
              </a:xfrm>
              <a:custGeom>
                <a:rect b="b" l="l" r="r" t="t"/>
                <a:pathLst>
                  <a:path extrusionOk="0" h="4408" w="6078">
                    <a:moveTo>
                      <a:pt x="5059" y="1"/>
                    </a:moveTo>
                    <a:lnTo>
                      <a:pt x="3153" y="1169"/>
                    </a:lnTo>
                    <a:lnTo>
                      <a:pt x="1426" y="1865"/>
                    </a:lnTo>
                    <a:lnTo>
                      <a:pt x="0" y="2952"/>
                    </a:lnTo>
                    <a:lnTo>
                      <a:pt x="1100" y="4407"/>
                    </a:lnTo>
                    <a:lnTo>
                      <a:pt x="2461" y="3278"/>
                    </a:lnTo>
                    <a:lnTo>
                      <a:pt x="4351" y="2544"/>
                    </a:lnTo>
                    <a:lnTo>
                      <a:pt x="6078" y="1564"/>
                    </a:lnTo>
                    <a:lnTo>
                      <a:pt x="5059" y="1"/>
                    </a:lnTo>
                    <a:close/>
                  </a:path>
                </a:pathLst>
              </a:custGeom>
              <a:solidFill>
                <a:srgbClr val="E7363C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31" name="Google Shape;1331;p34"/>
              <p:cNvSpPr/>
              <p:nvPr/>
            </p:nvSpPr>
            <p:spPr>
              <a:xfrm>
                <a:off x="4913850" y="1596125"/>
                <a:ext cx="145925" cy="74125"/>
              </a:xfrm>
              <a:custGeom>
                <a:rect b="b" l="l" r="r" t="t"/>
                <a:pathLst>
                  <a:path extrusionOk="0" h="2965" w="5837">
                    <a:moveTo>
                      <a:pt x="5046" y="1"/>
                    </a:moveTo>
                    <a:lnTo>
                      <a:pt x="3741" y="980"/>
                    </a:lnTo>
                    <a:lnTo>
                      <a:pt x="1838" y="1715"/>
                    </a:lnTo>
                    <a:lnTo>
                      <a:pt x="0" y="2965"/>
                    </a:lnTo>
                    <a:lnTo>
                      <a:pt x="777" y="2952"/>
                    </a:lnTo>
                    <a:lnTo>
                      <a:pt x="2203" y="1865"/>
                    </a:lnTo>
                    <a:lnTo>
                      <a:pt x="3930" y="1169"/>
                    </a:lnTo>
                    <a:lnTo>
                      <a:pt x="5836" y="1"/>
                    </a:lnTo>
                    <a:close/>
                  </a:path>
                </a:pathLst>
              </a:custGeom>
              <a:solidFill>
                <a:srgbClr val="B1282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32" name="Google Shape;1332;p34"/>
              <p:cNvSpPr/>
              <p:nvPr/>
            </p:nvSpPr>
            <p:spPr>
              <a:xfrm>
                <a:off x="4908375" y="1582500"/>
                <a:ext cx="131650" cy="87750"/>
              </a:xfrm>
              <a:custGeom>
                <a:rect b="b" l="l" r="r" t="t"/>
                <a:pathLst>
                  <a:path extrusionOk="0" h="3510" w="5266">
                    <a:moveTo>
                      <a:pt x="5047" y="1"/>
                    </a:moveTo>
                    <a:lnTo>
                      <a:pt x="3552" y="941"/>
                    </a:lnTo>
                    <a:lnTo>
                      <a:pt x="1499" y="1688"/>
                    </a:lnTo>
                    <a:lnTo>
                      <a:pt x="1" y="2968"/>
                    </a:lnTo>
                    <a:lnTo>
                      <a:pt x="219" y="3510"/>
                    </a:lnTo>
                    <a:lnTo>
                      <a:pt x="2057" y="2260"/>
                    </a:lnTo>
                    <a:lnTo>
                      <a:pt x="3960" y="1525"/>
                    </a:lnTo>
                    <a:lnTo>
                      <a:pt x="5265" y="546"/>
                    </a:lnTo>
                    <a:lnTo>
                      <a:pt x="5047" y="1"/>
                    </a:lnTo>
                    <a:close/>
                  </a:path>
                </a:pathLst>
              </a:custGeom>
              <a:solidFill>
                <a:srgbClr val="E7363C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33" name="Google Shape;1333;p34"/>
              <p:cNvSpPr/>
              <p:nvPr/>
            </p:nvSpPr>
            <p:spPr>
              <a:xfrm>
                <a:off x="4878825" y="1578425"/>
                <a:ext cx="155725" cy="78275"/>
              </a:xfrm>
              <a:custGeom>
                <a:rect b="b" l="l" r="r" t="t"/>
                <a:pathLst>
                  <a:path extrusionOk="0" h="3131" w="6229">
                    <a:moveTo>
                      <a:pt x="5263" y="1"/>
                    </a:moveTo>
                    <a:lnTo>
                      <a:pt x="4150" y="941"/>
                    </a:lnTo>
                    <a:lnTo>
                      <a:pt x="1822" y="1851"/>
                    </a:lnTo>
                    <a:lnTo>
                      <a:pt x="1" y="3131"/>
                    </a:lnTo>
                    <a:lnTo>
                      <a:pt x="1183" y="3131"/>
                    </a:lnTo>
                    <a:lnTo>
                      <a:pt x="2681" y="1851"/>
                    </a:lnTo>
                    <a:lnTo>
                      <a:pt x="4734" y="1104"/>
                    </a:lnTo>
                    <a:lnTo>
                      <a:pt x="6229" y="164"/>
                    </a:lnTo>
                    <a:lnTo>
                      <a:pt x="5263" y="1"/>
                    </a:lnTo>
                    <a:close/>
                  </a:path>
                </a:pathLst>
              </a:custGeom>
              <a:solidFill>
                <a:srgbClr val="B1282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34" name="Google Shape;1334;p34"/>
              <p:cNvSpPr/>
              <p:nvPr/>
            </p:nvSpPr>
            <p:spPr>
              <a:xfrm>
                <a:off x="4918575" y="1515600"/>
                <a:ext cx="15050" cy="91425"/>
              </a:xfrm>
              <a:custGeom>
                <a:rect b="b" l="l" r="r" t="t"/>
                <a:pathLst>
                  <a:path extrusionOk="0" h="3657" w="602">
                    <a:moveTo>
                      <a:pt x="125" y="0"/>
                    </a:moveTo>
                    <a:cubicBezTo>
                      <a:pt x="151" y="66"/>
                      <a:pt x="138" y="190"/>
                      <a:pt x="151" y="271"/>
                    </a:cubicBezTo>
                    <a:cubicBezTo>
                      <a:pt x="164" y="366"/>
                      <a:pt x="219" y="490"/>
                      <a:pt x="301" y="529"/>
                    </a:cubicBezTo>
                    <a:cubicBezTo>
                      <a:pt x="343" y="666"/>
                      <a:pt x="301" y="816"/>
                      <a:pt x="301" y="963"/>
                    </a:cubicBezTo>
                    <a:cubicBezTo>
                      <a:pt x="288" y="963"/>
                      <a:pt x="288" y="980"/>
                      <a:pt x="301" y="993"/>
                    </a:cubicBezTo>
                    <a:lnTo>
                      <a:pt x="301" y="1019"/>
                    </a:lnTo>
                    <a:cubicBezTo>
                      <a:pt x="327" y="1074"/>
                      <a:pt x="327" y="1156"/>
                      <a:pt x="301" y="1208"/>
                    </a:cubicBezTo>
                    <a:cubicBezTo>
                      <a:pt x="288" y="1250"/>
                      <a:pt x="275" y="1277"/>
                      <a:pt x="262" y="1306"/>
                    </a:cubicBezTo>
                    <a:cubicBezTo>
                      <a:pt x="245" y="1332"/>
                      <a:pt x="245" y="1358"/>
                      <a:pt x="232" y="1388"/>
                    </a:cubicBezTo>
                    <a:cubicBezTo>
                      <a:pt x="151" y="1534"/>
                      <a:pt x="82" y="1685"/>
                      <a:pt x="1" y="1848"/>
                    </a:cubicBezTo>
                    <a:cubicBezTo>
                      <a:pt x="41" y="1822"/>
                      <a:pt x="90" y="1818"/>
                      <a:pt x="138" y="1818"/>
                    </a:cubicBezTo>
                    <a:cubicBezTo>
                      <a:pt x="154" y="1818"/>
                      <a:pt x="170" y="1819"/>
                      <a:pt x="186" y="1819"/>
                    </a:cubicBezTo>
                    <a:cubicBezTo>
                      <a:pt x="217" y="1819"/>
                      <a:pt x="248" y="1817"/>
                      <a:pt x="275" y="1809"/>
                    </a:cubicBezTo>
                    <a:lnTo>
                      <a:pt x="275" y="1809"/>
                    </a:lnTo>
                    <a:cubicBezTo>
                      <a:pt x="245" y="1998"/>
                      <a:pt x="219" y="2174"/>
                      <a:pt x="193" y="2367"/>
                    </a:cubicBezTo>
                    <a:lnTo>
                      <a:pt x="193" y="2393"/>
                    </a:lnTo>
                    <a:cubicBezTo>
                      <a:pt x="193" y="2406"/>
                      <a:pt x="206" y="2406"/>
                      <a:pt x="219" y="2419"/>
                    </a:cubicBezTo>
                    <a:cubicBezTo>
                      <a:pt x="261" y="2448"/>
                      <a:pt x="287" y="2474"/>
                      <a:pt x="313" y="2512"/>
                    </a:cubicBezTo>
                    <a:lnTo>
                      <a:pt x="313" y="2512"/>
                    </a:lnTo>
                    <a:cubicBezTo>
                      <a:pt x="312" y="2511"/>
                      <a:pt x="311" y="2511"/>
                      <a:pt x="310" y="2511"/>
                    </a:cubicBezTo>
                    <a:cubicBezTo>
                      <a:pt x="287" y="2511"/>
                      <a:pt x="206" y="2651"/>
                      <a:pt x="206" y="2651"/>
                    </a:cubicBezTo>
                    <a:cubicBezTo>
                      <a:pt x="180" y="2719"/>
                      <a:pt x="151" y="2788"/>
                      <a:pt x="112" y="2856"/>
                    </a:cubicBezTo>
                    <a:lnTo>
                      <a:pt x="112" y="2882"/>
                    </a:lnTo>
                    <a:lnTo>
                      <a:pt x="125" y="2882"/>
                    </a:lnTo>
                    <a:cubicBezTo>
                      <a:pt x="219" y="2964"/>
                      <a:pt x="206" y="3085"/>
                      <a:pt x="232" y="3196"/>
                    </a:cubicBezTo>
                    <a:cubicBezTo>
                      <a:pt x="262" y="3264"/>
                      <a:pt x="288" y="3317"/>
                      <a:pt x="314" y="3385"/>
                    </a:cubicBezTo>
                    <a:cubicBezTo>
                      <a:pt x="343" y="3480"/>
                      <a:pt x="369" y="3574"/>
                      <a:pt x="369" y="3656"/>
                    </a:cubicBezTo>
                    <a:cubicBezTo>
                      <a:pt x="409" y="3643"/>
                      <a:pt x="438" y="3617"/>
                      <a:pt x="477" y="3604"/>
                    </a:cubicBezTo>
                    <a:cubicBezTo>
                      <a:pt x="464" y="3574"/>
                      <a:pt x="451" y="3535"/>
                      <a:pt x="451" y="3493"/>
                    </a:cubicBezTo>
                    <a:lnTo>
                      <a:pt x="451" y="3493"/>
                    </a:lnTo>
                    <a:cubicBezTo>
                      <a:pt x="490" y="3509"/>
                      <a:pt x="546" y="3509"/>
                      <a:pt x="601" y="3509"/>
                    </a:cubicBezTo>
                    <a:lnTo>
                      <a:pt x="572" y="3441"/>
                    </a:lnTo>
                    <a:cubicBezTo>
                      <a:pt x="559" y="3398"/>
                      <a:pt x="559" y="3398"/>
                      <a:pt x="520" y="3398"/>
                    </a:cubicBezTo>
                    <a:cubicBezTo>
                      <a:pt x="438" y="3398"/>
                      <a:pt x="396" y="3346"/>
                      <a:pt x="369" y="3290"/>
                    </a:cubicBezTo>
                    <a:cubicBezTo>
                      <a:pt x="343" y="3196"/>
                      <a:pt x="301" y="3114"/>
                      <a:pt x="275" y="3033"/>
                    </a:cubicBezTo>
                    <a:cubicBezTo>
                      <a:pt x="262" y="3003"/>
                      <a:pt x="245" y="2977"/>
                      <a:pt x="245" y="2964"/>
                    </a:cubicBezTo>
                    <a:cubicBezTo>
                      <a:pt x="262" y="2909"/>
                      <a:pt x="245" y="2856"/>
                      <a:pt x="232" y="2814"/>
                    </a:cubicBezTo>
                    <a:cubicBezTo>
                      <a:pt x="219" y="2801"/>
                      <a:pt x="219" y="2788"/>
                      <a:pt x="219" y="2788"/>
                    </a:cubicBezTo>
                    <a:cubicBezTo>
                      <a:pt x="219" y="2775"/>
                      <a:pt x="232" y="2775"/>
                      <a:pt x="232" y="2758"/>
                    </a:cubicBezTo>
                    <a:cubicBezTo>
                      <a:pt x="262" y="2745"/>
                      <a:pt x="275" y="2732"/>
                      <a:pt x="301" y="2706"/>
                    </a:cubicBezTo>
                    <a:cubicBezTo>
                      <a:pt x="343" y="2664"/>
                      <a:pt x="396" y="2612"/>
                      <a:pt x="464" y="2595"/>
                    </a:cubicBezTo>
                    <a:cubicBezTo>
                      <a:pt x="425" y="2582"/>
                      <a:pt x="382" y="2582"/>
                      <a:pt x="369" y="2556"/>
                    </a:cubicBezTo>
                    <a:cubicBezTo>
                      <a:pt x="356" y="2514"/>
                      <a:pt x="356" y="2461"/>
                      <a:pt x="327" y="2419"/>
                    </a:cubicBezTo>
                    <a:cubicBezTo>
                      <a:pt x="314" y="2380"/>
                      <a:pt x="288" y="2337"/>
                      <a:pt x="262" y="2298"/>
                    </a:cubicBezTo>
                    <a:lnTo>
                      <a:pt x="262" y="2285"/>
                    </a:lnTo>
                    <a:lnTo>
                      <a:pt x="262" y="2256"/>
                    </a:lnTo>
                    <a:cubicBezTo>
                      <a:pt x="275" y="2187"/>
                      <a:pt x="301" y="2122"/>
                      <a:pt x="327" y="2053"/>
                    </a:cubicBezTo>
                    <a:lnTo>
                      <a:pt x="327" y="2040"/>
                    </a:lnTo>
                    <a:lnTo>
                      <a:pt x="343" y="2040"/>
                    </a:lnTo>
                    <a:cubicBezTo>
                      <a:pt x="382" y="2053"/>
                      <a:pt x="425" y="2066"/>
                      <a:pt x="451" y="2079"/>
                    </a:cubicBezTo>
                    <a:cubicBezTo>
                      <a:pt x="438" y="2066"/>
                      <a:pt x="425" y="1985"/>
                      <a:pt x="409" y="1972"/>
                    </a:cubicBezTo>
                    <a:cubicBezTo>
                      <a:pt x="371" y="1972"/>
                      <a:pt x="330" y="1984"/>
                      <a:pt x="292" y="1996"/>
                    </a:cubicBezTo>
                    <a:lnTo>
                      <a:pt x="292" y="1996"/>
                    </a:lnTo>
                    <a:cubicBezTo>
                      <a:pt x="317" y="1980"/>
                      <a:pt x="343" y="1833"/>
                      <a:pt x="343" y="1809"/>
                    </a:cubicBezTo>
                    <a:cubicBezTo>
                      <a:pt x="369" y="1753"/>
                      <a:pt x="369" y="1698"/>
                      <a:pt x="356" y="1645"/>
                    </a:cubicBezTo>
                    <a:lnTo>
                      <a:pt x="356" y="1645"/>
                    </a:lnTo>
                    <a:cubicBezTo>
                      <a:pt x="356" y="1658"/>
                      <a:pt x="343" y="1671"/>
                      <a:pt x="327" y="1685"/>
                    </a:cubicBezTo>
                    <a:cubicBezTo>
                      <a:pt x="314" y="1698"/>
                      <a:pt x="288" y="1714"/>
                      <a:pt x="275" y="1714"/>
                    </a:cubicBezTo>
                    <a:cubicBezTo>
                      <a:pt x="245" y="1727"/>
                      <a:pt x="206" y="1727"/>
                      <a:pt x="164" y="1727"/>
                    </a:cubicBezTo>
                    <a:cubicBezTo>
                      <a:pt x="151" y="1685"/>
                      <a:pt x="164" y="1645"/>
                      <a:pt x="180" y="1616"/>
                    </a:cubicBezTo>
                    <a:cubicBezTo>
                      <a:pt x="206" y="1577"/>
                      <a:pt x="232" y="1551"/>
                      <a:pt x="262" y="1521"/>
                    </a:cubicBezTo>
                    <a:cubicBezTo>
                      <a:pt x="288" y="1495"/>
                      <a:pt x="301" y="1453"/>
                      <a:pt x="314" y="1414"/>
                    </a:cubicBezTo>
                    <a:cubicBezTo>
                      <a:pt x="327" y="1371"/>
                      <a:pt x="343" y="1319"/>
                      <a:pt x="369" y="1277"/>
                    </a:cubicBezTo>
                    <a:cubicBezTo>
                      <a:pt x="382" y="1237"/>
                      <a:pt x="382" y="1195"/>
                      <a:pt x="382" y="1156"/>
                    </a:cubicBezTo>
                    <a:cubicBezTo>
                      <a:pt x="369" y="1061"/>
                      <a:pt x="369" y="963"/>
                      <a:pt x="369" y="869"/>
                    </a:cubicBezTo>
                    <a:cubicBezTo>
                      <a:pt x="369" y="748"/>
                      <a:pt x="343" y="611"/>
                      <a:pt x="356" y="490"/>
                    </a:cubicBezTo>
                    <a:cubicBezTo>
                      <a:pt x="369" y="447"/>
                      <a:pt x="382" y="408"/>
                      <a:pt x="396" y="366"/>
                    </a:cubicBezTo>
                    <a:cubicBezTo>
                      <a:pt x="425" y="310"/>
                      <a:pt x="438" y="245"/>
                      <a:pt x="464" y="177"/>
                    </a:cubicBezTo>
                    <a:lnTo>
                      <a:pt x="464" y="177"/>
                    </a:lnTo>
                    <a:cubicBezTo>
                      <a:pt x="396" y="229"/>
                      <a:pt x="343" y="310"/>
                      <a:pt x="301" y="392"/>
                    </a:cubicBezTo>
                    <a:cubicBezTo>
                      <a:pt x="245" y="271"/>
                      <a:pt x="180" y="134"/>
                      <a:pt x="125" y="0"/>
                    </a:cubicBezTo>
                    <a:close/>
                  </a:path>
                </a:pathLst>
              </a:custGeom>
              <a:solidFill>
                <a:srgbClr val="87878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35" name="Google Shape;1335;p34"/>
              <p:cNvSpPr/>
              <p:nvPr/>
            </p:nvSpPr>
            <p:spPr>
              <a:xfrm>
                <a:off x="4928775" y="1529875"/>
                <a:ext cx="31350" cy="56750"/>
              </a:xfrm>
              <a:custGeom>
                <a:rect b="b" l="l" r="r" t="t"/>
                <a:pathLst>
                  <a:path extrusionOk="0" h="2270" w="1254">
                    <a:moveTo>
                      <a:pt x="1048" y="1"/>
                    </a:moveTo>
                    <a:cubicBezTo>
                      <a:pt x="980" y="203"/>
                      <a:pt x="996" y="422"/>
                      <a:pt x="980" y="624"/>
                    </a:cubicBezTo>
                    <a:cubicBezTo>
                      <a:pt x="954" y="787"/>
                      <a:pt x="941" y="963"/>
                      <a:pt x="885" y="1114"/>
                    </a:cubicBezTo>
                    <a:cubicBezTo>
                      <a:pt x="872" y="1182"/>
                      <a:pt x="859" y="1238"/>
                      <a:pt x="833" y="1290"/>
                    </a:cubicBezTo>
                    <a:cubicBezTo>
                      <a:pt x="804" y="1345"/>
                      <a:pt x="817" y="1401"/>
                      <a:pt x="790" y="1440"/>
                    </a:cubicBezTo>
                    <a:cubicBezTo>
                      <a:pt x="764" y="1469"/>
                      <a:pt x="735" y="1495"/>
                      <a:pt x="709" y="1508"/>
                    </a:cubicBezTo>
                    <a:cubicBezTo>
                      <a:pt x="653" y="1551"/>
                      <a:pt x="588" y="1603"/>
                      <a:pt x="520" y="1633"/>
                    </a:cubicBezTo>
                    <a:cubicBezTo>
                      <a:pt x="507" y="1637"/>
                      <a:pt x="496" y="1639"/>
                      <a:pt x="486" y="1639"/>
                    </a:cubicBezTo>
                    <a:cubicBezTo>
                      <a:pt x="441" y="1639"/>
                      <a:pt x="415" y="1596"/>
                      <a:pt x="369" y="1564"/>
                    </a:cubicBezTo>
                    <a:cubicBezTo>
                      <a:pt x="343" y="1535"/>
                      <a:pt x="314" y="1508"/>
                      <a:pt x="288" y="1508"/>
                    </a:cubicBezTo>
                    <a:cubicBezTo>
                      <a:pt x="245" y="1508"/>
                      <a:pt x="219" y="1535"/>
                      <a:pt x="193" y="1551"/>
                    </a:cubicBezTo>
                    <a:lnTo>
                      <a:pt x="164" y="1551"/>
                    </a:lnTo>
                    <a:cubicBezTo>
                      <a:pt x="151" y="1551"/>
                      <a:pt x="138" y="1551"/>
                      <a:pt x="125" y="1535"/>
                    </a:cubicBezTo>
                    <a:cubicBezTo>
                      <a:pt x="82" y="1522"/>
                      <a:pt x="43" y="1508"/>
                      <a:pt x="1" y="1482"/>
                    </a:cubicBezTo>
                    <a:lnTo>
                      <a:pt x="1" y="1482"/>
                    </a:lnTo>
                    <a:cubicBezTo>
                      <a:pt x="17" y="1508"/>
                      <a:pt x="17" y="1535"/>
                      <a:pt x="17" y="1564"/>
                    </a:cubicBezTo>
                    <a:cubicBezTo>
                      <a:pt x="26" y="1562"/>
                      <a:pt x="36" y="1561"/>
                      <a:pt x="46" y="1561"/>
                    </a:cubicBezTo>
                    <a:cubicBezTo>
                      <a:pt x="89" y="1561"/>
                      <a:pt x="132" y="1582"/>
                      <a:pt x="164" y="1603"/>
                    </a:cubicBezTo>
                    <a:lnTo>
                      <a:pt x="206" y="1603"/>
                    </a:lnTo>
                    <a:cubicBezTo>
                      <a:pt x="219" y="1603"/>
                      <a:pt x="232" y="1590"/>
                      <a:pt x="245" y="1590"/>
                    </a:cubicBezTo>
                    <a:cubicBezTo>
                      <a:pt x="275" y="1577"/>
                      <a:pt x="301" y="1577"/>
                      <a:pt x="327" y="1577"/>
                    </a:cubicBezTo>
                    <a:cubicBezTo>
                      <a:pt x="356" y="1590"/>
                      <a:pt x="409" y="1616"/>
                      <a:pt x="425" y="1646"/>
                    </a:cubicBezTo>
                    <a:cubicBezTo>
                      <a:pt x="425" y="1672"/>
                      <a:pt x="396" y="1714"/>
                      <a:pt x="396" y="1740"/>
                    </a:cubicBezTo>
                    <a:cubicBezTo>
                      <a:pt x="382" y="1809"/>
                      <a:pt x="369" y="1848"/>
                      <a:pt x="343" y="1903"/>
                    </a:cubicBezTo>
                    <a:cubicBezTo>
                      <a:pt x="301" y="1959"/>
                      <a:pt x="301" y="2041"/>
                      <a:pt x="275" y="2093"/>
                    </a:cubicBezTo>
                    <a:cubicBezTo>
                      <a:pt x="262" y="2148"/>
                      <a:pt x="219" y="2243"/>
                      <a:pt x="180" y="2269"/>
                    </a:cubicBezTo>
                    <a:cubicBezTo>
                      <a:pt x="245" y="2230"/>
                      <a:pt x="314" y="2174"/>
                      <a:pt x="356" y="2093"/>
                    </a:cubicBezTo>
                    <a:cubicBezTo>
                      <a:pt x="369" y="2067"/>
                      <a:pt x="382" y="2024"/>
                      <a:pt x="382" y="1998"/>
                    </a:cubicBezTo>
                    <a:cubicBezTo>
                      <a:pt x="451" y="1740"/>
                      <a:pt x="670" y="1535"/>
                      <a:pt x="914" y="1469"/>
                    </a:cubicBezTo>
                    <a:cubicBezTo>
                      <a:pt x="928" y="1332"/>
                      <a:pt x="954" y="1208"/>
                      <a:pt x="980" y="1087"/>
                    </a:cubicBezTo>
                    <a:cubicBezTo>
                      <a:pt x="1022" y="937"/>
                      <a:pt x="1091" y="800"/>
                      <a:pt x="1159" y="666"/>
                    </a:cubicBezTo>
                    <a:cubicBezTo>
                      <a:pt x="1198" y="598"/>
                      <a:pt x="1254" y="516"/>
                      <a:pt x="1254" y="435"/>
                    </a:cubicBezTo>
                    <a:lnTo>
                      <a:pt x="1254" y="435"/>
                    </a:lnTo>
                    <a:cubicBezTo>
                      <a:pt x="1185" y="516"/>
                      <a:pt x="1117" y="598"/>
                      <a:pt x="1048" y="666"/>
                    </a:cubicBezTo>
                    <a:lnTo>
                      <a:pt x="1048" y="1"/>
                    </a:lnTo>
                    <a:close/>
                  </a:path>
                </a:pathLst>
              </a:custGeom>
              <a:solidFill>
                <a:srgbClr val="87878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36" name="Google Shape;1336;p34"/>
              <p:cNvSpPr/>
              <p:nvPr/>
            </p:nvSpPr>
            <p:spPr>
              <a:xfrm>
                <a:off x="4950575" y="1562775"/>
                <a:ext cx="34700" cy="28650"/>
              </a:xfrm>
              <a:custGeom>
                <a:rect b="b" l="l" r="r" t="t"/>
                <a:pathLst>
                  <a:path extrusionOk="0" h="1146" w="1388">
                    <a:moveTo>
                      <a:pt x="24" y="1"/>
                    </a:moveTo>
                    <a:cubicBezTo>
                      <a:pt x="16" y="1"/>
                      <a:pt x="8" y="1"/>
                      <a:pt x="0" y="3"/>
                    </a:cubicBezTo>
                    <a:cubicBezTo>
                      <a:pt x="13" y="29"/>
                      <a:pt x="56" y="55"/>
                      <a:pt x="82" y="72"/>
                    </a:cubicBezTo>
                    <a:cubicBezTo>
                      <a:pt x="137" y="111"/>
                      <a:pt x="189" y="137"/>
                      <a:pt x="245" y="179"/>
                    </a:cubicBezTo>
                    <a:cubicBezTo>
                      <a:pt x="245" y="192"/>
                      <a:pt x="258" y="192"/>
                      <a:pt x="258" y="206"/>
                    </a:cubicBezTo>
                    <a:cubicBezTo>
                      <a:pt x="271" y="219"/>
                      <a:pt x="258" y="235"/>
                      <a:pt x="245" y="248"/>
                    </a:cubicBezTo>
                    <a:cubicBezTo>
                      <a:pt x="232" y="300"/>
                      <a:pt x="232" y="356"/>
                      <a:pt x="245" y="398"/>
                    </a:cubicBezTo>
                    <a:cubicBezTo>
                      <a:pt x="258" y="480"/>
                      <a:pt x="271" y="561"/>
                      <a:pt x="287" y="643"/>
                    </a:cubicBezTo>
                    <a:lnTo>
                      <a:pt x="287" y="669"/>
                    </a:lnTo>
                    <a:cubicBezTo>
                      <a:pt x="271" y="682"/>
                      <a:pt x="258" y="695"/>
                      <a:pt x="245" y="695"/>
                    </a:cubicBezTo>
                    <a:cubicBezTo>
                      <a:pt x="219" y="725"/>
                      <a:pt x="176" y="764"/>
                      <a:pt x="163" y="806"/>
                    </a:cubicBezTo>
                    <a:cubicBezTo>
                      <a:pt x="150" y="806"/>
                      <a:pt x="150" y="819"/>
                      <a:pt x="150" y="832"/>
                    </a:cubicBezTo>
                    <a:cubicBezTo>
                      <a:pt x="150" y="832"/>
                      <a:pt x="150" y="845"/>
                      <a:pt x="163" y="858"/>
                    </a:cubicBezTo>
                    <a:cubicBezTo>
                      <a:pt x="189" y="953"/>
                      <a:pt x="219" y="1051"/>
                      <a:pt x="232" y="1146"/>
                    </a:cubicBezTo>
                    <a:cubicBezTo>
                      <a:pt x="245" y="1064"/>
                      <a:pt x="271" y="982"/>
                      <a:pt x="258" y="888"/>
                    </a:cubicBezTo>
                    <a:cubicBezTo>
                      <a:pt x="245" y="858"/>
                      <a:pt x="245" y="819"/>
                      <a:pt x="258" y="790"/>
                    </a:cubicBezTo>
                    <a:cubicBezTo>
                      <a:pt x="271" y="764"/>
                      <a:pt x="313" y="751"/>
                      <a:pt x="326" y="725"/>
                    </a:cubicBezTo>
                    <a:cubicBezTo>
                      <a:pt x="353" y="695"/>
                      <a:pt x="353" y="656"/>
                      <a:pt x="340" y="627"/>
                    </a:cubicBezTo>
                    <a:cubicBezTo>
                      <a:pt x="340" y="587"/>
                      <a:pt x="326" y="561"/>
                      <a:pt x="313" y="532"/>
                    </a:cubicBezTo>
                    <a:cubicBezTo>
                      <a:pt x="300" y="463"/>
                      <a:pt x="313" y="411"/>
                      <a:pt x="313" y="343"/>
                    </a:cubicBezTo>
                    <a:cubicBezTo>
                      <a:pt x="313" y="330"/>
                      <a:pt x="313" y="330"/>
                      <a:pt x="326" y="317"/>
                    </a:cubicBezTo>
                    <a:lnTo>
                      <a:pt x="340" y="317"/>
                    </a:lnTo>
                    <a:cubicBezTo>
                      <a:pt x="353" y="313"/>
                      <a:pt x="366" y="312"/>
                      <a:pt x="379" y="312"/>
                    </a:cubicBezTo>
                    <a:cubicBezTo>
                      <a:pt x="434" y="312"/>
                      <a:pt x="487" y="337"/>
                      <a:pt x="532" y="369"/>
                    </a:cubicBezTo>
                    <a:cubicBezTo>
                      <a:pt x="597" y="411"/>
                      <a:pt x="653" y="480"/>
                      <a:pt x="721" y="480"/>
                    </a:cubicBezTo>
                    <a:cubicBezTo>
                      <a:pt x="721" y="437"/>
                      <a:pt x="734" y="398"/>
                      <a:pt x="777" y="382"/>
                    </a:cubicBezTo>
                    <a:cubicBezTo>
                      <a:pt x="803" y="369"/>
                      <a:pt x="842" y="369"/>
                      <a:pt x="885" y="369"/>
                    </a:cubicBezTo>
                    <a:cubicBezTo>
                      <a:pt x="1005" y="369"/>
                      <a:pt x="1116" y="411"/>
                      <a:pt x="1224" y="463"/>
                    </a:cubicBezTo>
                    <a:cubicBezTo>
                      <a:pt x="1267" y="411"/>
                      <a:pt x="1332" y="369"/>
                      <a:pt x="1387" y="343"/>
                    </a:cubicBezTo>
                    <a:cubicBezTo>
                      <a:pt x="1374" y="317"/>
                      <a:pt x="1348" y="317"/>
                      <a:pt x="1319" y="317"/>
                    </a:cubicBezTo>
                    <a:cubicBezTo>
                      <a:pt x="1306" y="330"/>
                      <a:pt x="1293" y="356"/>
                      <a:pt x="1267" y="369"/>
                    </a:cubicBezTo>
                    <a:cubicBezTo>
                      <a:pt x="1251" y="384"/>
                      <a:pt x="1234" y="390"/>
                      <a:pt x="1216" y="390"/>
                    </a:cubicBezTo>
                    <a:cubicBezTo>
                      <a:pt x="1184" y="390"/>
                      <a:pt x="1150" y="372"/>
                      <a:pt x="1116" y="356"/>
                    </a:cubicBezTo>
                    <a:cubicBezTo>
                      <a:pt x="1074" y="330"/>
                      <a:pt x="1035" y="287"/>
                      <a:pt x="979" y="274"/>
                    </a:cubicBezTo>
                    <a:cubicBezTo>
                      <a:pt x="953" y="274"/>
                      <a:pt x="911" y="274"/>
                      <a:pt x="885" y="287"/>
                    </a:cubicBezTo>
                    <a:cubicBezTo>
                      <a:pt x="859" y="300"/>
                      <a:pt x="842" y="317"/>
                      <a:pt x="816" y="330"/>
                    </a:cubicBezTo>
                    <a:cubicBezTo>
                      <a:pt x="790" y="343"/>
                      <a:pt x="761" y="343"/>
                      <a:pt x="734" y="343"/>
                    </a:cubicBezTo>
                    <a:cubicBezTo>
                      <a:pt x="708" y="356"/>
                      <a:pt x="666" y="369"/>
                      <a:pt x="666" y="411"/>
                    </a:cubicBezTo>
                    <a:cubicBezTo>
                      <a:pt x="614" y="382"/>
                      <a:pt x="571" y="330"/>
                      <a:pt x="516" y="287"/>
                    </a:cubicBezTo>
                    <a:cubicBezTo>
                      <a:pt x="482" y="262"/>
                      <a:pt x="441" y="240"/>
                      <a:pt x="401" y="240"/>
                    </a:cubicBezTo>
                    <a:cubicBezTo>
                      <a:pt x="380" y="240"/>
                      <a:pt x="359" y="246"/>
                      <a:pt x="340" y="261"/>
                    </a:cubicBezTo>
                    <a:cubicBezTo>
                      <a:pt x="353" y="219"/>
                      <a:pt x="369" y="179"/>
                      <a:pt x="382" y="137"/>
                    </a:cubicBezTo>
                    <a:cubicBezTo>
                      <a:pt x="313" y="98"/>
                      <a:pt x="245" y="72"/>
                      <a:pt x="176" y="42"/>
                    </a:cubicBezTo>
                    <a:cubicBezTo>
                      <a:pt x="131" y="31"/>
                      <a:pt x="74" y="1"/>
                      <a:pt x="24" y="1"/>
                    </a:cubicBezTo>
                    <a:close/>
                  </a:path>
                </a:pathLst>
              </a:custGeom>
              <a:solidFill>
                <a:srgbClr val="87878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37" name="Google Shape;1337;p34"/>
              <p:cNvSpPr/>
              <p:nvPr/>
            </p:nvSpPr>
            <p:spPr>
              <a:xfrm>
                <a:off x="4898175" y="1555325"/>
                <a:ext cx="84075" cy="71100"/>
              </a:xfrm>
              <a:custGeom>
                <a:rect b="b" l="l" r="r" t="t"/>
                <a:pathLst>
                  <a:path extrusionOk="0" h="2844" w="3363">
                    <a:moveTo>
                      <a:pt x="1456" y="1"/>
                    </a:moveTo>
                    <a:cubicBezTo>
                      <a:pt x="1430" y="1"/>
                      <a:pt x="1404" y="27"/>
                      <a:pt x="1362" y="43"/>
                    </a:cubicBezTo>
                    <a:cubicBezTo>
                      <a:pt x="1241" y="125"/>
                      <a:pt x="1104" y="220"/>
                      <a:pt x="967" y="301"/>
                    </a:cubicBezTo>
                    <a:cubicBezTo>
                      <a:pt x="898" y="340"/>
                      <a:pt x="846" y="396"/>
                      <a:pt x="777" y="435"/>
                    </a:cubicBezTo>
                    <a:cubicBezTo>
                      <a:pt x="722" y="451"/>
                      <a:pt x="709" y="517"/>
                      <a:pt x="709" y="572"/>
                    </a:cubicBezTo>
                    <a:lnTo>
                      <a:pt x="709" y="598"/>
                    </a:lnTo>
                    <a:cubicBezTo>
                      <a:pt x="709" y="598"/>
                      <a:pt x="696" y="598"/>
                      <a:pt x="696" y="615"/>
                    </a:cubicBezTo>
                    <a:cubicBezTo>
                      <a:pt x="683" y="628"/>
                      <a:pt x="670" y="628"/>
                      <a:pt x="640" y="641"/>
                    </a:cubicBezTo>
                    <a:lnTo>
                      <a:pt x="614" y="667"/>
                    </a:lnTo>
                    <a:lnTo>
                      <a:pt x="614" y="680"/>
                    </a:lnTo>
                    <a:cubicBezTo>
                      <a:pt x="601" y="735"/>
                      <a:pt x="601" y="804"/>
                      <a:pt x="601" y="859"/>
                    </a:cubicBezTo>
                    <a:cubicBezTo>
                      <a:pt x="546" y="859"/>
                      <a:pt x="506" y="885"/>
                      <a:pt x="464" y="912"/>
                    </a:cubicBezTo>
                    <a:cubicBezTo>
                      <a:pt x="451" y="912"/>
                      <a:pt x="425" y="912"/>
                      <a:pt x="425" y="925"/>
                    </a:cubicBezTo>
                    <a:cubicBezTo>
                      <a:pt x="396" y="941"/>
                      <a:pt x="382" y="967"/>
                      <a:pt x="369" y="980"/>
                    </a:cubicBezTo>
                    <a:lnTo>
                      <a:pt x="369" y="993"/>
                    </a:lnTo>
                    <a:lnTo>
                      <a:pt x="369" y="1006"/>
                    </a:lnTo>
                    <a:cubicBezTo>
                      <a:pt x="382" y="1088"/>
                      <a:pt x="409" y="1156"/>
                      <a:pt x="425" y="1225"/>
                    </a:cubicBezTo>
                    <a:cubicBezTo>
                      <a:pt x="382" y="1238"/>
                      <a:pt x="356" y="1251"/>
                      <a:pt x="314" y="1267"/>
                    </a:cubicBezTo>
                    <a:cubicBezTo>
                      <a:pt x="301" y="1280"/>
                      <a:pt x="288" y="1280"/>
                      <a:pt x="275" y="1293"/>
                    </a:cubicBezTo>
                    <a:cubicBezTo>
                      <a:pt x="262" y="1306"/>
                      <a:pt x="262" y="1320"/>
                      <a:pt x="245" y="1333"/>
                    </a:cubicBezTo>
                    <a:cubicBezTo>
                      <a:pt x="219" y="1375"/>
                      <a:pt x="206" y="1431"/>
                      <a:pt x="180" y="1470"/>
                    </a:cubicBezTo>
                    <a:cubicBezTo>
                      <a:pt x="164" y="1496"/>
                      <a:pt x="164" y="1512"/>
                      <a:pt x="164" y="1538"/>
                    </a:cubicBezTo>
                    <a:lnTo>
                      <a:pt x="164" y="1607"/>
                    </a:lnTo>
                    <a:cubicBezTo>
                      <a:pt x="180" y="1688"/>
                      <a:pt x="180" y="1783"/>
                      <a:pt x="193" y="1865"/>
                    </a:cubicBezTo>
                    <a:cubicBezTo>
                      <a:pt x="164" y="1878"/>
                      <a:pt x="138" y="1878"/>
                      <a:pt x="112" y="1891"/>
                    </a:cubicBezTo>
                    <a:cubicBezTo>
                      <a:pt x="98" y="1904"/>
                      <a:pt x="82" y="1920"/>
                      <a:pt x="82" y="1920"/>
                    </a:cubicBezTo>
                    <a:cubicBezTo>
                      <a:pt x="30" y="1985"/>
                      <a:pt x="1" y="2028"/>
                      <a:pt x="17" y="2109"/>
                    </a:cubicBezTo>
                    <a:cubicBezTo>
                      <a:pt x="30" y="2191"/>
                      <a:pt x="56" y="2286"/>
                      <a:pt x="56" y="2367"/>
                    </a:cubicBezTo>
                    <a:cubicBezTo>
                      <a:pt x="69" y="2531"/>
                      <a:pt x="30" y="2694"/>
                      <a:pt x="1" y="2844"/>
                    </a:cubicBezTo>
                    <a:cubicBezTo>
                      <a:pt x="43" y="2788"/>
                      <a:pt x="69" y="2736"/>
                      <a:pt x="82" y="2668"/>
                    </a:cubicBezTo>
                    <a:cubicBezTo>
                      <a:pt x="138" y="2462"/>
                      <a:pt x="180" y="2286"/>
                      <a:pt x="112" y="2054"/>
                    </a:cubicBezTo>
                    <a:lnTo>
                      <a:pt x="112" y="2028"/>
                    </a:lnTo>
                    <a:cubicBezTo>
                      <a:pt x="112" y="1985"/>
                      <a:pt x="151" y="1972"/>
                      <a:pt x="180" y="1959"/>
                    </a:cubicBezTo>
                    <a:cubicBezTo>
                      <a:pt x="219" y="1920"/>
                      <a:pt x="232" y="1839"/>
                      <a:pt x="245" y="1770"/>
                    </a:cubicBezTo>
                    <a:cubicBezTo>
                      <a:pt x="245" y="1701"/>
                      <a:pt x="232" y="1620"/>
                      <a:pt x="219" y="1538"/>
                    </a:cubicBezTo>
                    <a:lnTo>
                      <a:pt x="219" y="1512"/>
                    </a:lnTo>
                    <a:lnTo>
                      <a:pt x="232" y="1496"/>
                    </a:lnTo>
                    <a:lnTo>
                      <a:pt x="356" y="1375"/>
                    </a:lnTo>
                    <a:cubicBezTo>
                      <a:pt x="369" y="1362"/>
                      <a:pt x="382" y="1362"/>
                      <a:pt x="382" y="1349"/>
                    </a:cubicBezTo>
                    <a:cubicBezTo>
                      <a:pt x="409" y="1333"/>
                      <a:pt x="425" y="1333"/>
                      <a:pt x="451" y="1320"/>
                    </a:cubicBezTo>
                    <a:cubicBezTo>
                      <a:pt x="464" y="1293"/>
                      <a:pt x="477" y="1267"/>
                      <a:pt x="477" y="1238"/>
                    </a:cubicBezTo>
                    <a:lnTo>
                      <a:pt x="477" y="1104"/>
                    </a:lnTo>
                    <a:cubicBezTo>
                      <a:pt x="477" y="1075"/>
                      <a:pt x="477" y="1036"/>
                      <a:pt x="490" y="1006"/>
                    </a:cubicBezTo>
                    <a:lnTo>
                      <a:pt x="490" y="993"/>
                    </a:lnTo>
                    <a:cubicBezTo>
                      <a:pt x="506" y="980"/>
                      <a:pt x="546" y="967"/>
                      <a:pt x="559" y="967"/>
                    </a:cubicBezTo>
                    <a:cubicBezTo>
                      <a:pt x="572" y="954"/>
                      <a:pt x="670" y="912"/>
                      <a:pt x="670" y="898"/>
                    </a:cubicBezTo>
                    <a:cubicBezTo>
                      <a:pt x="670" y="843"/>
                      <a:pt x="683" y="791"/>
                      <a:pt x="683" y="735"/>
                    </a:cubicBezTo>
                    <a:lnTo>
                      <a:pt x="683" y="709"/>
                    </a:lnTo>
                    <a:cubicBezTo>
                      <a:pt x="696" y="709"/>
                      <a:pt x="696" y="696"/>
                      <a:pt x="696" y="696"/>
                    </a:cubicBezTo>
                    <a:cubicBezTo>
                      <a:pt x="709" y="680"/>
                      <a:pt x="735" y="667"/>
                      <a:pt x="751" y="654"/>
                    </a:cubicBezTo>
                    <a:cubicBezTo>
                      <a:pt x="777" y="628"/>
                      <a:pt x="735" y="559"/>
                      <a:pt x="764" y="533"/>
                    </a:cubicBezTo>
                    <a:cubicBezTo>
                      <a:pt x="764" y="517"/>
                      <a:pt x="777" y="504"/>
                      <a:pt x="790" y="504"/>
                    </a:cubicBezTo>
                    <a:cubicBezTo>
                      <a:pt x="817" y="490"/>
                      <a:pt x="833" y="477"/>
                      <a:pt x="859" y="464"/>
                    </a:cubicBezTo>
                    <a:cubicBezTo>
                      <a:pt x="885" y="435"/>
                      <a:pt x="914" y="422"/>
                      <a:pt x="941" y="396"/>
                    </a:cubicBezTo>
                    <a:cubicBezTo>
                      <a:pt x="954" y="383"/>
                      <a:pt x="980" y="370"/>
                      <a:pt x="1009" y="340"/>
                    </a:cubicBezTo>
                    <a:cubicBezTo>
                      <a:pt x="1022" y="327"/>
                      <a:pt x="1048" y="327"/>
                      <a:pt x="1078" y="327"/>
                    </a:cubicBezTo>
                    <a:cubicBezTo>
                      <a:pt x="1172" y="288"/>
                      <a:pt x="1280" y="259"/>
                      <a:pt x="1362" y="190"/>
                    </a:cubicBezTo>
                    <a:cubicBezTo>
                      <a:pt x="1404" y="151"/>
                      <a:pt x="1443" y="96"/>
                      <a:pt x="1499" y="96"/>
                    </a:cubicBezTo>
                    <a:cubicBezTo>
                      <a:pt x="1593" y="96"/>
                      <a:pt x="1633" y="233"/>
                      <a:pt x="1714" y="233"/>
                    </a:cubicBezTo>
                    <a:cubicBezTo>
                      <a:pt x="1796" y="233"/>
                      <a:pt x="1851" y="109"/>
                      <a:pt x="1933" y="109"/>
                    </a:cubicBezTo>
                    <a:cubicBezTo>
                      <a:pt x="1988" y="109"/>
                      <a:pt x="2028" y="164"/>
                      <a:pt x="2070" y="190"/>
                    </a:cubicBezTo>
                    <a:cubicBezTo>
                      <a:pt x="2104" y="212"/>
                      <a:pt x="2141" y="220"/>
                      <a:pt x="2179" y="220"/>
                    </a:cubicBezTo>
                    <a:cubicBezTo>
                      <a:pt x="2264" y="220"/>
                      <a:pt x="2357" y="182"/>
                      <a:pt x="2449" y="164"/>
                    </a:cubicBezTo>
                    <a:lnTo>
                      <a:pt x="2517" y="164"/>
                    </a:lnTo>
                    <a:cubicBezTo>
                      <a:pt x="2530" y="177"/>
                      <a:pt x="2560" y="190"/>
                      <a:pt x="2573" y="207"/>
                    </a:cubicBezTo>
                    <a:cubicBezTo>
                      <a:pt x="2654" y="287"/>
                      <a:pt x="2744" y="378"/>
                      <a:pt x="2838" y="378"/>
                    </a:cubicBezTo>
                    <a:cubicBezTo>
                      <a:pt x="2854" y="378"/>
                      <a:pt x="2870" y="375"/>
                      <a:pt x="2886" y="370"/>
                    </a:cubicBezTo>
                    <a:cubicBezTo>
                      <a:pt x="2937" y="358"/>
                      <a:pt x="2985" y="326"/>
                      <a:pt x="3030" y="326"/>
                    </a:cubicBezTo>
                    <a:cubicBezTo>
                      <a:pt x="3046" y="326"/>
                      <a:pt x="3061" y="330"/>
                      <a:pt x="3075" y="340"/>
                    </a:cubicBezTo>
                    <a:cubicBezTo>
                      <a:pt x="3088" y="340"/>
                      <a:pt x="3101" y="370"/>
                      <a:pt x="3131" y="383"/>
                    </a:cubicBezTo>
                    <a:cubicBezTo>
                      <a:pt x="3170" y="435"/>
                      <a:pt x="3238" y="490"/>
                      <a:pt x="3320" y="517"/>
                    </a:cubicBezTo>
                    <a:cubicBezTo>
                      <a:pt x="3294" y="598"/>
                      <a:pt x="3307" y="709"/>
                      <a:pt x="3363" y="778"/>
                    </a:cubicBezTo>
                    <a:lnTo>
                      <a:pt x="3363" y="477"/>
                    </a:lnTo>
                    <a:cubicBezTo>
                      <a:pt x="3269" y="375"/>
                      <a:pt x="3156" y="258"/>
                      <a:pt x="3016" y="258"/>
                    </a:cubicBezTo>
                    <a:cubicBezTo>
                      <a:pt x="3008" y="258"/>
                      <a:pt x="3001" y="258"/>
                      <a:pt x="2994" y="259"/>
                    </a:cubicBezTo>
                    <a:cubicBezTo>
                      <a:pt x="2938" y="259"/>
                      <a:pt x="2899" y="288"/>
                      <a:pt x="2844" y="288"/>
                    </a:cubicBezTo>
                    <a:cubicBezTo>
                      <a:pt x="2723" y="272"/>
                      <a:pt x="2641" y="138"/>
                      <a:pt x="2530" y="96"/>
                    </a:cubicBezTo>
                    <a:cubicBezTo>
                      <a:pt x="2508" y="90"/>
                      <a:pt x="2487" y="88"/>
                      <a:pt x="2464" y="88"/>
                    </a:cubicBezTo>
                    <a:cubicBezTo>
                      <a:pt x="2361" y="88"/>
                      <a:pt x="2254" y="136"/>
                      <a:pt x="2154" y="136"/>
                    </a:cubicBezTo>
                    <a:cubicBezTo>
                      <a:pt x="2115" y="136"/>
                      <a:pt x="2077" y="128"/>
                      <a:pt x="2041" y="109"/>
                    </a:cubicBezTo>
                    <a:cubicBezTo>
                      <a:pt x="2001" y="82"/>
                      <a:pt x="1959" y="43"/>
                      <a:pt x="1920" y="43"/>
                    </a:cubicBezTo>
                    <a:cubicBezTo>
                      <a:pt x="1838" y="43"/>
                      <a:pt x="1783" y="138"/>
                      <a:pt x="1714" y="151"/>
                    </a:cubicBezTo>
                    <a:cubicBezTo>
                      <a:pt x="1606" y="151"/>
                      <a:pt x="1567" y="1"/>
                      <a:pt x="1456" y="1"/>
                    </a:cubicBezTo>
                    <a:close/>
                  </a:path>
                </a:pathLst>
              </a:custGeom>
              <a:solidFill>
                <a:srgbClr val="87878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38" name="Google Shape;1338;p34"/>
              <p:cNvSpPr/>
              <p:nvPr/>
            </p:nvSpPr>
            <p:spPr>
              <a:xfrm>
                <a:off x="4868300" y="1559425"/>
                <a:ext cx="38800" cy="73775"/>
              </a:xfrm>
              <a:custGeom>
                <a:rect b="b" l="l" r="r" t="t"/>
                <a:pathLst>
                  <a:path extrusionOk="0" h="2951" w="1552">
                    <a:moveTo>
                      <a:pt x="1551" y="0"/>
                    </a:moveTo>
                    <a:cubicBezTo>
                      <a:pt x="1483" y="108"/>
                      <a:pt x="1320" y="124"/>
                      <a:pt x="1251" y="232"/>
                    </a:cubicBezTo>
                    <a:cubicBezTo>
                      <a:pt x="1238" y="245"/>
                      <a:pt x="1225" y="271"/>
                      <a:pt x="1212" y="300"/>
                    </a:cubicBezTo>
                    <a:cubicBezTo>
                      <a:pt x="1196" y="313"/>
                      <a:pt x="1182" y="326"/>
                      <a:pt x="1156" y="353"/>
                    </a:cubicBezTo>
                    <a:cubicBezTo>
                      <a:pt x="1114" y="382"/>
                      <a:pt x="1088" y="434"/>
                      <a:pt x="1062" y="490"/>
                    </a:cubicBezTo>
                    <a:cubicBezTo>
                      <a:pt x="1062" y="490"/>
                      <a:pt x="1062" y="503"/>
                      <a:pt x="1049" y="516"/>
                    </a:cubicBezTo>
                    <a:lnTo>
                      <a:pt x="1019" y="516"/>
                    </a:lnTo>
                    <a:cubicBezTo>
                      <a:pt x="967" y="516"/>
                      <a:pt x="912" y="516"/>
                      <a:pt x="856" y="532"/>
                    </a:cubicBezTo>
                    <a:cubicBezTo>
                      <a:pt x="830" y="545"/>
                      <a:pt x="804" y="558"/>
                      <a:pt x="774" y="571"/>
                    </a:cubicBezTo>
                    <a:cubicBezTo>
                      <a:pt x="766" y="589"/>
                      <a:pt x="757" y="602"/>
                      <a:pt x="748" y="616"/>
                    </a:cubicBezTo>
                    <a:lnTo>
                      <a:pt x="748" y="616"/>
                    </a:lnTo>
                    <a:cubicBezTo>
                      <a:pt x="773" y="600"/>
                      <a:pt x="806" y="591"/>
                      <a:pt x="843" y="584"/>
                    </a:cubicBezTo>
                    <a:cubicBezTo>
                      <a:pt x="912" y="584"/>
                      <a:pt x="993" y="571"/>
                      <a:pt x="1062" y="558"/>
                    </a:cubicBezTo>
                    <a:cubicBezTo>
                      <a:pt x="1075" y="558"/>
                      <a:pt x="1088" y="545"/>
                      <a:pt x="1101" y="545"/>
                    </a:cubicBezTo>
                    <a:lnTo>
                      <a:pt x="1101" y="516"/>
                    </a:lnTo>
                    <a:cubicBezTo>
                      <a:pt x="1114" y="503"/>
                      <a:pt x="1114" y="490"/>
                      <a:pt x="1130" y="477"/>
                    </a:cubicBezTo>
                    <a:cubicBezTo>
                      <a:pt x="1182" y="408"/>
                      <a:pt x="1251" y="326"/>
                      <a:pt x="1307" y="258"/>
                    </a:cubicBezTo>
                    <a:cubicBezTo>
                      <a:pt x="1320" y="245"/>
                      <a:pt x="1333" y="232"/>
                      <a:pt x="1346" y="219"/>
                    </a:cubicBezTo>
                    <a:lnTo>
                      <a:pt x="1401" y="219"/>
                    </a:lnTo>
                    <a:cubicBezTo>
                      <a:pt x="1427" y="219"/>
                      <a:pt x="1440" y="189"/>
                      <a:pt x="1470" y="163"/>
                    </a:cubicBezTo>
                    <a:cubicBezTo>
                      <a:pt x="1496" y="124"/>
                      <a:pt x="1522" y="69"/>
                      <a:pt x="1551" y="0"/>
                    </a:cubicBezTo>
                    <a:close/>
                    <a:moveTo>
                      <a:pt x="748" y="616"/>
                    </a:moveTo>
                    <a:cubicBezTo>
                      <a:pt x="740" y="622"/>
                      <a:pt x="732" y="629"/>
                      <a:pt x="725" y="638"/>
                    </a:cubicBezTo>
                    <a:lnTo>
                      <a:pt x="725" y="638"/>
                    </a:lnTo>
                    <a:cubicBezTo>
                      <a:pt x="721" y="637"/>
                      <a:pt x="717" y="637"/>
                      <a:pt x="713" y="637"/>
                    </a:cubicBezTo>
                    <a:cubicBezTo>
                      <a:pt x="627" y="637"/>
                      <a:pt x="639" y="783"/>
                      <a:pt x="624" y="859"/>
                    </a:cubicBezTo>
                    <a:cubicBezTo>
                      <a:pt x="624" y="872"/>
                      <a:pt x="611" y="898"/>
                      <a:pt x="611" y="911"/>
                    </a:cubicBezTo>
                    <a:cubicBezTo>
                      <a:pt x="598" y="940"/>
                      <a:pt x="572" y="953"/>
                      <a:pt x="572" y="979"/>
                    </a:cubicBezTo>
                    <a:cubicBezTo>
                      <a:pt x="572" y="1005"/>
                      <a:pt x="585" y="1035"/>
                      <a:pt x="585" y="1061"/>
                    </a:cubicBezTo>
                    <a:cubicBezTo>
                      <a:pt x="585" y="1142"/>
                      <a:pt x="517" y="1211"/>
                      <a:pt x="517" y="1293"/>
                    </a:cubicBezTo>
                    <a:lnTo>
                      <a:pt x="517" y="1319"/>
                    </a:lnTo>
                    <a:cubicBezTo>
                      <a:pt x="504" y="1319"/>
                      <a:pt x="504" y="1332"/>
                      <a:pt x="491" y="1332"/>
                    </a:cubicBezTo>
                    <a:cubicBezTo>
                      <a:pt x="461" y="1332"/>
                      <a:pt x="435" y="1348"/>
                      <a:pt x="396" y="1361"/>
                    </a:cubicBezTo>
                    <a:cubicBezTo>
                      <a:pt x="380" y="1413"/>
                      <a:pt x="340" y="1469"/>
                      <a:pt x="314" y="1511"/>
                    </a:cubicBezTo>
                    <a:cubicBezTo>
                      <a:pt x="285" y="1537"/>
                      <a:pt x="246" y="1577"/>
                      <a:pt x="233" y="1619"/>
                    </a:cubicBezTo>
                    <a:lnTo>
                      <a:pt x="233" y="1701"/>
                    </a:lnTo>
                    <a:cubicBezTo>
                      <a:pt x="216" y="1769"/>
                      <a:pt x="216" y="1821"/>
                      <a:pt x="216" y="1890"/>
                    </a:cubicBezTo>
                    <a:cubicBezTo>
                      <a:pt x="216" y="1919"/>
                      <a:pt x="216" y="1932"/>
                      <a:pt x="203" y="1945"/>
                    </a:cubicBezTo>
                    <a:cubicBezTo>
                      <a:pt x="190" y="1945"/>
                      <a:pt x="177" y="1945"/>
                      <a:pt x="164" y="1959"/>
                    </a:cubicBezTo>
                    <a:cubicBezTo>
                      <a:pt x="122" y="1972"/>
                      <a:pt x="96" y="2014"/>
                      <a:pt x="83" y="2053"/>
                    </a:cubicBezTo>
                    <a:cubicBezTo>
                      <a:pt x="69" y="2122"/>
                      <a:pt x="40" y="2190"/>
                      <a:pt x="27" y="2259"/>
                    </a:cubicBezTo>
                    <a:cubicBezTo>
                      <a:pt x="1" y="2327"/>
                      <a:pt x="1" y="2340"/>
                      <a:pt x="27" y="2393"/>
                    </a:cubicBezTo>
                    <a:cubicBezTo>
                      <a:pt x="122" y="2572"/>
                      <a:pt x="96" y="2761"/>
                      <a:pt x="83" y="2951"/>
                    </a:cubicBezTo>
                    <a:cubicBezTo>
                      <a:pt x="122" y="2951"/>
                      <a:pt x="151" y="2912"/>
                      <a:pt x="164" y="2869"/>
                    </a:cubicBezTo>
                    <a:cubicBezTo>
                      <a:pt x="164" y="2830"/>
                      <a:pt x="151" y="2788"/>
                      <a:pt x="151" y="2748"/>
                    </a:cubicBezTo>
                    <a:cubicBezTo>
                      <a:pt x="109" y="2598"/>
                      <a:pt x="83" y="2448"/>
                      <a:pt x="83" y="2298"/>
                    </a:cubicBezTo>
                    <a:cubicBezTo>
                      <a:pt x="83" y="2229"/>
                      <a:pt x="109" y="2148"/>
                      <a:pt x="135" y="2083"/>
                    </a:cubicBezTo>
                    <a:lnTo>
                      <a:pt x="135" y="2053"/>
                    </a:lnTo>
                    <a:lnTo>
                      <a:pt x="259" y="2053"/>
                    </a:lnTo>
                    <a:cubicBezTo>
                      <a:pt x="259" y="2053"/>
                      <a:pt x="285" y="1903"/>
                      <a:pt x="285" y="1890"/>
                    </a:cubicBezTo>
                    <a:cubicBezTo>
                      <a:pt x="298" y="1821"/>
                      <a:pt x="298" y="1795"/>
                      <a:pt x="298" y="1740"/>
                    </a:cubicBezTo>
                    <a:cubicBezTo>
                      <a:pt x="285" y="1658"/>
                      <a:pt x="298" y="1551"/>
                      <a:pt x="366" y="1511"/>
                    </a:cubicBezTo>
                    <a:cubicBezTo>
                      <a:pt x="409" y="1469"/>
                      <a:pt x="477" y="1469"/>
                      <a:pt x="517" y="1430"/>
                    </a:cubicBezTo>
                    <a:cubicBezTo>
                      <a:pt x="559" y="1387"/>
                      <a:pt x="598" y="1319"/>
                      <a:pt x="611" y="1250"/>
                    </a:cubicBezTo>
                    <a:cubicBezTo>
                      <a:pt x="624" y="1211"/>
                      <a:pt x="611" y="1142"/>
                      <a:pt x="611" y="1103"/>
                    </a:cubicBezTo>
                    <a:cubicBezTo>
                      <a:pt x="624" y="1074"/>
                      <a:pt x="624" y="1035"/>
                      <a:pt x="641" y="1005"/>
                    </a:cubicBezTo>
                    <a:cubicBezTo>
                      <a:pt x="654" y="979"/>
                      <a:pt x="680" y="940"/>
                      <a:pt x="706" y="924"/>
                    </a:cubicBezTo>
                    <a:cubicBezTo>
                      <a:pt x="706" y="842"/>
                      <a:pt x="693" y="761"/>
                      <a:pt x="706" y="679"/>
                    </a:cubicBezTo>
                    <a:cubicBezTo>
                      <a:pt x="710" y="662"/>
                      <a:pt x="717" y="649"/>
                      <a:pt x="725" y="638"/>
                    </a:cubicBezTo>
                    <a:lnTo>
                      <a:pt x="725" y="638"/>
                    </a:lnTo>
                    <a:cubicBezTo>
                      <a:pt x="728" y="638"/>
                      <a:pt x="732" y="639"/>
                      <a:pt x="735" y="640"/>
                    </a:cubicBezTo>
                    <a:cubicBezTo>
                      <a:pt x="740" y="631"/>
                      <a:pt x="744" y="623"/>
                      <a:pt x="748" y="616"/>
                    </a:cubicBezTo>
                    <a:close/>
                  </a:path>
                </a:pathLst>
              </a:custGeom>
              <a:solidFill>
                <a:srgbClr val="87878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39" name="Google Shape;1339;p34"/>
              <p:cNvSpPr/>
              <p:nvPr/>
            </p:nvSpPr>
            <p:spPr>
              <a:xfrm>
                <a:off x="4856400" y="1595800"/>
                <a:ext cx="18375" cy="6800"/>
              </a:xfrm>
              <a:custGeom>
                <a:rect b="b" l="l" r="r" t="t"/>
                <a:pathLst>
                  <a:path extrusionOk="0" h="272" w="735">
                    <a:moveTo>
                      <a:pt x="164" y="1"/>
                    </a:moveTo>
                    <a:cubicBezTo>
                      <a:pt x="164" y="27"/>
                      <a:pt x="164" y="69"/>
                      <a:pt x="151" y="96"/>
                    </a:cubicBezTo>
                    <a:cubicBezTo>
                      <a:pt x="127" y="85"/>
                      <a:pt x="62" y="48"/>
                      <a:pt x="24" y="48"/>
                    </a:cubicBezTo>
                    <a:cubicBezTo>
                      <a:pt x="14" y="48"/>
                      <a:pt x="6" y="50"/>
                      <a:pt x="0" y="56"/>
                    </a:cubicBezTo>
                    <a:cubicBezTo>
                      <a:pt x="40" y="96"/>
                      <a:pt x="108" y="122"/>
                      <a:pt x="151" y="151"/>
                    </a:cubicBezTo>
                    <a:cubicBezTo>
                      <a:pt x="177" y="164"/>
                      <a:pt x="219" y="190"/>
                      <a:pt x="245" y="203"/>
                    </a:cubicBezTo>
                    <a:cubicBezTo>
                      <a:pt x="258" y="203"/>
                      <a:pt x="314" y="233"/>
                      <a:pt x="327" y="246"/>
                    </a:cubicBezTo>
                    <a:cubicBezTo>
                      <a:pt x="284" y="177"/>
                      <a:pt x="245" y="122"/>
                      <a:pt x="203" y="56"/>
                    </a:cubicBezTo>
                    <a:lnTo>
                      <a:pt x="203" y="56"/>
                    </a:lnTo>
                    <a:cubicBezTo>
                      <a:pt x="253" y="72"/>
                      <a:pt x="310" y="84"/>
                      <a:pt x="365" y="84"/>
                    </a:cubicBezTo>
                    <a:cubicBezTo>
                      <a:pt x="399" y="84"/>
                      <a:pt x="433" y="79"/>
                      <a:pt x="464" y="69"/>
                    </a:cubicBezTo>
                    <a:cubicBezTo>
                      <a:pt x="490" y="69"/>
                      <a:pt x="516" y="56"/>
                      <a:pt x="559" y="56"/>
                    </a:cubicBezTo>
                    <a:cubicBezTo>
                      <a:pt x="559" y="56"/>
                      <a:pt x="572" y="56"/>
                      <a:pt x="585" y="69"/>
                    </a:cubicBezTo>
                    <a:cubicBezTo>
                      <a:pt x="598" y="69"/>
                      <a:pt x="598" y="96"/>
                      <a:pt x="611" y="109"/>
                    </a:cubicBezTo>
                    <a:cubicBezTo>
                      <a:pt x="640" y="164"/>
                      <a:pt x="679" y="220"/>
                      <a:pt x="735" y="272"/>
                    </a:cubicBezTo>
                    <a:lnTo>
                      <a:pt x="611" y="27"/>
                    </a:lnTo>
                    <a:cubicBezTo>
                      <a:pt x="611" y="27"/>
                      <a:pt x="598" y="14"/>
                      <a:pt x="598" y="1"/>
                    </a:cubicBezTo>
                    <a:lnTo>
                      <a:pt x="545" y="1"/>
                    </a:lnTo>
                    <a:cubicBezTo>
                      <a:pt x="474" y="8"/>
                      <a:pt x="398" y="16"/>
                      <a:pt x="323" y="16"/>
                    </a:cubicBezTo>
                    <a:cubicBezTo>
                      <a:pt x="269" y="16"/>
                      <a:pt x="215" y="12"/>
                      <a:pt x="164" y="1"/>
                    </a:cubicBezTo>
                    <a:close/>
                  </a:path>
                </a:pathLst>
              </a:custGeom>
              <a:solidFill>
                <a:srgbClr val="87878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40" name="Google Shape;1340;p34"/>
              <p:cNvSpPr/>
              <p:nvPr/>
            </p:nvSpPr>
            <p:spPr>
              <a:xfrm>
                <a:off x="4927150" y="1531175"/>
                <a:ext cx="27525" cy="11625"/>
              </a:xfrm>
              <a:custGeom>
                <a:rect b="b" l="l" r="r" t="t"/>
                <a:pathLst>
                  <a:path extrusionOk="0" h="465" w="1101">
                    <a:moveTo>
                      <a:pt x="203" y="1"/>
                    </a:moveTo>
                    <a:cubicBezTo>
                      <a:pt x="190" y="30"/>
                      <a:pt x="190" y="56"/>
                      <a:pt x="177" y="82"/>
                    </a:cubicBezTo>
                    <a:cubicBezTo>
                      <a:pt x="163" y="82"/>
                      <a:pt x="13" y="43"/>
                      <a:pt x="0" y="43"/>
                    </a:cubicBezTo>
                    <a:lnTo>
                      <a:pt x="0" y="43"/>
                    </a:lnTo>
                    <a:cubicBezTo>
                      <a:pt x="0" y="82"/>
                      <a:pt x="53" y="95"/>
                      <a:pt x="82" y="112"/>
                    </a:cubicBezTo>
                    <a:cubicBezTo>
                      <a:pt x="134" y="138"/>
                      <a:pt x="177" y="151"/>
                      <a:pt x="229" y="164"/>
                    </a:cubicBezTo>
                    <a:lnTo>
                      <a:pt x="229" y="69"/>
                    </a:lnTo>
                    <a:cubicBezTo>
                      <a:pt x="271" y="82"/>
                      <a:pt x="310" y="95"/>
                      <a:pt x="353" y="112"/>
                    </a:cubicBezTo>
                    <a:cubicBezTo>
                      <a:pt x="392" y="112"/>
                      <a:pt x="421" y="125"/>
                      <a:pt x="461" y="138"/>
                    </a:cubicBezTo>
                    <a:cubicBezTo>
                      <a:pt x="529" y="177"/>
                      <a:pt x="585" y="232"/>
                      <a:pt x="637" y="288"/>
                    </a:cubicBezTo>
                    <a:lnTo>
                      <a:pt x="692" y="288"/>
                    </a:lnTo>
                    <a:cubicBezTo>
                      <a:pt x="700" y="285"/>
                      <a:pt x="708" y="284"/>
                      <a:pt x="716" y="284"/>
                    </a:cubicBezTo>
                    <a:cubicBezTo>
                      <a:pt x="749" y="284"/>
                      <a:pt x="779" y="304"/>
                      <a:pt x="800" y="314"/>
                    </a:cubicBezTo>
                    <a:cubicBezTo>
                      <a:pt x="898" y="370"/>
                      <a:pt x="1019" y="396"/>
                      <a:pt x="1100" y="464"/>
                    </a:cubicBezTo>
                    <a:cubicBezTo>
                      <a:pt x="1074" y="409"/>
                      <a:pt x="1006" y="370"/>
                      <a:pt x="950" y="340"/>
                    </a:cubicBezTo>
                    <a:cubicBezTo>
                      <a:pt x="882" y="314"/>
                      <a:pt x="800" y="275"/>
                      <a:pt x="735" y="232"/>
                    </a:cubicBezTo>
                    <a:lnTo>
                      <a:pt x="718" y="232"/>
                    </a:lnTo>
                    <a:cubicBezTo>
                      <a:pt x="701" y="232"/>
                      <a:pt x="689" y="238"/>
                      <a:pt x="676" y="238"/>
                    </a:cubicBezTo>
                    <a:cubicBezTo>
                      <a:pt x="669" y="238"/>
                      <a:pt x="662" y="237"/>
                      <a:pt x="653" y="232"/>
                    </a:cubicBezTo>
                    <a:cubicBezTo>
                      <a:pt x="637" y="232"/>
                      <a:pt x="624" y="206"/>
                      <a:pt x="624" y="193"/>
                    </a:cubicBezTo>
                    <a:cubicBezTo>
                      <a:pt x="598" y="138"/>
                      <a:pt x="542" y="82"/>
                      <a:pt x="490" y="43"/>
                    </a:cubicBezTo>
                    <a:cubicBezTo>
                      <a:pt x="490" y="43"/>
                      <a:pt x="474" y="30"/>
                      <a:pt x="461" y="30"/>
                    </a:cubicBezTo>
                    <a:lnTo>
                      <a:pt x="297" y="30"/>
                    </a:lnTo>
                    <a:cubicBezTo>
                      <a:pt x="258" y="30"/>
                      <a:pt x="216" y="30"/>
                      <a:pt x="203" y="1"/>
                    </a:cubicBezTo>
                    <a:close/>
                  </a:path>
                </a:pathLst>
              </a:custGeom>
              <a:solidFill>
                <a:srgbClr val="87878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41" name="Google Shape;1341;p34"/>
              <p:cNvSpPr/>
              <p:nvPr/>
            </p:nvSpPr>
            <p:spPr>
              <a:xfrm>
                <a:off x="4872400" y="1567900"/>
                <a:ext cx="66275" cy="25250"/>
              </a:xfrm>
              <a:custGeom>
                <a:rect b="b" l="l" r="r" t="t"/>
                <a:pathLst>
                  <a:path extrusionOk="0" h="1010" w="2651">
                    <a:moveTo>
                      <a:pt x="0" y="1"/>
                    </a:moveTo>
                    <a:cubicBezTo>
                      <a:pt x="2" y="5"/>
                      <a:pt x="6" y="9"/>
                      <a:pt x="10" y="12"/>
                    </a:cubicBezTo>
                    <a:lnTo>
                      <a:pt x="10" y="12"/>
                    </a:lnTo>
                    <a:cubicBezTo>
                      <a:pt x="7" y="8"/>
                      <a:pt x="4" y="4"/>
                      <a:pt x="0" y="1"/>
                    </a:cubicBezTo>
                    <a:close/>
                    <a:moveTo>
                      <a:pt x="10" y="12"/>
                    </a:moveTo>
                    <a:cubicBezTo>
                      <a:pt x="58" y="63"/>
                      <a:pt x="98" y="114"/>
                      <a:pt x="150" y="151"/>
                    </a:cubicBezTo>
                    <a:cubicBezTo>
                      <a:pt x="245" y="245"/>
                      <a:pt x="340" y="340"/>
                      <a:pt x="477" y="382"/>
                    </a:cubicBezTo>
                    <a:cubicBezTo>
                      <a:pt x="597" y="422"/>
                      <a:pt x="692" y="395"/>
                      <a:pt x="803" y="464"/>
                    </a:cubicBezTo>
                    <a:cubicBezTo>
                      <a:pt x="855" y="490"/>
                      <a:pt x="898" y="520"/>
                      <a:pt x="937" y="533"/>
                    </a:cubicBezTo>
                    <a:cubicBezTo>
                      <a:pt x="958" y="542"/>
                      <a:pt x="977" y="551"/>
                      <a:pt x="995" y="551"/>
                    </a:cubicBezTo>
                    <a:cubicBezTo>
                      <a:pt x="1003" y="551"/>
                      <a:pt x="1011" y="549"/>
                      <a:pt x="1018" y="546"/>
                    </a:cubicBezTo>
                    <a:cubicBezTo>
                      <a:pt x="1048" y="546"/>
                      <a:pt x="1061" y="520"/>
                      <a:pt x="1087" y="503"/>
                    </a:cubicBezTo>
                    <a:cubicBezTo>
                      <a:pt x="1104" y="495"/>
                      <a:pt x="1122" y="492"/>
                      <a:pt x="1141" y="492"/>
                    </a:cubicBezTo>
                    <a:cubicBezTo>
                      <a:pt x="1183" y="492"/>
                      <a:pt x="1227" y="508"/>
                      <a:pt x="1263" y="520"/>
                    </a:cubicBezTo>
                    <a:cubicBezTo>
                      <a:pt x="1306" y="546"/>
                      <a:pt x="1358" y="559"/>
                      <a:pt x="1413" y="572"/>
                    </a:cubicBezTo>
                    <a:cubicBezTo>
                      <a:pt x="1431" y="572"/>
                      <a:pt x="1450" y="566"/>
                      <a:pt x="1468" y="566"/>
                    </a:cubicBezTo>
                    <a:cubicBezTo>
                      <a:pt x="1477" y="566"/>
                      <a:pt x="1486" y="567"/>
                      <a:pt x="1495" y="572"/>
                    </a:cubicBezTo>
                    <a:cubicBezTo>
                      <a:pt x="1537" y="572"/>
                      <a:pt x="1564" y="601"/>
                      <a:pt x="1590" y="614"/>
                    </a:cubicBezTo>
                    <a:cubicBezTo>
                      <a:pt x="1658" y="653"/>
                      <a:pt x="1740" y="640"/>
                      <a:pt x="1821" y="653"/>
                    </a:cubicBezTo>
                    <a:cubicBezTo>
                      <a:pt x="1890" y="653"/>
                      <a:pt x="1959" y="683"/>
                      <a:pt x="2027" y="709"/>
                    </a:cubicBezTo>
                    <a:cubicBezTo>
                      <a:pt x="2040" y="709"/>
                      <a:pt x="2053" y="709"/>
                      <a:pt x="2053" y="722"/>
                    </a:cubicBezTo>
                    <a:cubicBezTo>
                      <a:pt x="2066" y="735"/>
                      <a:pt x="2066" y="735"/>
                      <a:pt x="2079" y="748"/>
                    </a:cubicBezTo>
                    <a:cubicBezTo>
                      <a:pt x="2109" y="790"/>
                      <a:pt x="2161" y="803"/>
                      <a:pt x="2203" y="817"/>
                    </a:cubicBezTo>
                    <a:cubicBezTo>
                      <a:pt x="2353" y="859"/>
                      <a:pt x="2500" y="928"/>
                      <a:pt x="2651" y="1009"/>
                    </a:cubicBezTo>
                    <a:cubicBezTo>
                      <a:pt x="2556" y="885"/>
                      <a:pt x="2419" y="803"/>
                      <a:pt x="2285" y="764"/>
                    </a:cubicBezTo>
                    <a:cubicBezTo>
                      <a:pt x="2203" y="735"/>
                      <a:pt x="2135" y="735"/>
                      <a:pt x="2079" y="683"/>
                    </a:cubicBezTo>
                    <a:cubicBezTo>
                      <a:pt x="2066" y="666"/>
                      <a:pt x="2053" y="653"/>
                      <a:pt x="2040" y="640"/>
                    </a:cubicBezTo>
                    <a:cubicBezTo>
                      <a:pt x="2011" y="627"/>
                      <a:pt x="1985" y="627"/>
                      <a:pt x="1972" y="627"/>
                    </a:cubicBezTo>
                    <a:cubicBezTo>
                      <a:pt x="1903" y="614"/>
                      <a:pt x="1835" y="601"/>
                      <a:pt x="1753" y="601"/>
                    </a:cubicBezTo>
                    <a:cubicBezTo>
                      <a:pt x="1727" y="585"/>
                      <a:pt x="1684" y="585"/>
                      <a:pt x="1645" y="572"/>
                    </a:cubicBezTo>
                    <a:cubicBezTo>
                      <a:pt x="1598" y="550"/>
                      <a:pt x="1572" y="516"/>
                      <a:pt x="1532" y="516"/>
                    </a:cubicBezTo>
                    <a:cubicBezTo>
                      <a:pt x="1525" y="516"/>
                      <a:pt x="1517" y="517"/>
                      <a:pt x="1508" y="520"/>
                    </a:cubicBezTo>
                    <a:cubicBezTo>
                      <a:pt x="1440" y="520"/>
                      <a:pt x="1413" y="520"/>
                      <a:pt x="1345" y="490"/>
                    </a:cubicBezTo>
                    <a:cubicBezTo>
                      <a:pt x="1276" y="464"/>
                      <a:pt x="1211" y="438"/>
                      <a:pt x="1129" y="422"/>
                    </a:cubicBezTo>
                    <a:cubicBezTo>
                      <a:pt x="1121" y="420"/>
                      <a:pt x="1113" y="419"/>
                      <a:pt x="1105" y="419"/>
                    </a:cubicBezTo>
                    <a:cubicBezTo>
                      <a:pt x="1053" y="419"/>
                      <a:pt x="1025" y="456"/>
                      <a:pt x="979" y="490"/>
                    </a:cubicBezTo>
                    <a:cubicBezTo>
                      <a:pt x="924" y="464"/>
                      <a:pt x="868" y="409"/>
                      <a:pt x="803" y="369"/>
                    </a:cubicBezTo>
                    <a:cubicBezTo>
                      <a:pt x="740" y="327"/>
                      <a:pt x="661" y="309"/>
                      <a:pt x="578" y="309"/>
                    </a:cubicBezTo>
                    <a:cubicBezTo>
                      <a:pt x="553" y="309"/>
                      <a:pt x="528" y="311"/>
                      <a:pt x="503" y="314"/>
                    </a:cubicBezTo>
                    <a:cubicBezTo>
                      <a:pt x="490" y="327"/>
                      <a:pt x="460" y="327"/>
                      <a:pt x="447" y="327"/>
                    </a:cubicBezTo>
                    <a:cubicBezTo>
                      <a:pt x="421" y="327"/>
                      <a:pt x="408" y="314"/>
                      <a:pt x="395" y="301"/>
                    </a:cubicBezTo>
                    <a:cubicBezTo>
                      <a:pt x="313" y="232"/>
                      <a:pt x="232" y="164"/>
                      <a:pt x="150" y="95"/>
                    </a:cubicBezTo>
                    <a:cubicBezTo>
                      <a:pt x="121" y="69"/>
                      <a:pt x="121" y="56"/>
                      <a:pt x="95" y="30"/>
                    </a:cubicBezTo>
                    <a:cubicBezTo>
                      <a:pt x="84" y="16"/>
                      <a:pt x="34" y="25"/>
                      <a:pt x="10" y="12"/>
                    </a:cubicBezTo>
                    <a:close/>
                  </a:path>
                </a:pathLst>
              </a:custGeom>
              <a:solidFill>
                <a:srgbClr val="87878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42" name="Google Shape;1342;p34"/>
              <p:cNvSpPr/>
              <p:nvPr/>
            </p:nvSpPr>
            <p:spPr>
              <a:xfrm>
                <a:off x="4877125" y="1533225"/>
                <a:ext cx="51350" cy="39525"/>
              </a:xfrm>
              <a:custGeom>
                <a:rect b="b" l="l" r="r" t="t"/>
                <a:pathLst>
                  <a:path extrusionOk="0" h="1581" w="2054">
                    <a:moveTo>
                      <a:pt x="2054" y="0"/>
                    </a:moveTo>
                    <a:lnTo>
                      <a:pt x="2040" y="30"/>
                    </a:lnTo>
                    <a:cubicBezTo>
                      <a:pt x="1946" y="30"/>
                      <a:pt x="1890" y="150"/>
                      <a:pt x="1822" y="193"/>
                    </a:cubicBezTo>
                    <a:cubicBezTo>
                      <a:pt x="1727" y="245"/>
                      <a:pt x="1593" y="232"/>
                      <a:pt x="1538" y="314"/>
                    </a:cubicBezTo>
                    <a:cubicBezTo>
                      <a:pt x="1538" y="327"/>
                      <a:pt x="1525" y="356"/>
                      <a:pt x="1525" y="369"/>
                    </a:cubicBezTo>
                    <a:cubicBezTo>
                      <a:pt x="1495" y="395"/>
                      <a:pt x="1456" y="421"/>
                      <a:pt x="1414" y="438"/>
                    </a:cubicBezTo>
                    <a:cubicBezTo>
                      <a:pt x="1332" y="477"/>
                      <a:pt x="1238" y="532"/>
                      <a:pt x="1156" y="585"/>
                    </a:cubicBezTo>
                    <a:cubicBezTo>
                      <a:pt x="1130" y="614"/>
                      <a:pt x="1087" y="640"/>
                      <a:pt x="1061" y="683"/>
                    </a:cubicBezTo>
                    <a:cubicBezTo>
                      <a:pt x="1048" y="709"/>
                      <a:pt x="1048" y="748"/>
                      <a:pt x="1022" y="777"/>
                    </a:cubicBezTo>
                    <a:cubicBezTo>
                      <a:pt x="940" y="940"/>
                      <a:pt x="666" y="927"/>
                      <a:pt x="572" y="1074"/>
                    </a:cubicBezTo>
                    <a:cubicBezTo>
                      <a:pt x="503" y="1172"/>
                      <a:pt x="464" y="1156"/>
                      <a:pt x="369" y="1198"/>
                    </a:cubicBezTo>
                    <a:cubicBezTo>
                      <a:pt x="288" y="1237"/>
                      <a:pt x="219" y="1348"/>
                      <a:pt x="164" y="1417"/>
                    </a:cubicBezTo>
                    <a:cubicBezTo>
                      <a:pt x="130" y="1450"/>
                      <a:pt x="85" y="1486"/>
                      <a:pt x="39" y="1486"/>
                    </a:cubicBezTo>
                    <a:cubicBezTo>
                      <a:pt x="30" y="1486"/>
                      <a:pt x="22" y="1485"/>
                      <a:pt x="13" y="1482"/>
                    </a:cubicBezTo>
                    <a:lnTo>
                      <a:pt x="13" y="1482"/>
                    </a:lnTo>
                    <a:cubicBezTo>
                      <a:pt x="0" y="1512"/>
                      <a:pt x="13" y="1551"/>
                      <a:pt x="43" y="1580"/>
                    </a:cubicBezTo>
                    <a:cubicBezTo>
                      <a:pt x="82" y="1538"/>
                      <a:pt x="124" y="1482"/>
                      <a:pt x="164" y="1443"/>
                    </a:cubicBezTo>
                    <a:cubicBezTo>
                      <a:pt x="219" y="1388"/>
                      <a:pt x="288" y="1335"/>
                      <a:pt x="353" y="1293"/>
                    </a:cubicBezTo>
                    <a:cubicBezTo>
                      <a:pt x="421" y="1237"/>
                      <a:pt x="503" y="1185"/>
                      <a:pt x="585" y="1156"/>
                    </a:cubicBezTo>
                    <a:cubicBezTo>
                      <a:pt x="653" y="1130"/>
                      <a:pt x="748" y="1117"/>
                      <a:pt x="790" y="1048"/>
                    </a:cubicBezTo>
                    <a:cubicBezTo>
                      <a:pt x="803" y="1022"/>
                      <a:pt x="803" y="993"/>
                      <a:pt x="816" y="966"/>
                    </a:cubicBezTo>
                    <a:cubicBezTo>
                      <a:pt x="843" y="953"/>
                      <a:pt x="872" y="940"/>
                      <a:pt x="898" y="927"/>
                    </a:cubicBezTo>
                    <a:cubicBezTo>
                      <a:pt x="993" y="898"/>
                      <a:pt x="1074" y="872"/>
                      <a:pt x="1169" y="846"/>
                    </a:cubicBezTo>
                    <a:cubicBezTo>
                      <a:pt x="1156" y="777"/>
                      <a:pt x="1156" y="696"/>
                      <a:pt x="1198" y="640"/>
                    </a:cubicBezTo>
                    <a:cubicBezTo>
                      <a:pt x="1211" y="627"/>
                      <a:pt x="1238" y="614"/>
                      <a:pt x="1251" y="601"/>
                    </a:cubicBezTo>
                    <a:cubicBezTo>
                      <a:pt x="1348" y="545"/>
                      <a:pt x="1430" y="490"/>
                      <a:pt x="1512" y="438"/>
                    </a:cubicBezTo>
                    <a:cubicBezTo>
                      <a:pt x="1564" y="408"/>
                      <a:pt x="1606" y="382"/>
                      <a:pt x="1632" y="327"/>
                    </a:cubicBezTo>
                    <a:cubicBezTo>
                      <a:pt x="1632" y="314"/>
                      <a:pt x="1646" y="301"/>
                      <a:pt x="1646" y="288"/>
                    </a:cubicBezTo>
                    <a:cubicBezTo>
                      <a:pt x="1659" y="275"/>
                      <a:pt x="1688" y="275"/>
                      <a:pt x="1701" y="258"/>
                    </a:cubicBezTo>
                    <a:cubicBezTo>
                      <a:pt x="1770" y="245"/>
                      <a:pt x="1851" y="232"/>
                      <a:pt x="1920" y="193"/>
                    </a:cubicBezTo>
                    <a:cubicBezTo>
                      <a:pt x="2001" y="150"/>
                      <a:pt x="2054" y="82"/>
                      <a:pt x="2054" y="0"/>
                    </a:cubicBezTo>
                    <a:close/>
                  </a:path>
                </a:pathLst>
              </a:custGeom>
              <a:solidFill>
                <a:srgbClr val="87878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43" name="Google Shape;1343;p34"/>
              <p:cNvSpPr/>
              <p:nvPr/>
            </p:nvSpPr>
            <p:spPr>
              <a:xfrm>
                <a:off x="4865525" y="1597200"/>
                <a:ext cx="65000" cy="28325"/>
              </a:xfrm>
              <a:custGeom>
                <a:rect b="b" l="l" r="r" t="t"/>
                <a:pathLst>
                  <a:path extrusionOk="0" h="1133" w="2600">
                    <a:moveTo>
                      <a:pt x="2543" y="190"/>
                    </a:moveTo>
                    <a:cubicBezTo>
                      <a:pt x="2562" y="195"/>
                      <a:pt x="2580" y="199"/>
                      <a:pt x="2599" y="203"/>
                    </a:cubicBezTo>
                    <a:cubicBezTo>
                      <a:pt x="2581" y="198"/>
                      <a:pt x="2562" y="193"/>
                      <a:pt x="2543" y="190"/>
                    </a:cubicBezTo>
                    <a:close/>
                    <a:moveTo>
                      <a:pt x="872" y="0"/>
                    </a:moveTo>
                    <a:cubicBezTo>
                      <a:pt x="941" y="108"/>
                      <a:pt x="1010" y="190"/>
                      <a:pt x="1104" y="271"/>
                    </a:cubicBezTo>
                    <a:cubicBezTo>
                      <a:pt x="1036" y="327"/>
                      <a:pt x="941" y="340"/>
                      <a:pt x="859" y="340"/>
                    </a:cubicBezTo>
                    <a:cubicBezTo>
                      <a:pt x="833" y="392"/>
                      <a:pt x="804" y="434"/>
                      <a:pt x="804" y="490"/>
                    </a:cubicBezTo>
                    <a:cubicBezTo>
                      <a:pt x="791" y="516"/>
                      <a:pt x="791" y="555"/>
                      <a:pt x="791" y="585"/>
                    </a:cubicBezTo>
                    <a:cubicBezTo>
                      <a:pt x="765" y="666"/>
                      <a:pt x="709" y="718"/>
                      <a:pt x="641" y="761"/>
                    </a:cubicBezTo>
                    <a:cubicBezTo>
                      <a:pt x="572" y="816"/>
                      <a:pt x="507" y="842"/>
                      <a:pt x="425" y="869"/>
                    </a:cubicBezTo>
                    <a:cubicBezTo>
                      <a:pt x="275" y="937"/>
                      <a:pt x="138" y="1032"/>
                      <a:pt x="1" y="1126"/>
                    </a:cubicBezTo>
                    <a:cubicBezTo>
                      <a:pt x="20" y="1131"/>
                      <a:pt x="40" y="1133"/>
                      <a:pt x="60" y="1133"/>
                    </a:cubicBezTo>
                    <a:cubicBezTo>
                      <a:pt x="180" y="1133"/>
                      <a:pt x="303" y="1061"/>
                      <a:pt x="396" y="980"/>
                    </a:cubicBezTo>
                    <a:cubicBezTo>
                      <a:pt x="477" y="924"/>
                      <a:pt x="559" y="869"/>
                      <a:pt x="654" y="856"/>
                    </a:cubicBezTo>
                    <a:cubicBezTo>
                      <a:pt x="683" y="856"/>
                      <a:pt x="722" y="856"/>
                      <a:pt x="752" y="842"/>
                    </a:cubicBezTo>
                    <a:cubicBezTo>
                      <a:pt x="791" y="829"/>
                      <a:pt x="817" y="787"/>
                      <a:pt x="833" y="761"/>
                    </a:cubicBezTo>
                    <a:cubicBezTo>
                      <a:pt x="872" y="705"/>
                      <a:pt x="915" y="666"/>
                      <a:pt x="915" y="598"/>
                    </a:cubicBezTo>
                    <a:cubicBezTo>
                      <a:pt x="915" y="555"/>
                      <a:pt x="885" y="503"/>
                      <a:pt x="899" y="448"/>
                    </a:cubicBezTo>
                    <a:cubicBezTo>
                      <a:pt x="928" y="392"/>
                      <a:pt x="996" y="379"/>
                      <a:pt x="1049" y="379"/>
                    </a:cubicBezTo>
                    <a:cubicBezTo>
                      <a:pt x="1104" y="366"/>
                      <a:pt x="1160" y="366"/>
                      <a:pt x="1212" y="366"/>
                    </a:cubicBezTo>
                    <a:cubicBezTo>
                      <a:pt x="1231" y="366"/>
                      <a:pt x="1244" y="360"/>
                      <a:pt x="1254" y="360"/>
                    </a:cubicBezTo>
                    <a:cubicBezTo>
                      <a:pt x="1259" y="360"/>
                      <a:pt x="1263" y="362"/>
                      <a:pt x="1267" y="366"/>
                    </a:cubicBezTo>
                    <a:cubicBezTo>
                      <a:pt x="1293" y="379"/>
                      <a:pt x="1293" y="434"/>
                      <a:pt x="1336" y="448"/>
                    </a:cubicBezTo>
                    <a:cubicBezTo>
                      <a:pt x="1340" y="449"/>
                      <a:pt x="1344" y="450"/>
                      <a:pt x="1348" y="450"/>
                    </a:cubicBezTo>
                    <a:cubicBezTo>
                      <a:pt x="1377" y="450"/>
                      <a:pt x="1423" y="420"/>
                      <a:pt x="1457" y="408"/>
                    </a:cubicBezTo>
                    <a:cubicBezTo>
                      <a:pt x="1476" y="408"/>
                      <a:pt x="1615" y="395"/>
                      <a:pt x="1705" y="395"/>
                    </a:cubicBezTo>
                    <a:cubicBezTo>
                      <a:pt x="1750" y="395"/>
                      <a:pt x="1783" y="399"/>
                      <a:pt x="1783" y="408"/>
                    </a:cubicBezTo>
                    <a:lnTo>
                      <a:pt x="1783" y="340"/>
                    </a:lnTo>
                    <a:cubicBezTo>
                      <a:pt x="1920" y="297"/>
                      <a:pt x="2070" y="297"/>
                      <a:pt x="2204" y="297"/>
                    </a:cubicBezTo>
                    <a:cubicBezTo>
                      <a:pt x="2191" y="271"/>
                      <a:pt x="2191" y="229"/>
                      <a:pt x="2220" y="216"/>
                    </a:cubicBezTo>
                    <a:cubicBezTo>
                      <a:pt x="2247" y="190"/>
                      <a:pt x="2286" y="190"/>
                      <a:pt x="2315" y="190"/>
                    </a:cubicBezTo>
                    <a:cubicBezTo>
                      <a:pt x="2354" y="184"/>
                      <a:pt x="2394" y="181"/>
                      <a:pt x="2433" y="181"/>
                    </a:cubicBezTo>
                    <a:cubicBezTo>
                      <a:pt x="2470" y="181"/>
                      <a:pt x="2507" y="184"/>
                      <a:pt x="2543" y="190"/>
                    </a:cubicBezTo>
                    <a:lnTo>
                      <a:pt x="2543" y="190"/>
                    </a:lnTo>
                    <a:cubicBezTo>
                      <a:pt x="2444" y="167"/>
                      <a:pt x="2351" y="141"/>
                      <a:pt x="2260" y="108"/>
                    </a:cubicBezTo>
                    <a:cubicBezTo>
                      <a:pt x="2247" y="108"/>
                      <a:pt x="2220" y="108"/>
                      <a:pt x="2204" y="121"/>
                    </a:cubicBezTo>
                    <a:cubicBezTo>
                      <a:pt x="2191" y="134"/>
                      <a:pt x="2191" y="164"/>
                      <a:pt x="2178" y="177"/>
                    </a:cubicBezTo>
                    <a:cubicBezTo>
                      <a:pt x="2165" y="190"/>
                      <a:pt x="2152" y="190"/>
                      <a:pt x="2139" y="203"/>
                    </a:cubicBezTo>
                    <a:cubicBezTo>
                      <a:pt x="2041" y="229"/>
                      <a:pt x="1933" y="245"/>
                      <a:pt x="1839" y="245"/>
                    </a:cubicBezTo>
                    <a:cubicBezTo>
                      <a:pt x="1812" y="245"/>
                      <a:pt x="1796" y="245"/>
                      <a:pt x="1770" y="258"/>
                    </a:cubicBezTo>
                    <a:cubicBezTo>
                      <a:pt x="1757" y="258"/>
                      <a:pt x="1744" y="271"/>
                      <a:pt x="1731" y="284"/>
                    </a:cubicBezTo>
                    <a:cubicBezTo>
                      <a:pt x="1672" y="325"/>
                      <a:pt x="1610" y="337"/>
                      <a:pt x="1546" y="337"/>
                    </a:cubicBezTo>
                    <a:cubicBezTo>
                      <a:pt x="1504" y="337"/>
                      <a:pt x="1461" y="332"/>
                      <a:pt x="1418" y="327"/>
                    </a:cubicBezTo>
                    <a:cubicBezTo>
                      <a:pt x="1375" y="327"/>
                      <a:pt x="1336" y="310"/>
                      <a:pt x="1293" y="297"/>
                    </a:cubicBezTo>
                    <a:lnTo>
                      <a:pt x="1241" y="245"/>
                    </a:lnTo>
                    <a:cubicBezTo>
                      <a:pt x="1212" y="216"/>
                      <a:pt x="1173" y="203"/>
                      <a:pt x="1130" y="190"/>
                    </a:cubicBezTo>
                    <a:cubicBezTo>
                      <a:pt x="1036" y="147"/>
                      <a:pt x="941" y="82"/>
                      <a:pt x="872" y="0"/>
                    </a:cubicBezTo>
                    <a:close/>
                  </a:path>
                </a:pathLst>
              </a:custGeom>
              <a:solidFill>
                <a:srgbClr val="87878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44" name="Google Shape;1344;p34"/>
              <p:cNvSpPr/>
              <p:nvPr/>
            </p:nvSpPr>
            <p:spPr>
              <a:xfrm>
                <a:off x="4938000" y="1580900"/>
                <a:ext cx="12600" cy="13650"/>
              </a:xfrm>
              <a:custGeom>
                <a:rect b="b" l="l" r="r" t="t"/>
                <a:pathLst>
                  <a:path extrusionOk="0" h="546" w="504">
                    <a:moveTo>
                      <a:pt x="377" y="43"/>
                    </a:moveTo>
                    <a:cubicBezTo>
                      <a:pt x="404" y="43"/>
                      <a:pt x="434" y="52"/>
                      <a:pt x="464" y="54"/>
                    </a:cubicBezTo>
                    <a:lnTo>
                      <a:pt x="464" y="54"/>
                    </a:lnTo>
                    <a:cubicBezTo>
                      <a:pt x="464" y="67"/>
                      <a:pt x="463" y="82"/>
                      <a:pt x="448" y="94"/>
                    </a:cubicBezTo>
                    <a:lnTo>
                      <a:pt x="448" y="189"/>
                    </a:lnTo>
                    <a:cubicBezTo>
                      <a:pt x="435" y="215"/>
                      <a:pt x="408" y="228"/>
                      <a:pt x="395" y="257"/>
                    </a:cubicBezTo>
                    <a:cubicBezTo>
                      <a:pt x="382" y="283"/>
                      <a:pt x="395" y="310"/>
                      <a:pt x="395" y="339"/>
                    </a:cubicBezTo>
                    <a:cubicBezTo>
                      <a:pt x="353" y="339"/>
                      <a:pt x="327" y="352"/>
                      <a:pt x="301" y="365"/>
                    </a:cubicBezTo>
                    <a:cubicBezTo>
                      <a:pt x="258" y="391"/>
                      <a:pt x="245" y="434"/>
                      <a:pt x="258" y="460"/>
                    </a:cubicBezTo>
                    <a:cubicBezTo>
                      <a:pt x="190" y="460"/>
                      <a:pt x="137" y="460"/>
                      <a:pt x="69" y="473"/>
                    </a:cubicBezTo>
                    <a:cubicBezTo>
                      <a:pt x="95" y="460"/>
                      <a:pt x="108" y="421"/>
                      <a:pt x="95" y="378"/>
                    </a:cubicBezTo>
                    <a:cubicBezTo>
                      <a:pt x="95" y="352"/>
                      <a:pt x="69" y="339"/>
                      <a:pt x="69" y="310"/>
                    </a:cubicBezTo>
                    <a:cubicBezTo>
                      <a:pt x="82" y="270"/>
                      <a:pt x="121" y="257"/>
                      <a:pt x="137" y="228"/>
                    </a:cubicBezTo>
                    <a:lnTo>
                      <a:pt x="137" y="202"/>
                    </a:lnTo>
                    <a:cubicBezTo>
                      <a:pt x="137" y="189"/>
                      <a:pt x="151" y="176"/>
                      <a:pt x="151" y="176"/>
                    </a:cubicBezTo>
                    <a:cubicBezTo>
                      <a:pt x="177" y="146"/>
                      <a:pt x="203" y="133"/>
                      <a:pt x="245" y="120"/>
                    </a:cubicBezTo>
                    <a:cubicBezTo>
                      <a:pt x="271" y="107"/>
                      <a:pt x="284" y="107"/>
                      <a:pt x="314" y="81"/>
                    </a:cubicBezTo>
                    <a:cubicBezTo>
                      <a:pt x="327" y="81"/>
                      <a:pt x="327" y="65"/>
                      <a:pt x="340" y="52"/>
                    </a:cubicBezTo>
                    <a:cubicBezTo>
                      <a:pt x="351" y="45"/>
                      <a:pt x="364" y="43"/>
                      <a:pt x="377" y="43"/>
                    </a:cubicBezTo>
                    <a:close/>
                    <a:moveTo>
                      <a:pt x="384" y="1"/>
                    </a:moveTo>
                    <a:cubicBezTo>
                      <a:pt x="366" y="1"/>
                      <a:pt x="346" y="4"/>
                      <a:pt x="327" y="13"/>
                    </a:cubicBezTo>
                    <a:cubicBezTo>
                      <a:pt x="284" y="26"/>
                      <a:pt x="258" y="52"/>
                      <a:pt x="219" y="81"/>
                    </a:cubicBezTo>
                    <a:cubicBezTo>
                      <a:pt x="190" y="94"/>
                      <a:pt x="151" y="107"/>
                      <a:pt x="121" y="133"/>
                    </a:cubicBezTo>
                    <a:cubicBezTo>
                      <a:pt x="82" y="163"/>
                      <a:pt x="56" y="215"/>
                      <a:pt x="27" y="270"/>
                    </a:cubicBezTo>
                    <a:cubicBezTo>
                      <a:pt x="0" y="310"/>
                      <a:pt x="13" y="326"/>
                      <a:pt x="13" y="365"/>
                    </a:cubicBezTo>
                    <a:cubicBezTo>
                      <a:pt x="27" y="421"/>
                      <a:pt x="0" y="473"/>
                      <a:pt x="0" y="528"/>
                    </a:cubicBezTo>
                    <a:cubicBezTo>
                      <a:pt x="27" y="528"/>
                      <a:pt x="54" y="522"/>
                      <a:pt x="81" y="522"/>
                    </a:cubicBezTo>
                    <a:cubicBezTo>
                      <a:pt x="95" y="522"/>
                      <a:pt x="108" y="524"/>
                      <a:pt x="121" y="528"/>
                    </a:cubicBezTo>
                    <a:cubicBezTo>
                      <a:pt x="145" y="528"/>
                      <a:pt x="174" y="545"/>
                      <a:pt x="207" y="545"/>
                    </a:cubicBezTo>
                    <a:cubicBezTo>
                      <a:pt x="215" y="545"/>
                      <a:pt x="224" y="544"/>
                      <a:pt x="232" y="541"/>
                    </a:cubicBezTo>
                    <a:cubicBezTo>
                      <a:pt x="258" y="541"/>
                      <a:pt x="271" y="515"/>
                      <a:pt x="284" y="502"/>
                    </a:cubicBezTo>
                    <a:cubicBezTo>
                      <a:pt x="327" y="447"/>
                      <a:pt x="382" y="408"/>
                      <a:pt x="435" y="391"/>
                    </a:cubicBezTo>
                    <a:cubicBezTo>
                      <a:pt x="448" y="391"/>
                      <a:pt x="464" y="391"/>
                      <a:pt x="464" y="378"/>
                    </a:cubicBezTo>
                    <a:cubicBezTo>
                      <a:pt x="477" y="365"/>
                      <a:pt x="464" y="310"/>
                      <a:pt x="464" y="297"/>
                    </a:cubicBezTo>
                    <a:cubicBezTo>
                      <a:pt x="464" y="257"/>
                      <a:pt x="477" y="202"/>
                      <a:pt x="490" y="163"/>
                    </a:cubicBezTo>
                    <a:lnTo>
                      <a:pt x="490" y="81"/>
                    </a:lnTo>
                    <a:cubicBezTo>
                      <a:pt x="490" y="72"/>
                      <a:pt x="489" y="63"/>
                      <a:pt x="486" y="54"/>
                    </a:cubicBezTo>
                    <a:lnTo>
                      <a:pt x="486" y="54"/>
                    </a:lnTo>
                    <a:cubicBezTo>
                      <a:pt x="492" y="54"/>
                      <a:pt x="497" y="53"/>
                      <a:pt x="503" y="52"/>
                    </a:cubicBezTo>
                    <a:cubicBezTo>
                      <a:pt x="492" y="41"/>
                      <a:pt x="478" y="30"/>
                      <a:pt x="463" y="22"/>
                    </a:cubicBezTo>
                    <a:lnTo>
                      <a:pt x="463" y="22"/>
                    </a:lnTo>
                    <a:cubicBezTo>
                      <a:pt x="459" y="18"/>
                      <a:pt x="453" y="15"/>
                      <a:pt x="448" y="13"/>
                    </a:cubicBezTo>
                    <a:lnTo>
                      <a:pt x="448" y="13"/>
                    </a:lnTo>
                    <a:cubicBezTo>
                      <a:pt x="449" y="14"/>
                      <a:pt x="450" y="15"/>
                      <a:pt x="451" y="16"/>
                    </a:cubicBezTo>
                    <a:lnTo>
                      <a:pt x="451" y="16"/>
                    </a:lnTo>
                    <a:cubicBezTo>
                      <a:pt x="431" y="6"/>
                      <a:pt x="408" y="1"/>
                      <a:pt x="384" y="1"/>
                    </a:cubicBezTo>
                    <a:close/>
                  </a:path>
                </a:pathLst>
              </a:custGeom>
              <a:solidFill>
                <a:srgbClr val="87878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45" name="Google Shape;1345;p34"/>
              <p:cNvSpPr/>
              <p:nvPr/>
            </p:nvSpPr>
            <p:spPr>
              <a:xfrm>
                <a:off x="4942075" y="1562100"/>
                <a:ext cx="6150" cy="21175"/>
              </a:xfrm>
              <a:custGeom>
                <a:rect b="b" l="l" r="r" t="t"/>
                <a:pathLst>
                  <a:path extrusionOk="0" h="847" w="246">
                    <a:moveTo>
                      <a:pt x="108" y="1"/>
                    </a:moveTo>
                    <a:cubicBezTo>
                      <a:pt x="95" y="1"/>
                      <a:pt x="56" y="43"/>
                      <a:pt x="56" y="43"/>
                    </a:cubicBezTo>
                    <a:cubicBezTo>
                      <a:pt x="82" y="138"/>
                      <a:pt x="14" y="233"/>
                      <a:pt x="1" y="327"/>
                    </a:cubicBezTo>
                    <a:cubicBezTo>
                      <a:pt x="40" y="327"/>
                      <a:pt x="82" y="344"/>
                      <a:pt x="95" y="383"/>
                    </a:cubicBezTo>
                    <a:cubicBezTo>
                      <a:pt x="108" y="396"/>
                      <a:pt x="108" y="425"/>
                      <a:pt x="108" y="438"/>
                    </a:cubicBezTo>
                    <a:lnTo>
                      <a:pt x="108" y="627"/>
                    </a:lnTo>
                    <a:lnTo>
                      <a:pt x="108" y="683"/>
                    </a:lnTo>
                    <a:lnTo>
                      <a:pt x="108" y="709"/>
                    </a:lnTo>
                    <a:cubicBezTo>
                      <a:pt x="121" y="709"/>
                      <a:pt x="121" y="722"/>
                      <a:pt x="138" y="722"/>
                    </a:cubicBezTo>
                    <a:cubicBezTo>
                      <a:pt x="151" y="735"/>
                      <a:pt x="151" y="735"/>
                      <a:pt x="151" y="752"/>
                    </a:cubicBezTo>
                    <a:cubicBezTo>
                      <a:pt x="164" y="791"/>
                      <a:pt x="177" y="817"/>
                      <a:pt x="190" y="846"/>
                    </a:cubicBezTo>
                    <a:cubicBezTo>
                      <a:pt x="245" y="722"/>
                      <a:pt x="151" y="572"/>
                      <a:pt x="177" y="438"/>
                    </a:cubicBezTo>
                    <a:cubicBezTo>
                      <a:pt x="177" y="425"/>
                      <a:pt x="190" y="396"/>
                      <a:pt x="190" y="370"/>
                    </a:cubicBezTo>
                    <a:cubicBezTo>
                      <a:pt x="190" y="357"/>
                      <a:pt x="177" y="327"/>
                      <a:pt x="164" y="314"/>
                    </a:cubicBezTo>
                    <a:cubicBezTo>
                      <a:pt x="138" y="301"/>
                      <a:pt x="108" y="301"/>
                      <a:pt x="95" y="275"/>
                    </a:cubicBezTo>
                    <a:cubicBezTo>
                      <a:pt x="82" y="262"/>
                      <a:pt x="82" y="262"/>
                      <a:pt x="82" y="246"/>
                    </a:cubicBezTo>
                    <a:cubicBezTo>
                      <a:pt x="82" y="164"/>
                      <a:pt x="95" y="82"/>
                      <a:pt x="108" y="1"/>
                    </a:cubicBezTo>
                    <a:close/>
                  </a:path>
                </a:pathLst>
              </a:custGeom>
              <a:solidFill>
                <a:srgbClr val="87878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46" name="Google Shape;1346;p34"/>
              <p:cNvSpPr/>
              <p:nvPr/>
            </p:nvSpPr>
            <p:spPr>
              <a:xfrm>
                <a:off x="4926400" y="1591475"/>
                <a:ext cx="13325" cy="10050"/>
              </a:xfrm>
              <a:custGeom>
                <a:rect b="b" l="l" r="r" t="t"/>
                <a:pathLst>
                  <a:path extrusionOk="0" h="402" w="533">
                    <a:moveTo>
                      <a:pt x="471" y="1"/>
                    </a:moveTo>
                    <a:cubicBezTo>
                      <a:pt x="451" y="1"/>
                      <a:pt x="430" y="4"/>
                      <a:pt x="409" y="11"/>
                    </a:cubicBezTo>
                    <a:cubicBezTo>
                      <a:pt x="383" y="37"/>
                      <a:pt x="340" y="50"/>
                      <a:pt x="314" y="79"/>
                    </a:cubicBezTo>
                    <a:cubicBezTo>
                      <a:pt x="288" y="105"/>
                      <a:pt x="275" y="118"/>
                      <a:pt x="259" y="148"/>
                    </a:cubicBezTo>
                    <a:lnTo>
                      <a:pt x="259" y="187"/>
                    </a:lnTo>
                    <a:cubicBezTo>
                      <a:pt x="246" y="242"/>
                      <a:pt x="193" y="269"/>
                      <a:pt x="138" y="295"/>
                    </a:cubicBezTo>
                    <a:cubicBezTo>
                      <a:pt x="96" y="311"/>
                      <a:pt x="43" y="324"/>
                      <a:pt x="1" y="376"/>
                    </a:cubicBezTo>
                    <a:lnTo>
                      <a:pt x="1" y="393"/>
                    </a:lnTo>
                    <a:lnTo>
                      <a:pt x="14" y="393"/>
                    </a:lnTo>
                    <a:cubicBezTo>
                      <a:pt x="32" y="399"/>
                      <a:pt x="50" y="402"/>
                      <a:pt x="67" y="402"/>
                    </a:cubicBezTo>
                    <a:cubicBezTo>
                      <a:pt x="155" y="402"/>
                      <a:pt x="233" y="326"/>
                      <a:pt x="301" y="269"/>
                    </a:cubicBezTo>
                    <a:cubicBezTo>
                      <a:pt x="288" y="242"/>
                      <a:pt x="288" y="213"/>
                      <a:pt x="301" y="187"/>
                    </a:cubicBezTo>
                    <a:cubicBezTo>
                      <a:pt x="314" y="161"/>
                      <a:pt x="340" y="131"/>
                      <a:pt x="370" y="105"/>
                    </a:cubicBezTo>
                    <a:cubicBezTo>
                      <a:pt x="409" y="66"/>
                      <a:pt x="477" y="37"/>
                      <a:pt x="533" y="11"/>
                    </a:cubicBezTo>
                    <a:cubicBezTo>
                      <a:pt x="512" y="4"/>
                      <a:pt x="491" y="1"/>
                      <a:pt x="471" y="1"/>
                    </a:cubicBezTo>
                    <a:close/>
                  </a:path>
                </a:pathLst>
              </a:custGeom>
              <a:solidFill>
                <a:srgbClr val="87878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47" name="Google Shape;1347;p34"/>
              <p:cNvSpPr/>
              <p:nvPr/>
            </p:nvSpPr>
            <p:spPr>
              <a:xfrm>
                <a:off x="4896875" y="1548550"/>
                <a:ext cx="45875" cy="37075"/>
              </a:xfrm>
              <a:custGeom>
                <a:rect b="b" l="l" r="r" t="t"/>
                <a:pathLst>
                  <a:path extrusionOk="0" h="1483" w="1835">
                    <a:moveTo>
                      <a:pt x="0" y="1"/>
                    </a:moveTo>
                    <a:lnTo>
                      <a:pt x="0" y="1"/>
                    </a:lnTo>
                    <a:cubicBezTo>
                      <a:pt x="39" y="83"/>
                      <a:pt x="164" y="109"/>
                      <a:pt x="216" y="177"/>
                    </a:cubicBezTo>
                    <a:cubicBezTo>
                      <a:pt x="232" y="203"/>
                      <a:pt x="245" y="216"/>
                      <a:pt x="245" y="246"/>
                    </a:cubicBezTo>
                    <a:lnTo>
                      <a:pt x="245" y="298"/>
                    </a:lnTo>
                    <a:cubicBezTo>
                      <a:pt x="245" y="340"/>
                      <a:pt x="271" y="380"/>
                      <a:pt x="297" y="422"/>
                    </a:cubicBezTo>
                    <a:cubicBezTo>
                      <a:pt x="314" y="448"/>
                      <a:pt x="327" y="461"/>
                      <a:pt x="353" y="478"/>
                    </a:cubicBezTo>
                    <a:lnTo>
                      <a:pt x="408" y="478"/>
                    </a:lnTo>
                    <a:cubicBezTo>
                      <a:pt x="434" y="491"/>
                      <a:pt x="461" y="530"/>
                      <a:pt x="461" y="572"/>
                    </a:cubicBezTo>
                    <a:cubicBezTo>
                      <a:pt x="490" y="624"/>
                      <a:pt x="503" y="680"/>
                      <a:pt x="490" y="735"/>
                    </a:cubicBezTo>
                    <a:lnTo>
                      <a:pt x="490" y="761"/>
                    </a:lnTo>
                    <a:cubicBezTo>
                      <a:pt x="503" y="775"/>
                      <a:pt x="503" y="788"/>
                      <a:pt x="516" y="788"/>
                    </a:cubicBezTo>
                    <a:cubicBezTo>
                      <a:pt x="585" y="843"/>
                      <a:pt x="705" y="856"/>
                      <a:pt x="748" y="938"/>
                    </a:cubicBezTo>
                    <a:cubicBezTo>
                      <a:pt x="761" y="967"/>
                      <a:pt x="774" y="993"/>
                      <a:pt x="787" y="1006"/>
                    </a:cubicBezTo>
                    <a:cubicBezTo>
                      <a:pt x="798" y="1012"/>
                      <a:pt x="809" y="1014"/>
                      <a:pt x="820" y="1014"/>
                    </a:cubicBezTo>
                    <a:cubicBezTo>
                      <a:pt x="864" y="1014"/>
                      <a:pt x="906" y="980"/>
                      <a:pt x="937" y="980"/>
                    </a:cubicBezTo>
                    <a:cubicBezTo>
                      <a:pt x="966" y="980"/>
                      <a:pt x="980" y="980"/>
                      <a:pt x="1006" y="993"/>
                    </a:cubicBezTo>
                    <a:cubicBezTo>
                      <a:pt x="1143" y="1062"/>
                      <a:pt x="1277" y="1114"/>
                      <a:pt x="1401" y="1183"/>
                    </a:cubicBezTo>
                    <a:cubicBezTo>
                      <a:pt x="1427" y="1183"/>
                      <a:pt x="1440" y="1196"/>
                      <a:pt x="1440" y="1212"/>
                    </a:cubicBezTo>
                    <a:cubicBezTo>
                      <a:pt x="1456" y="1225"/>
                      <a:pt x="1456" y="1238"/>
                      <a:pt x="1469" y="1251"/>
                    </a:cubicBezTo>
                    <a:cubicBezTo>
                      <a:pt x="1482" y="1264"/>
                      <a:pt x="1495" y="1264"/>
                      <a:pt x="1521" y="1264"/>
                    </a:cubicBezTo>
                    <a:cubicBezTo>
                      <a:pt x="1564" y="1264"/>
                      <a:pt x="1603" y="1264"/>
                      <a:pt x="1645" y="1294"/>
                    </a:cubicBezTo>
                    <a:cubicBezTo>
                      <a:pt x="1727" y="1333"/>
                      <a:pt x="1753" y="1440"/>
                      <a:pt x="1835" y="1483"/>
                    </a:cubicBezTo>
                    <a:cubicBezTo>
                      <a:pt x="1796" y="1414"/>
                      <a:pt x="1766" y="1359"/>
                      <a:pt x="1727" y="1307"/>
                    </a:cubicBezTo>
                    <a:cubicBezTo>
                      <a:pt x="1704" y="1269"/>
                      <a:pt x="1678" y="1223"/>
                      <a:pt x="1635" y="1223"/>
                    </a:cubicBezTo>
                    <a:cubicBezTo>
                      <a:pt x="1630" y="1223"/>
                      <a:pt x="1625" y="1224"/>
                      <a:pt x="1619" y="1225"/>
                    </a:cubicBezTo>
                    <a:cubicBezTo>
                      <a:pt x="1608" y="1225"/>
                      <a:pt x="1599" y="1231"/>
                      <a:pt x="1586" y="1231"/>
                    </a:cubicBezTo>
                    <a:cubicBezTo>
                      <a:pt x="1580" y="1231"/>
                      <a:pt x="1573" y="1229"/>
                      <a:pt x="1564" y="1225"/>
                    </a:cubicBezTo>
                    <a:cubicBezTo>
                      <a:pt x="1508" y="1225"/>
                      <a:pt x="1521" y="1143"/>
                      <a:pt x="1482" y="1101"/>
                    </a:cubicBezTo>
                    <a:cubicBezTo>
                      <a:pt x="1469" y="1088"/>
                      <a:pt x="1440" y="1088"/>
                      <a:pt x="1427" y="1088"/>
                    </a:cubicBezTo>
                    <a:cubicBezTo>
                      <a:pt x="1319" y="1062"/>
                      <a:pt x="1224" y="1032"/>
                      <a:pt x="1130" y="980"/>
                    </a:cubicBezTo>
                    <a:cubicBezTo>
                      <a:pt x="1082" y="955"/>
                      <a:pt x="1024" y="922"/>
                      <a:pt x="965" y="922"/>
                    </a:cubicBezTo>
                    <a:cubicBezTo>
                      <a:pt x="956" y="922"/>
                      <a:pt x="946" y="923"/>
                      <a:pt x="937" y="925"/>
                    </a:cubicBezTo>
                    <a:cubicBezTo>
                      <a:pt x="920" y="925"/>
                      <a:pt x="895" y="930"/>
                      <a:pt x="869" y="930"/>
                    </a:cubicBezTo>
                    <a:cubicBezTo>
                      <a:pt x="856" y="930"/>
                      <a:pt x="842" y="929"/>
                      <a:pt x="829" y="925"/>
                    </a:cubicBezTo>
                    <a:cubicBezTo>
                      <a:pt x="774" y="925"/>
                      <a:pt x="735" y="869"/>
                      <a:pt x="705" y="830"/>
                    </a:cubicBezTo>
                    <a:cubicBezTo>
                      <a:pt x="671" y="807"/>
                      <a:pt x="625" y="772"/>
                      <a:pt x="579" y="772"/>
                    </a:cubicBezTo>
                    <a:cubicBezTo>
                      <a:pt x="572" y="772"/>
                      <a:pt x="565" y="773"/>
                      <a:pt x="558" y="775"/>
                    </a:cubicBezTo>
                    <a:cubicBezTo>
                      <a:pt x="558" y="654"/>
                      <a:pt x="529" y="543"/>
                      <a:pt x="503" y="435"/>
                    </a:cubicBezTo>
                    <a:cubicBezTo>
                      <a:pt x="490" y="422"/>
                      <a:pt x="490" y="409"/>
                      <a:pt x="477" y="396"/>
                    </a:cubicBezTo>
                    <a:cubicBezTo>
                      <a:pt x="471" y="390"/>
                      <a:pt x="465" y="389"/>
                      <a:pt x="458" y="389"/>
                    </a:cubicBezTo>
                    <a:cubicBezTo>
                      <a:pt x="443" y="389"/>
                      <a:pt x="426" y="396"/>
                      <a:pt x="408" y="396"/>
                    </a:cubicBezTo>
                    <a:cubicBezTo>
                      <a:pt x="366" y="396"/>
                      <a:pt x="353" y="353"/>
                      <a:pt x="327" y="314"/>
                    </a:cubicBezTo>
                    <a:cubicBezTo>
                      <a:pt x="297" y="259"/>
                      <a:pt x="314" y="177"/>
                      <a:pt x="271" y="135"/>
                    </a:cubicBezTo>
                    <a:cubicBezTo>
                      <a:pt x="203" y="70"/>
                      <a:pt x="82" y="40"/>
                      <a:pt x="0" y="1"/>
                    </a:cubicBezTo>
                    <a:close/>
                  </a:path>
                </a:pathLst>
              </a:custGeom>
              <a:solidFill>
                <a:srgbClr val="87878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48" name="Google Shape;1348;p34"/>
              <p:cNvSpPr/>
              <p:nvPr/>
            </p:nvSpPr>
            <p:spPr>
              <a:xfrm>
                <a:off x="4938000" y="1539675"/>
                <a:ext cx="5825" cy="28250"/>
              </a:xfrm>
              <a:custGeom>
                <a:rect b="b" l="l" r="r" t="t"/>
                <a:pathLst>
                  <a:path extrusionOk="0" h="1130" w="233">
                    <a:moveTo>
                      <a:pt x="108" y="0"/>
                    </a:moveTo>
                    <a:lnTo>
                      <a:pt x="108" y="0"/>
                    </a:lnTo>
                    <a:cubicBezTo>
                      <a:pt x="95" y="69"/>
                      <a:pt x="82" y="150"/>
                      <a:pt x="69" y="219"/>
                    </a:cubicBezTo>
                    <a:cubicBezTo>
                      <a:pt x="69" y="261"/>
                      <a:pt x="40" y="382"/>
                      <a:pt x="0" y="408"/>
                    </a:cubicBezTo>
                    <a:cubicBezTo>
                      <a:pt x="56" y="382"/>
                      <a:pt x="95" y="369"/>
                      <a:pt x="137" y="356"/>
                    </a:cubicBezTo>
                    <a:lnTo>
                      <a:pt x="137" y="356"/>
                    </a:lnTo>
                    <a:cubicBezTo>
                      <a:pt x="151" y="451"/>
                      <a:pt x="137" y="545"/>
                      <a:pt x="121" y="627"/>
                    </a:cubicBezTo>
                    <a:cubicBezTo>
                      <a:pt x="108" y="640"/>
                      <a:pt x="108" y="653"/>
                      <a:pt x="108" y="669"/>
                    </a:cubicBezTo>
                    <a:lnTo>
                      <a:pt x="108" y="695"/>
                    </a:lnTo>
                    <a:cubicBezTo>
                      <a:pt x="108" y="751"/>
                      <a:pt x="108" y="833"/>
                      <a:pt x="121" y="885"/>
                    </a:cubicBezTo>
                    <a:cubicBezTo>
                      <a:pt x="137" y="927"/>
                      <a:pt x="164" y="966"/>
                      <a:pt x="177" y="1009"/>
                    </a:cubicBezTo>
                    <a:cubicBezTo>
                      <a:pt x="190" y="1048"/>
                      <a:pt x="219" y="1103"/>
                      <a:pt x="219" y="1130"/>
                    </a:cubicBezTo>
                    <a:cubicBezTo>
                      <a:pt x="232" y="1009"/>
                      <a:pt x="177" y="872"/>
                      <a:pt x="151" y="751"/>
                    </a:cubicBezTo>
                    <a:cubicBezTo>
                      <a:pt x="151" y="695"/>
                      <a:pt x="137" y="653"/>
                      <a:pt x="151" y="601"/>
                    </a:cubicBezTo>
                    <a:cubicBezTo>
                      <a:pt x="151" y="571"/>
                      <a:pt x="177" y="558"/>
                      <a:pt x="190" y="532"/>
                    </a:cubicBezTo>
                    <a:cubicBezTo>
                      <a:pt x="190" y="519"/>
                      <a:pt x="232" y="274"/>
                      <a:pt x="219" y="274"/>
                    </a:cubicBezTo>
                    <a:lnTo>
                      <a:pt x="219" y="274"/>
                    </a:lnTo>
                    <a:cubicBezTo>
                      <a:pt x="177" y="287"/>
                      <a:pt x="137" y="287"/>
                      <a:pt x="82" y="287"/>
                    </a:cubicBezTo>
                    <a:cubicBezTo>
                      <a:pt x="95" y="193"/>
                      <a:pt x="95" y="98"/>
                      <a:pt x="108" y="0"/>
                    </a:cubicBezTo>
                    <a:close/>
                  </a:path>
                </a:pathLst>
              </a:custGeom>
              <a:solidFill>
                <a:srgbClr val="87878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49" name="Google Shape;1349;p34"/>
              <p:cNvSpPr/>
              <p:nvPr/>
            </p:nvSpPr>
            <p:spPr>
              <a:xfrm>
                <a:off x="4866275" y="1580475"/>
                <a:ext cx="19025" cy="16350"/>
              </a:xfrm>
              <a:custGeom>
                <a:rect b="b" l="l" r="r" t="t"/>
                <a:pathLst>
                  <a:path extrusionOk="0" h="654" w="761">
                    <a:moveTo>
                      <a:pt x="53" y="0"/>
                    </a:moveTo>
                    <a:lnTo>
                      <a:pt x="53" y="0"/>
                    </a:lnTo>
                    <a:cubicBezTo>
                      <a:pt x="67" y="28"/>
                      <a:pt x="85" y="52"/>
                      <a:pt x="105" y="72"/>
                    </a:cubicBezTo>
                    <a:lnTo>
                      <a:pt x="105" y="72"/>
                    </a:lnTo>
                    <a:cubicBezTo>
                      <a:pt x="92" y="48"/>
                      <a:pt x="77" y="25"/>
                      <a:pt x="53" y="0"/>
                    </a:cubicBezTo>
                    <a:close/>
                    <a:moveTo>
                      <a:pt x="761" y="0"/>
                    </a:moveTo>
                    <a:lnTo>
                      <a:pt x="761" y="0"/>
                    </a:lnTo>
                    <a:cubicBezTo>
                      <a:pt x="653" y="17"/>
                      <a:pt x="558" y="56"/>
                      <a:pt x="461" y="124"/>
                    </a:cubicBezTo>
                    <a:cubicBezTo>
                      <a:pt x="408" y="163"/>
                      <a:pt x="366" y="206"/>
                      <a:pt x="297" y="232"/>
                    </a:cubicBezTo>
                    <a:cubicBezTo>
                      <a:pt x="297" y="206"/>
                      <a:pt x="271" y="180"/>
                      <a:pt x="245" y="163"/>
                    </a:cubicBezTo>
                    <a:cubicBezTo>
                      <a:pt x="191" y="138"/>
                      <a:pt x="144" y="111"/>
                      <a:pt x="105" y="72"/>
                    </a:cubicBezTo>
                    <a:lnTo>
                      <a:pt x="105" y="72"/>
                    </a:lnTo>
                    <a:cubicBezTo>
                      <a:pt x="114" y="89"/>
                      <a:pt x="123" y="106"/>
                      <a:pt x="134" y="124"/>
                    </a:cubicBezTo>
                    <a:cubicBezTo>
                      <a:pt x="164" y="193"/>
                      <a:pt x="216" y="232"/>
                      <a:pt x="271" y="274"/>
                    </a:cubicBezTo>
                    <a:cubicBezTo>
                      <a:pt x="258" y="300"/>
                      <a:pt x="258" y="327"/>
                      <a:pt x="232" y="356"/>
                    </a:cubicBezTo>
                    <a:cubicBezTo>
                      <a:pt x="216" y="369"/>
                      <a:pt x="203" y="395"/>
                      <a:pt x="177" y="395"/>
                    </a:cubicBezTo>
                    <a:cubicBezTo>
                      <a:pt x="134" y="425"/>
                      <a:pt x="69" y="395"/>
                      <a:pt x="53" y="464"/>
                    </a:cubicBezTo>
                    <a:cubicBezTo>
                      <a:pt x="26" y="519"/>
                      <a:pt x="26" y="601"/>
                      <a:pt x="0" y="653"/>
                    </a:cubicBezTo>
                    <a:cubicBezTo>
                      <a:pt x="39" y="588"/>
                      <a:pt x="82" y="438"/>
                      <a:pt x="177" y="408"/>
                    </a:cubicBezTo>
                    <a:cubicBezTo>
                      <a:pt x="185" y="408"/>
                      <a:pt x="213" y="415"/>
                      <a:pt x="234" y="415"/>
                    </a:cubicBezTo>
                    <a:cubicBezTo>
                      <a:pt x="245" y="415"/>
                      <a:pt x="254" y="414"/>
                      <a:pt x="258" y="408"/>
                    </a:cubicBezTo>
                    <a:cubicBezTo>
                      <a:pt x="271" y="395"/>
                      <a:pt x="284" y="382"/>
                      <a:pt x="284" y="369"/>
                    </a:cubicBezTo>
                    <a:cubicBezTo>
                      <a:pt x="395" y="193"/>
                      <a:pt x="585" y="98"/>
                      <a:pt x="761" y="0"/>
                    </a:cubicBezTo>
                    <a:close/>
                  </a:path>
                </a:pathLst>
              </a:custGeom>
              <a:solidFill>
                <a:srgbClr val="87878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50" name="Google Shape;1350;p34"/>
              <p:cNvSpPr/>
              <p:nvPr/>
            </p:nvSpPr>
            <p:spPr>
              <a:xfrm>
                <a:off x="4958725" y="1647800"/>
                <a:ext cx="24175" cy="41875"/>
              </a:xfrm>
              <a:custGeom>
                <a:rect b="b" l="l" r="r" t="t"/>
                <a:pathLst>
                  <a:path extrusionOk="0" h="1675" w="967">
                    <a:moveTo>
                      <a:pt x="14" y="0"/>
                    </a:moveTo>
                    <a:lnTo>
                      <a:pt x="0" y="111"/>
                    </a:lnTo>
                    <a:lnTo>
                      <a:pt x="885" y="1674"/>
                    </a:lnTo>
                    <a:lnTo>
                      <a:pt x="967" y="1606"/>
                    </a:lnTo>
                    <a:lnTo>
                      <a:pt x="14" y="0"/>
                    </a:lnTo>
                    <a:close/>
                  </a:path>
                </a:pathLst>
              </a:custGeom>
              <a:solidFill>
                <a:srgbClr val="E7363C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51" name="Google Shape;1351;p34"/>
              <p:cNvSpPr/>
              <p:nvPr/>
            </p:nvSpPr>
            <p:spPr>
              <a:xfrm>
                <a:off x="4942075" y="1647800"/>
                <a:ext cx="17000" cy="3125"/>
              </a:xfrm>
              <a:custGeom>
                <a:rect b="b" l="l" r="r" t="t"/>
                <a:pathLst>
                  <a:path extrusionOk="0" h="125" w="680">
                    <a:moveTo>
                      <a:pt x="680" y="0"/>
                    </a:moveTo>
                    <a:lnTo>
                      <a:pt x="56" y="82"/>
                    </a:lnTo>
                    <a:lnTo>
                      <a:pt x="1" y="124"/>
                    </a:lnTo>
                    <a:lnTo>
                      <a:pt x="666" y="111"/>
                    </a:lnTo>
                    <a:lnTo>
                      <a:pt x="680" y="0"/>
                    </a:lnTo>
                    <a:close/>
                  </a:path>
                </a:pathLst>
              </a:custGeom>
              <a:solidFill>
                <a:srgbClr val="E7363C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52" name="Google Shape;1352;p34"/>
              <p:cNvSpPr/>
              <p:nvPr/>
            </p:nvSpPr>
            <p:spPr>
              <a:xfrm>
                <a:off x="4932525" y="1633175"/>
                <a:ext cx="10975" cy="17750"/>
              </a:xfrm>
              <a:custGeom>
                <a:rect b="b" l="l" r="r" t="t"/>
                <a:pathLst>
                  <a:path extrusionOk="0" h="710" w="439">
                    <a:moveTo>
                      <a:pt x="43" y="1"/>
                    </a:moveTo>
                    <a:lnTo>
                      <a:pt x="1" y="112"/>
                    </a:lnTo>
                    <a:lnTo>
                      <a:pt x="383" y="709"/>
                    </a:lnTo>
                    <a:lnTo>
                      <a:pt x="438" y="667"/>
                    </a:lnTo>
                    <a:lnTo>
                      <a:pt x="43" y="1"/>
                    </a:lnTo>
                    <a:close/>
                  </a:path>
                </a:pathLst>
              </a:custGeom>
              <a:solidFill>
                <a:srgbClr val="E7363C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53" name="Google Shape;1353;p34"/>
              <p:cNvSpPr/>
              <p:nvPr/>
            </p:nvSpPr>
            <p:spPr>
              <a:xfrm>
                <a:off x="4894500" y="1633175"/>
                <a:ext cx="39125" cy="12600"/>
              </a:xfrm>
              <a:custGeom>
                <a:rect b="b" l="l" r="r" t="t"/>
                <a:pathLst>
                  <a:path extrusionOk="0" h="504" w="1565">
                    <a:moveTo>
                      <a:pt x="1564" y="1"/>
                    </a:moveTo>
                    <a:lnTo>
                      <a:pt x="40" y="464"/>
                    </a:lnTo>
                    <a:lnTo>
                      <a:pt x="1" y="503"/>
                    </a:lnTo>
                    <a:lnTo>
                      <a:pt x="1522" y="112"/>
                    </a:lnTo>
                    <a:lnTo>
                      <a:pt x="1564" y="1"/>
                    </a:lnTo>
                    <a:close/>
                  </a:path>
                </a:pathLst>
              </a:custGeom>
              <a:solidFill>
                <a:srgbClr val="E7363C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54" name="Google Shape;1354;p34"/>
              <p:cNvSpPr/>
              <p:nvPr/>
            </p:nvSpPr>
            <p:spPr>
              <a:xfrm>
                <a:off x="4944775" y="1704250"/>
                <a:ext cx="45950" cy="14875"/>
              </a:xfrm>
              <a:custGeom>
                <a:rect b="b" l="l" r="r" t="t"/>
                <a:pathLst>
                  <a:path extrusionOk="0" h="595" w="1838">
                    <a:moveTo>
                      <a:pt x="56" y="1"/>
                    </a:moveTo>
                    <a:cubicBezTo>
                      <a:pt x="43" y="56"/>
                      <a:pt x="0" y="232"/>
                      <a:pt x="0" y="272"/>
                    </a:cubicBezTo>
                    <a:cubicBezTo>
                      <a:pt x="0" y="314"/>
                      <a:pt x="683" y="559"/>
                      <a:pt x="748" y="585"/>
                    </a:cubicBezTo>
                    <a:cubicBezTo>
                      <a:pt x="782" y="592"/>
                      <a:pt x="962" y="595"/>
                      <a:pt x="1141" y="595"/>
                    </a:cubicBezTo>
                    <a:cubicBezTo>
                      <a:pt x="1320" y="595"/>
                      <a:pt x="1497" y="592"/>
                      <a:pt x="1525" y="585"/>
                    </a:cubicBezTo>
                    <a:cubicBezTo>
                      <a:pt x="1564" y="572"/>
                      <a:pt x="1714" y="451"/>
                      <a:pt x="1838" y="340"/>
                    </a:cubicBezTo>
                    <a:cubicBezTo>
                      <a:pt x="1512" y="314"/>
                      <a:pt x="1104" y="288"/>
                      <a:pt x="816" y="232"/>
                    </a:cubicBezTo>
                    <a:cubicBezTo>
                      <a:pt x="532" y="177"/>
                      <a:pt x="245" y="69"/>
                      <a:pt x="56" y="1"/>
                    </a:cubicBezTo>
                    <a:close/>
                  </a:path>
                </a:pathLst>
              </a:custGeom>
              <a:solidFill>
                <a:srgbClr val="38364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55" name="Google Shape;1355;p34"/>
              <p:cNvSpPr/>
              <p:nvPr/>
            </p:nvSpPr>
            <p:spPr>
              <a:xfrm>
                <a:off x="5079750" y="1646150"/>
                <a:ext cx="15350" cy="26550"/>
              </a:xfrm>
              <a:custGeom>
                <a:rect b="b" l="l" r="r" t="t"/>
                <a:pathLst>
                  <a:path extrusionOk="0" h="1062" w="614">
                    <a:moveTo>
                      <a:pt x="545" y="1"/>
                    </a:moveTo>
                    <a:cubicBezTo>
                      <a:pt x="545" y="53"/>
                      <a:pt x="532" y="108"/>
                      <a:pt x="506" y="164"/>
                    </a:cubicBezTo>
                    <a:cubicBezTo>
                      <a:pt x="490" y="203"/>
                      <a:pt x="477" y="229"/>
                      <a:pt x="450" y="259"/>
                    </a:cubicBezTo>
                    <a:cubicBezTo>
                      <a:pt x="382" y="379"/>
                      <a:pt x="124" y="817"/>
                      <a:pt x="0" y="1019"/>
                    </a:cubicBezTo>
                    <a:cubicBezTo>
                      <a:pt x="29" y="1045"/>
                      <a:pt x="56" y="1062"/>
                      <a:pt x="82" y="1062"/>
                    </a:cubicBezTo>
                    <a:cubicBezTo>
                      <a:pt x="111" y="1062"/>
                      <a:pt x="150" y="1045"/>
                      <a:pt x="206" y="1032"/>
                    </a:cubicBezTo>
                    <a:cubicBezTo>
                      <a:pt x="343" y="1006"/>
                      <a:pt x="424" y="817"/>
                      <a:pt x="477" y="748"/>
                    </a:cubicBezTo>
                    <a:cubicBezTo>
                      <a:pt x="506" y="719"/>
                      <a:pt x="532" y="637"/>
                      <a:pt x="545" y="543"/>
                    </a:cubicBezTo>
                    <a:cubicBezTo>
                      <a:pt x="571" y="448"/>
                      <a:pt x="588" y="340"/>
                      <a:pt x="601" y="298"/>
                    </a:cubicBezTo>
                    <a:cubicBezTo>
                      <a:pt x="614" y="246"/>
                      <a:pt x="588" y="108"/>
                      <a:pt x="545" y="1"/>
                    </a:cubicBezTo>
                    <a:close/>
                  </a:path>
                </a:pathLst>
              </a:custGeom>
              <a:solidFill>
                <a:srgbClr val="B1282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56" name="Google Shape;1356;p34"/>
              <p:cNvSpPr/>
              <p:nvPr/>
            </p:nvSpPr>
            <p:spPr>
              <a:xfrm>
                <a:off x="4748275" y="1592700"/>
                <a:ext cx="14625" cy="14000"/>
              </a:xfrm>
              <a:custGeom>
                <a:rect b="b" l="l" r="r" t="t"/>
                <a:pathLst>
                  <a:path extrusionOk="0" h="560" w="585">
                    <a:moveTo>
                      <a:pt x="82" y="1"/>
                    </a:moveTo>
                    <a:cubicBezTo>
                      <a:pt x="27" y="69"/>
                      <a:pt x="1" y="164"/>
                      <a:pt x="27" y="220"/>
                    </a:cubicBezTo>
                    <a:cubicBezTo>
                      <a:pt x="40" y="288"/>
                      <a:pt x="477" y="546"/>
                      <a:pt x="516" y="559"/>
                    </a:cubicBezTo>
                    <a:cubicBezTo>
                      <a:pt x="518" y="560"/>
                      <a:pt x="521" y="560"/>
                      <a:pt x="523" y="560"/>
                    </a:cubicBezTo>
                    <a:cubicBezTo>
                      <a:pt x="561" y="560"/>
                      <a:pt x="585" y="449"/>
                      <a:pt x="585" y="409"/>
                    </a:cubicBezTo>
                    <a:cubicBezTo>
                      <a:pt x="585" y="370"/>
                      <a:pt x="82" y="1"/>
                      <a:pt x="82" y="1"/>
                    </a:cubicBezTo>
                    <a:close/>
                  </a:path>
                </a:pathLst>
              </a:custGeom>
              <a:solidFill>
                <a:srgbClr val="B1282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57" name="Google Shape;1357;p34"/>
              <p:cNvSpPr/>
              <p:nvPr/>
            </p:nvSpPr>
            <p:spPr>
              <a:xfrm>
                <a:off x="4750000" y="1592450"/>
                <a:ext cx="13100" cy="11425"/>
              </a:xfrm>
              <a:custGeom>
                <a:rect b="b" l="l" r="r" t="t"/>
                <a:pathLst>
                  <a:path extrusionOk="0" h="457" w="524">
                    <a:moveTo>
                      <a:pt x="37" y="0"/>
                    </a:moveTo>
                    <a:cubicBezTo>
                      <a:pt x="14" y="0"/>
                      <a:pt x="0" y="23"/>
                      <a:pt x="0" y="53"/>
                    </a:cubicBezTo>
                    <a:lnTo>
                      <a:pt x="0" y="66"/>
                    </a:lnTo>
                    <a:cubicBezTo>
                      <a:pt x="0" y="109"/>
                      <a:pt x="26" y="161"/>
                      <a:pt x="69" y="190"/>
                    </a:cubicBezTo>
                    <a:lnTo>
                      <a:pt x="460" y="448"/>
                    </a:lnTo>
                    <a:cubicBezTo>
                      <a:pt x="469" y="454"/>
                      <a:pt x="478" y="456"/>
                      <a:pt x="485" y="456"/>
                    </a:cubicBezTo>
                    <a:cubicBezTo>
                      <a:pt x="511" y="456"/>
                      <a:pt x="523" y="421"/>
                      <a:pt x="503" y="367"/>
                    </a:cubicBezTo>
                    <a:cubicBezTo>
                      <a:pt x="477" y="298"/>
                      <a:pt x="421" y="243"/>
                      <a:pt x="366" y="203"/>
                    </a:cubicBezTo>
                    <a:lnTo>
                      <a:pt x="69" y="11"/>
                    </a:lnTo>
                    <a:cubicBezTo>
                      <a:pt x="57" y="4"/>
                      <a:pt x="46" y="0"/>
                      <a:pt x="37" y="0"/>
                    </a:cubicBezTo>
                    <a:close/>
                  </a:path>
                </a:pathLst>
              </a:custGeom>
              <a:solidFill>
                <a:srgbClr val="B1282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58" name="Google Shape;1358;p34"/>
              <p:cNvSpPr/>
              <p:nvPr/>
            </p:nvSpPr>
            <p:spPr>
              <a:xfrm>
                <a:off x="4750975" y="1593975"/>
                <a:ext cx="2050" cy="2400"/>
              </a:xfrm>
              <a:custGeom>
                <a:rect b="b" l="l" r="r" t="t"/>
                <a:pathLst>
                  <a:path extrusionOk="0" h="96" w="82">
                    <a:moveTo>
                      <a:pt x="23" y="0"/>
                    </a:moveTo>
                    <a:cubicBezTo>
                      <a:pt x="7" y="0"/>
                      <a:pt x="0" y="12"/>
                      <a:pt x="0" y="31"/>
                    </a:cubicBezTo>
                    <a:cubicBezTo>
                      <a:pt x="0" y="48"/>
                      <a:pt x="13" y="87"/>
                      <a:pt x="43" y="87"/>
                    </a:cubicBezTo>
                    <a:cubicBezTo>
                      <a:pt x="48" y="92"/>
                      <a:pt x="53" y="95"/>
                      <a:pt x="59" y="95"/>
                    </a:cubicBezTo>
                    <a:cubicBezTo>
                      <a:pt x="67" y="95"/>
                      <a:pt x="74" y="89"/>
                      <a:pt x="82" y="74"/>
                    </a:cubicBezTo>
                    <a:cubicBezTo>
                      <a:pt x="82" y="48"/>
                      <a:pt x="56" y="18"/>
                      <a:pt x="43" y="5"/>
                    </a:cubicBezTo>
                    <a:cubicBezTo>
                      <a:pt x="35" y="2"/>
                      <a:pt x="28" y="0"/>
                      <a:pt x="23" y="0"/>
                    </a:cubicBezTo>
                    <a:close/>
                  </a:path>
                </a:pathLst>
              </a:custGeom>
              <a:solidFill>
                <a:srgbClr val="2D2C3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59" name="Google Shape;1359;p34"/>
              <p:cNvSpPr/>
              <p:nvPr/>
            </p:nvSpPr>
            <p:spPr>
              <a:xfrm>
                <a:off x="4671400" y="1544475"/>
                <a:ext cx="14650" cy="13975"/>
              </a:xfrm>
              <a:custGeom>
                <a:rect b="b" l="l" r="r" t="t"/>
                <a:pathLst>
                  <a:path extrusionOk="0" h="559" w="586">
                    <a:moveTo>
                      <a:pt x="82" y="1"/>
                    </a:moveTo>
                    <a:cubicBezTo>
                      <a:pt x="30" y="69"/>
                      <a:pt x="1" y="164"/>
                      <a:pt x="14" y="216"/>
                    </a:cubicBezTo>
                    <a:cubicBezTo>
                      <a:pt x="43" y="285"/>
                      <a:pt x="477" y="543"/>
                      <a:pt x="520" y="559"/>
                    </a:cubicBezTo>
                    <a:cubicBezTo>
                      <a:pt x="559" y="559"/>
                      <a:pt x="585" y="448"/>
                      <a:pt x="585" y="409"/>
                    </a:cubicBezTo>
                    <a:cubicBezTo>
                      <a:pt x="572" y="366"/>
                      <a:pt x="82" y="1"/>
                      <a:pt x="82" y="1"/>
                    </a:cubicBezTo>
                    <a:close/>
                  </a:path>
                </a:pathLst>
              </a:custGeom>
              <a:solidFill>
                <a:srgbClr val="B1282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60" name="Google Shape;1360;p34"/>
              <p:cNvSpPr/>
              <p:nvPr/>
            </p:nvSpPr>
            <p:spPr>
              <a:xfrm>
                <a:off x="4673125" y="1544175"/>
                <a:ext cx="13200" cy="11350"/>
              </a:xfrm>
              <a:custGeom>
                <a:rect b="b" l="l" r="r" t="t"/>
                <a:pathLst>
                  <a:path extrusionOk="0" h="454" w="528">
                    <a:moveTo>
                      <a:pt x="37" y="1"/>
                    </a:moveTo>
                    <a:cubicBezTo>
                      <a:pt x="14" y="1"/>
                      <a:pt x="0" y="24"/>
                      <a:pt x="0" y="52"/>
                    </a:cubicBezTo>
                    <a:lnTo>
                      <a:pt x="0" y="65"/>
                    </a:lnTo>
                    <a:cubicBezTo>
                      <a:pt x="0" y="107"/>
                      <a:pt x="26" y="163"/>
                      <a:pt x="56" y="189"/>
                    </a:cubicBezTo>
                    <a:lnTo>
                      <a:pt x="464" y="447"/>
                    </a:lnTo>
                    <a:cubicBezTo>
                      <a:pt x="471" y="452"/>
                      <a:pt x="478" y="454"/>
                      <a:pt x="484" y="454"/>
                    </a:cubicBezTo>
                    <a:cubicBezTo>
                      <a:pt x="512" y="454"/>
                      <a:pt x="527" y="411"/>
                      <a:pt x="503" y="365"/>
                    </a:cubicBezTo>
                    <a:cubicBezTo>
                      <a:pt x="464" y="297"/>
                      <a:pt x="408" y="228"/>
                      <a:pt x="353" y="202"/>
                    </a:cubicBezTo>
                    <a:lnTo>
                      <a:pt x="69" y="13"/>
                    </a:lnTo>
                    <a:cubicBezTo>
                      <a:pt x="57" y="4"/>
                      <a:pt x="46" y="1"/>
                      <a:pt x="37" y="1"/>
                    </a:cubicBezTo>
                    <a:close/>
                  </a:path>
                </a:pathLst>
              </a:custGeom>
              <a:solidFill>
                <a:srgbClr val="B1282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61" name="Google Shape;1361;p34"/>
              <p:cNvSpPr/>
              <p:nvPr/>
            </p:nvSpPr>
            <p:spPr>
              <a:xfrm>
                <a:off x="4674175" y="1545650"/>
                <a:ext cx="1675" cy="2475"/>
              </a:xfrm>
              <a:custGeom>
                <a:rect b="b" l="l" r="r" t="t"/>
                <a:pathLst>
                  <a:path extrusionOk="0" h="99" w="67">
                    <a:moveTo>
                      <a:pt x="21" y="1"/>
                    </a:moveTo>
                    <a:cubicBezTo>
                      <a:pt x="7" y="1"/>
                      <a:pt x="1" y="11"/>
                      <a:pt x="1" y="22"/>
                    </a:cubicBezTo>
                    <a:cubicBezTo>
                      <a:pt x="1" y="48"/>
                      <a:pt x="14" y="75"/>
                      <a:pt x="27" y="88"/>
                    </a:cubicBezTo>
                    <a:cubicBezTo>
                      <a:pt x="38" y="95"/>
                      <a:pt x="47" y="99"/>
                      <a:pt x="53" y="99"/>
                    </a:cubicBezTo>
                    <a:cubicBezTo>
                      <a:pt x="62" y="99"/>
                      <a:pt x="66" y="91"/>
                      <a:pt x="66" y="75"/>
                    </a:cubicBezTo>
                    <a:cubicBezTo>
                      <a:pt x="66" y="48"/>
                      <a:pt x="53" y="22"/>
                      <a:pt x="40" y="6"/>
                    </a:cubicBezTo>
                    <a:cubicBezTo>
                      <a:pt x="32" y="2"/>
                      <a:pt x="26" y="1"/>
                      <a:pt x="21" y="1"/>
                    </a:cubicBezTo>
                    <a:close/>
                  </a:path>
                </a:pathLst>
              </a:custGeom>
              <a:solidFill>
                <a:srgbClr val="2D2C3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62" name="Google Shape;1362;p34"/>
              <p:cNvSpPr/>
              <p:nvPr/>
            </p:nvSpPr>
            <p:spPr>
              <a:xfrm>
                <a:off x="4971300" y="1773300"/>
                <a:ext cx="36400" cy="20425"/>
              </a:xfrm>
              <a:custGeom>
                <a:rect b="b" l="l" r="r" t="t"/>
                <a:pathLst>
                  <a:path extrusionOk="0" h="817" w="1456">
                    <a:moveTo>
                      <a:pt x="1456" y="0"/>
                    </a:moveTo>
                    <a:lnTo>
                      <a:pt x="979" y="56"/>
                    </a:lnTo>
                    <a:lnTo>
                      <a:pt x="898" y="366"/>
                    </a:lnTo>
                    <a:lnTo>
                      <a:pt x="0" y="408"/>
                    </a:lnTo>
                    <a:lnTo>
                      <a:pt x="382" y="816"/>
                    </a:lnTo>
                    <a:lnTo>
                      <a:pt x="1061" y="477"/>
                    </a:lnTo>
                    <a:lnTo>
                      <a:pt x="1456" y="0"/>
                    </a:lnTo>
                    <a:close/>
                  </a:path>
                </a:pathLst>
              </a:custGeom>
              <a:solidFill>
                <a:srgbClr val="B1282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63" name="Google Shape;1363;p34"/>
              <p:cNvSpPr/>
              <p:nvPr/>
            </p:nvSpPr>
            <p:spPr>
              <a:xfrm>
                <a:off x="4917600" y="1796375"/>
                <a:ext cx="49950" cy="11300"/>
              </a:xfrm>
              <a:custGeom>
                <a:rect b="b" l="l" r="r" t="t"/>
                <a:pathLst>
                  <a:path extrusionOk="0" h="452" w="1998">
                    <a:moveTo>
                      <a:pt x="1061" y="1"/>
                    </a:moveTo>
                    <a:lnTo>
                      <a:pt x="0" y="259"/>
                    </a:lnTo>
                    <a:lnTo>
                      <a:pt x="1211" y="451"/>
                    </a:lnTo>
                    <a:lnTo>
                      <a:pt x="1998" y="1"/>
                    </a:lnTo>
                    <a:close/>
                  </a:path>
                </a:pathLst>
              </a:custGeom>
              <a:solidFill>
                <a:srgbClr val="B1282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64" name="Google Shape;1364;p34"/>
              <p:cNvSpPr/>
              <p:nvPr/>
            </p:nvSpPr>
            <p:spPr>
              <a:xfrm>
                <a:off x="4994800" y="1808950"/>
                <a:ext cx="24500" cy="22875"/>
              </a:xfrm>
              <a:custGeom>
                <a:rect b="b" l="l" r="r" t="t"/>
                <a:pathLst>
                  <a:path extrusionOk="0" h="915" w="980">
                    <a:moveTo>
                      <a:pt x="735" y="0"/>
                    </a:moveTo>
                    <a:lnTo>
                      <a:pt x="0" y="914"/>
                    </a:lnTo>
                    <a:lnTo>
                      <a:pt x="0" y="914"/>
                    </a:lnTo>
                    <a:lnTo>
                      <a:pt x="979" y="477"/>
                    </a:lnTo>
                    <a:lnTo>
                      <a:pt x="735" y="0"/>
                    </a:lnTo>
                    <a:close/>
                  </a:path>
                </a:pathLst>
              </a:custGeom>
              <a:solidFill>
                <a:srgbClr val="F5F5F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65" name="Google Shape;1365;p34"/>
              <p:cNvSpPr/>
              <p:nvPr/>
            </p:nvSpPr>
            <p:spPr>
              <a:xfrm>
                <a:off x="4972025" y="1791650"/>
                <a:ext cx="41150" cy="17725"/>
              </a:xfrm>
              <a:custGeom>
                <a:rect b="b" l="l" r="r" t="t"/>
                <a:pathLst>
                  <a:path extrusionOk="0" h="709" w="1646">
                    <a:moveTo>
                      <a:pt x="1646" y="0"/>
                    </a:moveTo>
                    <a:lnTo>
                      <a:pt x="666" y="190"/>
                    </a:lnTo>
                    <a:lnTo>
                      <a:pt x="1" y="709"/>
                    </a:lnTo>
                    <a:lnTo>
                      <a:pt x="911" y="516"/>
                    </a:lnTo>
                    <a:lnTo>
                      <a:pt x="1646" y="0"/>
                    </a:lnTo>
                    <a:close/>
                  </a:path>
                </a:pathLst>
              </a:custGeom>
              <a:solidFill>
                <a:srgbClr val="F5F5F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66" name="Google Shape;1366;p34"/>
              <p:cNvSpPr/>
              <p:nvPr/>
            </p:nvSpPr>
            <p:spPr>
              <a:xfrm>
                <a:off x="4916525" y="1785200"/>
                <a:ext cx="18800" cy="8525"/>
              </a:xfrm>
              <a:custGeom>
                <a:rect b="b" l="l" r="r" t="t"/>
                <a:pathLst>
                  <a:path extrusionOk="0" h="341" w="752">
                    <a:moveTo>
                      <a:pt x="438" y="1"/>
                    </a:moveTo>
                    <a:lnTo>
                      <a:pt x="1" y="340"/>
                    </a:lnTo>
                    <a:lnTo>
                      <a:pt x="752" y="164"/>
                    </a:lnTo>
                    <a:lnTo>
                      <a:pt x="438" y="1"/>
                    </a:lnTo>
                    <a:close/>
                  </a:path>
                </a:pathLst>
              </a:custGeom>
              <a:solidFill>
                <a:srgbClr val="F5F5F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67" name="Google Shape;1367;p34"/>
              <p:cNvSpPr/>
              <p:nvPr/>
            </p:nvSpPr>
            <p:spPr>
              <a:xfrm>
                <a:off x="4887650" y="1805925"/>
                <a:ext cx="15700" cy="7125"/>
              </a:xfrm>
              <a:custGeom>
                <a:rect b="b" l="l" r="r" t="t"/>
                <a:pathLst>
                  <a:path extrusionOk="0" h="285" w="628">
                    <a:moveTo>
                      <a:pt x="438" y="1"/>
                    </a:moveTo>
                    <a:lnTo>
                      <a:pt x="0" y="232"/>
                    </a:lnTo>
                    <a:lnTo>
                      <a:pt x="627" y="285"/>
                    </a:lnTo>
                    <a:lnTo>
                      <a:pt x="438" y="1"/>
                    </a:lnTo>
                    <a:close/>
                  </a:path>
                </a:pathLst>
              </a:custGeom>
              <a:solidFill>
                <a:srgbClr val="F5F5F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68" name="Google Shape;1368;p34"/>
              <p:cNvSpPr/>
              <p:nvPr/>
            </p:nvSpPr>
            <p:spPr>
              <a:xfrm>
                <a:off x="5029475" y="1778750"/>
                <a:ext cx="15275" cy="5425"/>
              </a:xfrm>
              <a:custGeom>
                <a:rect b="b" l="l" r="r" t="t"/>
                <a:pathLst>
                  <a:path extrusionOk="0" h="217" w="611">
                    <a:moveTo>
                      <a:pt x="542" y="1"/>
                    </a:moveTo>
                    <a:lnTo>
                      <a:pt x="0" y="216"/>
                    </a:lnTo>
                    <a:lnTo>
                      <a:pt x="611" y="216"/>
                    </a:lnTo>
                    <a:lnTo>
                      <a:pt x="542" y="1"/>
                    </a:lnTo>
                    <a:close/>
                  </a:path>
                </a:pathLst>
              </a:custGeom>
              <a:solidFill>
                <a:srgbClr val="F5F5F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369" name="Google Shape;1369;p34"/>
            <p:cNvGrpSpPr/>
            <p:nvPr/>
          </p:nvGrpSpPr>
          <p:grpSpPr>
            <a:xfrm>
              <a:off x="6263607" y="2719409"/>
              <a:ext cx="1509391" cy="993424"/>
              <a:chOff x="6705625" y="2019075"/>
              <a:chExt cx="510775" cy="336150"/>
            </a:xfrm>
          </p:grpSpPr>
          <p:sp>
            <p:nvSpPr>
              <p:cNvPr id="1370" name="Google Shape;1370;p34"/>
              <p:cNvSpPr/>
              <p:nvPr/>
            </p:nvSpPr>
            <p:spPr>
              <a:xfrm>
                <a:off x="6944725" y="2027900"/>
                <a:ext cx="24825" cy="22650"/>
              </a:xfrm>
              <a:custGeom>
                <a:rect b="b" l="l" r="r" t="t"/>
                <a:pathLst>
                  <a:path extrusionOk="0" h="906" w="993">
                    <a:moveTo>
                      <a:pt x="749" y="0"/>
                    </a:moveTo>
                    <a:cubicBezTo>
                      <a:pt x="661" y="0"/>
                      <a:pt x="531" y="61"/>
                      <a:pt x="285" y="205"/>
                    </a:cubicBezTo>
                    <a:cubicBezTo>
                      <a:pt x="147" y="274"/>
                      <a:pt x="53" y="411"/>
                      <a:pt x="40" y="519"/>
                    </a:cubicBezTo>
                    <a:cubicBezTo>
                      <a:pt x="40" y="627"/>
                      <a:pt x="1" y="738"/>
                      <a:pt x="53" y="790"/>
                    </a:cubicBezTo>
                    <a:cubicBezTo>
                      <a:pt x="102" y="827"/>
                      <a:pt x="255" y="905"/>
                      <a:pt x="366" y="905"/>
                    </a:cubicBezTo>
                    <a:cubicBezTo>
                      <a:pt x="381" y="905"/>
                      <a:pt x="395" y="904"/>
                      <a:pt x="409" y="901"/>
                    </a:cubicBezTo>
                    <a:cubicBezTo>
                      <a:pt x="611" y="832"/>
                      <a:pt x="843" y="724"/>
                      <a:pt x="898" y="561"/>
                    </a:cubicBezTo>
                    <a:cubicBezTo>
                      <a:pt x="950" y="411"/>
                      <a:pt x="993" y="124"/>
                      <a:pt x="856" y="42"/>
                    </a:cubicBezTo>
                    <a:cubicBezTo>
                      <a:pt x="824" y="15"/>
                      <a:pt x="792" y="0"/>
                      <a:pt x="749" y="0"/>
                    </a:cubicBezTo>
                    <a:close/>
                  </a:path>
                </a:pathLst>
              </a:custGeom>
              <a:solidFill>
                <a:srgbClr val="FFE03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71" name="Google Shape;1371;p34"/>
              <p:cNvSpPr/>
              <p:nvPr/>
            </p:nvSpPr>
            <p:spPr>
              <a:xfrm>
                <a:off x="6705625" y="2068425"/>
                <a:ext cx="510775" cy="286800"/>
              </a:xfrm>
              <a:custGeom>
                <a:rect b="b" l="l" r="r" t="t"/>
                <a:pathLst>
                  <a:path extrusionOk="0" h="11472" w="20431">
                    <a:moveTo>
                      <a:pt x="4473" y="0"/>
                    </a:moveTo>
                    <a:cubicBezTo>
                      <a:pt x="3380" y="0"/>
                      <a:pt x="163" y="2712"/>
                      <a:pt x="83" y="3183"/>
                    </a:cubicBezTo>
                    <a:cubicBezTo>
                      <a:pt x="1" y="3631"/>
                      <a:pt x="425" y="3889"/>
                      <a:pt x="1023" y="4244"/>
                    </a:cubicBezTo>
                    <a:lnTo>
                      <a:pt x="12352" y="10867"/>
                    </a:lnTo>
                    <a:cubicBezTo>
                      <a:pt x="12352" y="10867"/>
                      <a:pt x="13383" y="11396"/>
                      <a:pt x="14418" y="11464"/>
                    </a:cubicBezTo>
                    <a:cubicBezTo>
                      <a:pt x="14487" y="11469"/>
                      <a:pt x="14555" y="11471"/>
                      <a:pt x="14623" y="11471"/>
                    </a:cubicBezTo>
                    <a:cubicBezTo>
                      <a:pt x="15560" y="11471"/>
                      <a:pt x="16380" y="11050"/>
                      <a:pt x="16961" y="10785"/>
                    </a:cubicBezTo>
                    <a:cubicBezTo>
                      <a:pt x="17588" y="10498"/>
                      <a:pt x="19014" y="9669"/>
                      <a:pt x="19314" y="9385"/>
                    </a:cubicBezTo>
                    <a:cubicBezTo>
                      <a:pt x="19615" y="9111"/>
                      <a:pt x="20431" y="8514"/>
                      <a:pt x="19628" y="7724"/>
                    </a:cubicBezTo>
                    <a:cubicBezTo>
                      <a:pt x="18812" y="6921"/>
                      <a:pt x="5579" y="40"/>
                      <a:pt x="4505" y="1"/>
                    </a:cubicBezTo>
                    <a:cubicBezTo>
                      <a:pt x="4495" y="1"/>
                      <a:pt x="4484" y="0"/>
                      <a:pt x="4473" y="0"/>
                    </a:cubicBezTo>
                    <a:close/>
                  </a:path>
                </a:pathLst>
              </a:custGeom>
              <a:solidFill>
                <a:srgbClr val="2D2C3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72" name="Google Shape;1372;p34"/>
              <p:cNvSpPr/>
              <p:nvPr/>
            </p:nvSpPr>
            <p:spPr>
              <a:xfrm>
                <a:off x="6741700" y="2109575"/>
                <a:ext cx="335250" cy="201650"/>
              </a:xfrm>
              <a:custGeom>
                <a:rect b="b" l="l" r="r" t="t"/>
                <a:pathLst>
                  <a:path extrusionOk="0" h="8066" w="13410">
                    <a:moveTo>
                      <a:pt x="396" y="0"/>
                    </a:moveTo>
                    <a:cubicBezTo>
                      <a:pt x="396" y="0"/>
                      <a:pt x="1" y="1276"/>
                      <a:pt x="340" y="1903"/>
                    </a:cubicBezTo>
                    <a:lnTo>
                      <a:pt x="1414" y="1182"/>
                    </a:lnTo>
                    <a:lnTo>
                      <a:pt x="4463" y="3088"/>
                    </a:lnTo>
                    <a:lnTo>
                      <a:pt x="9672" y="7452"/>
                    </a:lnTo>
                    <a:lnTo>
                      <a:pt x="10759" y="6717"/>
                    </a:lnTo>
                    <a:lnTo>
                      <a:pt x="12528" y="8066"/>
                    </a:lnTo>
                    <a:lnTo>
                      <a:pt x="13409" y="4364"/>
                    </a:lnTo>
                    <a:lnTo>
                      <a:pt x="396" y="0"/>
                    </a:lnTo>
                    <a:close/>
                  </a:path>
                </a:pathLst>
              </a:custGeom>
              <a:solidFill>
                <a:srgbClr val="38364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73" name="Google Shape;1373;p34"/>
              <p:cNvSpPr/>
              <p:nvPr/>
            </p:nvSpPr>
            <p:spPr>
              <a:xfrm>
                <a:off x="7034075" y="2240450"/>
                <a:ext cx="66700" cy="73800"/>
              </a:xfrm>
              <a:custGeom>
                <a:rect b="b" l="l" r="r" t="t"/>
                <a:pathLst>
                  <a:path extrusionOk="0" h="2952" w="2668">
                    <a:moveTo>
                      <a:pt x="1035" y="1"/>
                    </a:moveTo>
                    <a:lnTo>
                      <a:pt x="1" y="585"/>
                    </a:lnTo>
                    <a:lnTo>
                      <a:pt x="1430" y="2951"/>
                    </a:lnTo>
                    <a:lnTo>
                      <a:pt x="2465" y="2354"/>
                    </a:lnTo>
                    <a:lnTo>
                      <a:pt x="2667" y="1035"/>
                    </a:lnTo>
                    <a:lnTo>
                      <a:pt x="1035" y="1"/>
                    </a:lnTo>
                    <a:close/>
                  </a:path>
                </a:pathLst>
              </a:custGeom>
              <a:solidFill>
                <a:srgbClr val="74273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74" name="Google Shape;1374;p34"/>
              <p:cNvSpPr/>
              <p:nvPr/>
            </p:nvSpPr>
            <p:spPr>
              <a:xfrm>
                <a:off x="6992950" y="2258150"/>
                <a:ext cx="62950" cy="74775"/>
              </a:xfrm>
              <a:custGeom>
                <a:rect b="b" l="l" r="r" t="t"/>
                <a:pathLst>
                  <a:path extrusionOk="0" h="2991" w="2518">
                    <a:moveTo>
                      <a:pt x="1074" y="1"/>
                    </a:moveTo>
                    <a:lnTo>
                      <a:pt x="1" y="624"/>
                    </a:lnTo>
                    <a:lnTo>
                      <a:pt x="1430" y="2991"/>
                    </a:lnTo>
                    <a:lnTo>
                      <a:pt x="2517" y="2367"/>
                    </a:lnTo>
                    <a:lnTo>
                      <a:pt x="2165" y="435"/>
                    </a:lnTo>
                    <a:lnTo>
                      <a:pt x="1074" y="1"/>
                    </a:lnTo>
                    <a:close/>
                  </a:path>
                </a:pathLst>
              </a:custGeom>
              <a:solidFill>
                <a:srgbClr val="2D2C3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75" name="Google Shape;1375;p34"/>
              <p:cNvSpPr/>
              <p:nvPr/>
            </p:nvSpPr>
            <p:spPr>
              <a:xfrm>
                <a:off x="6842725" y="2019075"/>
                <a:ext cx="367225" cy="247275"/>
              </a:xfrm>
              <a:custGeom>
                <a:rect b="b" l="l" r="r" t="t"/>
                <a:pathLst>
                  <a:path extrusionOk="0" h="9891" w="14689">
                    <a:moveTo>
                      <a:pt x="924" y="0"/>
                    </a:moveTo>
                    <a:lnTo>
                      <a:pt x="843" y="98"/>
                    </a:lnTo>
                    <a:lnTo>
                      <a:pt x="379" y="532"/>
                    </a:lnTo>
                    <a:lnTo>
                      <a:pt x="53" y="408"/>
                    </a:lnTo>
                    <a:lnTo>
                      <a:pt x="1" y="490"/>
                    </a:lnTo>
                    <a:lnTo>
                      <a:pt x="82" y="1035"/>
                    </a:lnTo>
                    <a:lnTo>
                      <a:pt x="461" y="1580"/>
                    </a:lnTo>
                    <a:lnTo>
                      <a:pt x="555" y="2083"/>
                    </a:lnTo>
                    <a:lnTo>
                      <a:pt x="1469" y="2517"/>
                    </a:lnTo>
                    <a:lnTo>
                      <a:pt x="1616" y="2628"/>
                    </a:lnTo>
                    <a:lnTo>
                      <a:pt x="1616" y="2448"/>
                    </a:lnTo>
                    <a:cubicBezTo>
                      <a:pt x="1616" y="1947"/>
                      <a:pt x="1876" y="1655"/>
                      <a:pt x="2255" y="1655"/>
                    </a:cubicBezTo>
                    <a:cubicBezTo>
                      <a:pt x="2418" y="1655"/>
                      <a:pt x="2604" y="1710"/>
                      <a:pt x="2801" y="1825"/>
                    </a:cubicBezTo>
                    <a:cubicBezTo>
                      <a:pt x="3454" y="2204"/>
                      <a:pt x="3983" y="3101"/>
                      <a:pt x="3983" y="3822"/>
                    </a:cubicBezTo>
                    <a:lnTo>
                      <a:pt x="3983" y="4312"/>
                    </a:lnTo>
                    <a:lnTo>
                      <a:pt x="10050" y="7821"/>
                    </a:lnTo>
                    <a:lnTo>
                      <a:pt x="10716" y="8177"/>
                    </a:lnTo>
                    <a:lnTo>
                      <a:pt x="10853" y="8258"/>
                    </a:lnTo>
                    <a:lnTo>
                      <a:pt x="10853" y="7808"/>
                    </a:lnTo>
                    <a:cubicBezTo>
                      <a:pt x="10853" y="7304"/>
                      <a:pt x="11118" y="7013"/>
                      <a:pt x="11500" y="7013"/>
                    </a:cubicBezTo>
                    <a:cubicBezTo>
                      <a:pt x="11665" y="7013"/>
                      <a:pt x="11852" y="7067"/>
                      <a:pt x="12048" y="7181"/>
                    </a:cubicBezTo>
                    <a:cubicBezTo>
                      <a:pt x="12701" y="7563"/>
                      <a:pt x="13233" y="8461"/>
                      <a:pt x="13233" y="9182"/>
                    </a:cubicBezTo>
                    <a:lnTo>
                      <a:pt x="13233" y="9521"/>
                    </a:lnTo>
                    <a:lnTo>
                      <a:pt x="13383" y="9603"/>
                    </a:lnTo>
                    <a:lnTo>
                      <a:pt x="13559" y="9698"/>
                    </a:lnTo>
                    <a:lnTo>
                      <a:pt x="14264" y="9890"/>
                    </a:lnTo>
                    <a:lnTo>
                      <a:pt x="14646" y="9495"/>
                    </a:lnTo>
                    <a:lnTo>
                      <a:pt x="14689" y="8963"/>
                    </a:lnTo>
                    <a:lnTo>
                      <a:pt x="14633" y="8787"/>
                    </a:lnTo>
                    <a:lnTo>
                      <a:pt x="14375" y="8516"/>
                    </a:lnTo>
                    <a:lnTo>
                      <a:pt x="14238" y="7047"/>
                    </a:lnTo>
                    <a:lnTo>
                      <a:pt x="14117" y="6760"/>
                    </a:lnTo>
                    <a:lnTo>
                      <a:pt x="12619" y="5686"/>
                    </a:lnTo>
                    <a:cubicBezTo>
                      <a:pt x="12619" y="5686"/>
                      <a:pt x="11180" y="3754"/>
                      <a:pt x="10919" y="3457"/>
                    </a:cubicBezTo>
                    <a:cubicBezTo>
                      <a:pt x="10674" y="3170"/>
                      <a:pt x="9724" y="2654"/>
                      <a:pt x="8895" y="2177"/>
                    </a:cubicBezTo>
                    <a:cubicBezTo>
                      <a:pt x="8079" y="1701"/>
                      <a:pt x="6881" y="1143"/>
                      <a:pt x="6392" y="953"/>
                    </a:cubicBezTo>
                    <a:cubicBezTo>
                      <a:pt x="6322" y="934"/>
                      <a:pt x="6215" y="925"/>
                      <a:pt x="6084" y="925"/>
                    </a:cubicBezTo>
                    <a:cubicBezTo>
                      <a:pt x="5493" y="925"/>
                      <a:pt x="4411" y="1095"/>
                      <a:pt x="4064" y="1172"/>
                    </a:cubicBezTo>
                    <a:cubicBezTo>
                      <a:pt x="3754" y="980"/>
                      <a:pt x="924" y="0"/>
                      <a:pt x="924" y="0"/>
                    </a:cubicBezTo>
                    <a:close/>
                  </a:path>
                </a:pathLst>
              </a:custGeom>
              <a:solidFill>
                <a:srgbClr val="DBAE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76" name="Google Shape;1376;p34"/>
              <p:cNvSpPr/>
              <p:nvPr/>
            </p:nvSpPr>
            <p:spPr>
              <a:xfrm>
                <a:off x="6888250" y="2066075"/>
                <a:ext cx="49000" cy="62975"/>
              </a:xfrm>
              <a:custGeom>
                <a:rect b="b" l="l" r="r" t="t"/>
                <a:pathLst>
                  <a:path extrusionOk="0" h="2519" w="1960">
                    <a:moveTo>
                      <a:pt x="542" y="0"/>
                    </a:moveTo>
                    <a:cubicBezTo>
                      <a:pt x="220" y="0"/>
                      <a:pt x="1" y="257"/>
                      <a:pt x="1" y="692"/>
                    </a:cubicBezTo>
                    <a:cubicBezTo>
                      <a:pt x="1" y="1319"/>
                      <a:pt x="435" y="2080"/>
                      <a:pt x="980" y="2393"/>
                    </a:cubicBezTo>
                    <a:cubicBezTo>
                      <a:pt x="1136" y="2478"/>
                      <a:pt x="1283" y="2519"/>
                      <a:pt x="1414" y="2519"/>
                    </a:cubicBezTo>
                    <a:cubicBezTo>
                      <a:pt x="1738" y="2519"/>
                      <a:pt x="1959" y="2267"/>
                      <a:pt x="1959" y="1822"/>
                    </a:cubicBezTo>
                    <a:cubicBezTo>
                      <a:pt x="1959" y="1208"/>
                      <a:pt x="1525" y="448"/>
                      <a:pt x="980" y="134"/>
                    </a:cubicBezTo>
                    <a:cubicBezTo>
                      <a:pt x="822" y="43"/>
                      <a:pt x="673" y="0"/>
                      <a:pt x="542" y="0"/>
                    </a:cubicBezTo>
                    <a:close/>
                  </a:path>
                </a:pathLst>
              </a:custGeom>
              <a:solidFill>
                <a:srgbClr val="DBAE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77" name="Google Shape;1377;p34"/>
              <p:cNvSpPr/>
              <p:nvPr/>
            </p:nvSpPr>
            <p:spPr>
              <a:xfrm>
                <a:off x="6879450" y="2054500"/>
                <a:ext cx="66600" cy="74750"/>
              </a:xfrm>
              <a:custGeom>
                <a:rect b="b" l="l" r="r" t="t"/>
                <a:pathLst>
                  <a:path extrusionOk="0" h="2990" w="2664">
                    <a:moveTo>
                      <a:pt x="730" y="0"/>
                    </a:moveTo>
                    <a:cubicBezTo>
                      <a:pt x="297" y="0"/>
                      <a:pt x="0" y="347"/>
                      <a:pt x="0" y="950"/>
                    </a:cubicBezTo>
                    <a:lnTo>
                      <a:pt x="0" y="1100"/>
                    </a:lnTo>
                    <a:lnTo>
                      <a:pt x="147" y="1211"/>
                    </a:lnTo>
                    <a:lnTo>
                      <a:pt x="147" y="1031"/>
                    </a:lnTo>
                    <a:cubicBezTo>
                      <a:pt x="147" y="530"/>
                      <a:pt x="407" y="238"/>
                      <a:pt x="786" y="238"/>
                    </a:cubicBezTo>
                    <a:cubicBezTo>
                      <a:pt x="949" y="238"/>
                      <a:pt x="1135" y="293"/>
                      <a:pt x="1332" y="408"/>
                    </a:cubicBezTo>
                    <a:cubicBezTo>
                      <a:pt x="1985" y="787"/>
                      <a:pt x="2514" y="1684"/>
                      <a:pt x="2514" y="2405"/>
                    </a:cubicBezTo>
                    <a:lnTo>
                      <a:pt x="2514" y="2895"/>
                    </a:lnTo>
                    <a:lnTo>
                      <a:pt x="2664" y="2990"/>
                    </a:lnTo>
                    <a:lnTo>
                      <a:pt x="2664" y="2500"/>
                    </a:lnTo>
                    <a:cubicBezTo>
                      <a:pt x="2664" y="1645"/>
                      <a:pt x="2066" y="610"/>
                      <a:pt x="1332" y="189"/>
                    </a:cubicBezTo>
                    <a:cubicBezTo>
                      <a:pt x="1115" y="61"/>
                      <a:pt x="911" y="0"/>
                      <a:pt x="730" y="0"/>
                    </a:cubicBezTo>
                    <a:close/>
                  </a:path>
                </a:pathLst>
              </a:custGeom>
              <a:solidFill>
                <a:srgbClr val="DBAE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78" name="Google Shape;1378;p34"/>
              <p:cNvSpPr/>
              <p:nvPr/>
            </p:nvSpPr>
            <p:spPr>
              <a:xfrm>
                <a:off x="7119425" y="2200000"/>
                <a:ext cx="49000" cy="62900"/>
              </a:xfrm>
              <a:custGeom>
                <a:rect b="b" l="l" r="r" t="t"/>
                <a:pathLst>
                  <a:path extrusionOk="0" h="2516" w="1960">
                    <a:moveTo>
                      <a:pt x="537" y="1"/>
                    </a:moveTo>
                    <a:cubicBezTo>
                      <a:pt x="219" y="1"/>
                      <a:pt x="1" y="253"/>
                      <a:pt x="1" y="695"/>
                    </a:cubicBezTo>
                    <a:cubicBezTo>
                      <a:pt x="1" y="1318"/>
                      <a:pt x="438" y="2066"/>
                      <a:pt x="980" y="2379"/>
                    </a:cubicBezTo>
                    <a:cubicBezTo>
                      <a:pt x="1141" y="2471"/>
                      <a:pt x="1291" y="2515"/>
                      <a:pt x="1424" y="2515"/>
                    </a:cubicBezTo>
                    <a:cubicBezTo>
                      <a:pt x="1743" y="2515"/>
                      <a:pt x="1959" y="2263"/>
                      <a:pt x="1959" y="1821"/>
                    </a:cubicBezTo>
                    <a:cubicBezTo>
                      <a:pt x="1959" y="1211"/>
                      <a:pt x="1525" y="450"/>
                      <a:pt x="980" y="137"/>
                    </a:cubicBezTo>
                    <a:cubicBezTo>
                      <a:pt x="821" y="45"/>
                      <a:pt x="670" y="1"/>
                      <a:pt x="537" y="1"/>
                    </a:cubicBezTo>
                    <a:close/>
                  </a:path>
                </a:pathLst>
              </a:custGeom>
              <a:solidFill>
                <a:srgbClr val="DBAE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79" name="Google Shape;1379;p34"/>
              <p:cNvSpPr/>
              <p:nvPr/>
            </p:nvSpPr>
            <p:spPr>
              <a:xfrm>
                <a:off x="7110625" y="2188325"/>
                <a:ext cx="66700" cy="70850"/>
              </a:xfrm>
              <a:custGeom>
                <a:rect b="b" l="l" r="r" t="t"/>
                <a:pathLst>
                  <a:path extrusionOk="0" h="2834" w="2668">
                    <a:moveTo>
                      <a:pt x="738" y="1"/>
                    </a:moveTo>
                    <a:cubicBezTo>
                      <a:pt x="301" y="1"/>
                      <a:pt x="0" y="350"/>
                      <a:pt x="0" y="956"/>
                    </a:cubicBezTo>
                    <a:lnTo>
                      <a:pt x="0" y="1407"/>
                    </a:lnTo>
                    <a:lnTo>
                      <a:pt x="137" y="1488"/>
                    </a:lnTo>
                    <a:lnTo>
                      <a:pt x="137" y="1038"/>
                    </a:lnTo>
                    <a:cubicBezTo>
                      <a:pt x="137" y="534"/>
                      <a:pt x="402" y="243"/>
                      <a:pt x="784" y="243"/>
                    </a:cubicBezTo>
                    <a:cubicBezTo>
                      <a:pt x="949" y="243"/>
                      <a:pt x="1136" y="297"/>
                      <a:pt x="1332" y="411"/>
                    </a:cubicBezTo>
                    <a:cubicBezTo>
                      <a:pt x="1985" y="793"/>
                      <a:pt x="2517" y="1691"/>
                      <a:pt x="2517" y="2412"/>
                    </a:cubicBezTo>
                    <a:lnTo>
                      <a:pt x="2517" y="2751"/>
                    </a:lnTo>
                    <a:lnTo>
                      <a:pt x="2667" y="2833"/>
                    </a:lnTo>
                    <a:lnTo>
                      <a:pt x="2667" y="2507"/>
                    </a:lnTo>
                    <a:cubicBezTo>
                      <a:pt x="2667" y="1651"/>
                      <a:pt x="2066" y="617"/>
                      <a:pt x="1332" y="183"/>
                    </a:cubicBezTo>
                    <a:cubicBezTo>
                      <a:pt x="1119" y="59"/>
                      <a:pt x="917" y="1"/>
                      <a:pt x="738" y="1"/>
                    </a:cubicBezTo>
                    <a:close/>
                  </a:path>
                </a:pathLst>
              </a:custGeom>
              <a:solidFill>
                <a:srgbClr val="DBAE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80" name="Google Shape;1380;p34"/>
              <p:cNvSpPr/>
              <p:nvPr/>
            </p:nvSpPr>
            <p:spPr>
              <a:xfrm>
                <a:off x="7071525" y="2195250"/>
                <a:ext cx="127825" cy="144525"/>
              </a:xfrm>
              <a:custGeom>
                <a:rect b="b" l="l" r="r" t="t"/>
                <a:pathLst>
                  <a:path extrusionOk="0" h="5781" w="5113">
                    <a:moveTo>
                      <a:pt x="5086" y="0"/>
                    </a:moveTo>
                    <a:lnTo>
                      <a:pt x="4910" y="245"/>
                    </a:lnTo>
                    <a:lnTo>
                      <a:pt x="1238" y="2380"/>
                    </a:lnTo>
                    <a:lnTo>
                      <a:pt x="1" y="2951"/>
                    </a:lnTo>
                    <a:lnTo>
                      <a:pt x="40" y="5781"/>
                    </a:lnTo>
                    <a:lnTo>
                      <a:pt x="774" y="5670"/>
                    </a:lnTo>
                    <a:lnTo>
                      <a:pt x="1946" y="5099"/>
                    </a:lnTo>
                    <a:lnTo>
                      <a:pt x="4163" y="3823"/>
                    </a:lnTo>
                    <a:lnTo>
                      <a:pt x="4828" y="3317"/>
                    </a:lnTo>
                    <a:lnTo>
                      <a:pt x="5112" y="2843"/>
                    </a:lnTo>
                    <a:lnTo>
                      <a:pt x="5086" y="0"/>
                    </a:lnTo>
                    <a:close/>
                  </a:path>
                </a:pathLst>
              </a:custGeom>
              <a:solidFill>
                <a:srgbClr val="DBAE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81" name="Google Shape;1381;p34"/>
              <p:cNvSpPr/>
              <p:nvPr/>
            </p:nvSpPr>
            <p:spPr>
              <a:xfrm>
                <a:off x="7029675" y="2161225"/>
                <a:ext cx="169025" cy="107825"/>
              </a:xfrm>
              <a:custGeom>
                <a:rect b="b" l="l" r="r" t="t"/>
                <a:pathLst>
                  <a:path extrusionOk="0" h="4313" w="6761">
                    <a:moveTo>
                      <a:pt x="5141" y="0"/>
                    </a:moveTo>
                    <a:lnTo>
                      <a:pt x="0" y="2980"/>
                    </a:lnTo>
                    <a:lnTo>
                      <a:pt x="1675" y="4312"/>
                    </a:lnTo>
                    <a:lnTo>
                      <a:pt x="2775" y="3878"/>
                    </a:lnTo>
                    <a:lnTo>
                      <a:pt x="3904" y="3333"/>
                    </a:lnTo>
                    <a:lnTo>
                      <a:pt x="5742" y="2272"/>
                    </a:lnTo>
                    <a:lnTo>
                      <a:pt x="6584" y="1606"/>
                    </a:lnTo>
                    <a:lnTo>
                      <a:pt x="6760" y="1361"/>
                    </a:lnTo>
                    <a:lnTo>
                      <a:pt x="6639" y="1074"/>
                    </a:lnTo>
                    <a:lnTo>
                      <a:pt x="5141" y="0"/>
                    </a:lnTo>
                    <a:close/>
                  </a:path>
                </a:pathLst>
              </a:custGeom>
              <a:solidFill>
                <a:srgbClr val="FFE03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82" name="Google Shape;1382;p34"/>
              <p:cNvSpPr/>
              <p:nvPr/>
            </p:nvSpPr>
            <p:spPr>
              <a:xfrm>
                <a:off x="6993275" y="2105475"/>
                <a:ext cx="164950" cy="130275"/>
              </a:xfrm>
              <a:custGeom>
                <a:rect b="b" l="l" r="r" t="t"/>
                <a:pathLst>
                  <a:path extrusionOk="0" h="5211" w="6598">
                    <a:moveTo>
                      <a:pt x="4897" y="1"/>
                    </a:moveTo>
                    <a:lnTo>
                      <a:pt x="4600" y="353"/>
                    </a:lnTo>
                    <a:lnTo>
                      <a:pt x="3918" y="830"/>
                    </a:lnTo>
                    <a:lnTo>
                      <a:pt x="2070" y="1891"/>
                    </a:lnTo>
                    <a:lnTo>
                      <a:pt x="1022" y="2420"/>
                    </a:lnTo>
                    <a:lnTo>
                      <a:pt x="1" y="2844"/>
                    </a:lnTo>
                    <a:lnTo>
                      <a:pt x="1456" y="5210"/>
                    </a:lnTo>
                    <a:lnTo>
                      <a:pt x="2680" y="4773"/>
                    </a:lnTo>
                    <a:lnTo>
                      <a:pt x="3836" y="4231"/>
                    </a:lnTo>
                    <a:lnTo>
                      <a:pt x="5876" y="3033"/>
                    </a:lnTo>
                    <a:lnTo>
                      <a:pt x="6326" y="2664"/>
                    </a:lnTo>
                    <a:lnTo>
                      <a:pt x="6597" y="2230"/>
                    </a:lnTo>
                    <a:lnTo>
                      <a:pt x="4897" y="1"/>
                    </a:lnTo>
                    <a:close/>
                  </a:path>
                </a:pathLst>
              </a:custGeom>
              <a:solidFill>
                <a:srgbClr val="50505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83" name="Google Shape;1383;p34"/>
              <p:cNvSpPr/>
              <p:nvPr/>
            </p:nvSpPr>
            <p:spPr>
              <a:xfrm>
                <a:off x="6955250" y="2044900"/>
                <a:ext cx="165800" cy="95450"/>
              </a:xfrm>
              <a:custGeom>
                <a:rect b="b" l="l" r="r" t="t"/>
                <a:pathLst>
                  <a:path extrusionOk="0" h="3818" w="6632">
                    <a:moveTo>
                      <a:pt x="1720" y="1"/>
                    </a:moveTo>
                    <a:cubicBezTo>
                      <a:pt x="1214" y="1"/>
                      <a:pt x="1" y="384"/>
                      <a:pt x="1" y="384"/>
                    </a:cubicBezTo>
                    <a:lnTo>
                      <a:pt x="6336" y="3798"/>
                    </a:lnTo>
                    <a:cubicBezTo>
                      <a:pt x="6336" y="3798"/>
                      <a:pt x="6399" y="3817"/>
                      <a:pt x="6466" y="3817"/>
                    </a:cubicBezTo>
                    <a:cubicBezTo>
                      <a:pt x="6547" y="3817"/>
                      <a:pt x="6632" y="3789"/>
                      <a:pt x="6610" y="3661"/>
                    </a:cubicBezTo>
                    <a:cubicBezTo>
                      <a:pt x="6568" y="3416"/>
                      <a:pt x="5589" y="2029"/>
                      <a:pt x="5589" y="2029"/>
                    </a:cubicBezTo>
                    <a:cubicBezTo>
                      <a:pt x="5589" y="2029"/>
                      <a:pt x="4965" y="1595"/>
                      <a:pt x="4068" y="1089"/>
                    </a:cubicBezTo>
                    <a:cubicBezTo>
                      <a:pt x="3154" y="586"/>
                      <a:pt x="2191" y="97"/>
                      <a:pt x="1766" y="2"/>
                    </a:cubicBezTo>
                    <a:cubicBezTo>
                      <a:pt x="1752" y="1"/>
                      <a:pt x="1736" y="1"/>
                      <a:pt x="1720" y="1"/>
                    </a:cubicBezTo>
                    <a:close/>
                  </a:path>
                </a:pathLst>
              </a:custGeom>
              <a:solidFill>
                <a:srgbClr val="2D2C3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84" name="Google Shape;1384;p34"/>
              <p:cNvSpPr/>
              <p:nvPr/>
            </p:nvSpPr>
            <p:spPr>
              <a:xfrm>
                <a:off x="6743425" y="2021525"/>
                <a:ext cx="204025" cy="103000"/>
              </a:xfrm>
              <a:custGeom>
                <a:rect b="b" l="l" r="r" t="t"/>
                <a:pathLst>
                  <a:path extrusionOk="0" h="4120" w="8161">
                    <a:moveTo>
                      <a:pt x="4815" y="0"/>
                    </a:moveTo>
                    <a:lnTo>
                      <a:pt x="3986" y="245"/>
                    </a:lnTo>
                    <a:lnTo>
                      <a:pt x="3046" y="611"/>
                    </a:lnTo>
                    <a:lnTo>
                      <a:pt x="1508" y="1508"/>
                    </a:lnTo>
                    <a:lnTo>
                      <a:pt x="708" y="2135"/>
                    </a:lnTo>
                    <a:lnTo>
                      <a:pt x="0" y="2788"/>
                    </a:lnTo>
                    <a:lnTo>
                      <a:pt x="3019" y="4119"/>
                    </a:lnTo>
                    <a:lnTo>
                      <a:pt x="8160" y="1143"/>
                    </a:lnTo>
                    <a:lnTo>
                      <a:pt x="4815" y="0"/>
                    </a:lnTo>
                    <a:close/>
                  </a:path>
                </a:pathLst>
              </a:custGeom>
              <a:solidFill>
                <a:srgbClr val="FFE03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85" name="Google Shape;1385;p34"/>
              <p:cNvSpPr/>
              <p:nvPr/>
            </p:nvSpPr>
            <p:spPr>
              <a:xfrm>
                <a:off x="6818900" y="2042900"/>
                <a:ext cx="183625" cy="81625"/>
              </a:xfrm>
              <a:custGeom>
                <a:rect b="b" l="l" r="r" t="t"/>
                <a:pathLst>
                  <a:path extrusionOk="0" h="3265" w="7345">
                    <a:moveTo>
                      <a:pt x="6963" y="0"/>
                    </a:moveTo>
                    <a:lnTo>
                      <a:pt x="5141" y="219"/>
                    </a:lnTo>
                    <a:lnTo>
                      <a:pt x="4420" y="395"/>
                    </a:lnTo>
                    <a:lnTo>
                      <a:pt x="3278" y="843"/>
                    </a:lnTo>
                    <a:lnTo>
                      <a:pt x="1796" y="1701"/>
                    </a:lnTo>
                    <a:lnTo>
                      <a:pt x="885" y="2448"/>
                    </a:lnTo>
                    <a:lnTo>
                      <a:pt x="0" y="3264"/>
                    </a:lnTo>
                    <a:lnTo>
                      <a:pt x="2448" y="2830"/>
                    </a:lnTo>
                    <a:lnTo>
                      <a:pt x="7345" y="0"/>
                    </a:lnTo>
                    <a:close/>
                  </a:path>
                </a:pathLst>
              </a:custGeom>
              <a:solidFill>
                <a:srgbClr val="50505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86" name="Google Shape;1386;p34"/>
              <p:cNvSpPr/>
              <p:nvPr/>
            </p:nvSpPr>
            <p:spPr>
              <a:xfrm>
                <a:off x="6818900" y="2042900"/>
                <a:ext cx="183625" cy="81625"/>
              </a:xfrm>
              <a:custGeom>
                <a:rect b="b" l="l" r="r" t="t"/>
                <a:pathLst>
                  <a:path extrusionOk="0" h="3265" w="7345">
                    <a:moveTo>
                      <a:pt x="6963" y="0"/>
                    </a:moveTo>
                    <a:lnTo>
                      <a:pt x="5141" y="219"/>
                    </a:lnTo>
                    <a:lnTo>
                      <a:pt x="4420" y="395"/>
                    </a:lnTo>
                    <a:lnTo>
                      <a:pt x="3278" y="843"/>
                    </a:lnTo>
                    <a:lnTo>
                      <a:pt x="1796" y="1701"/>
                    </a:lnTo>
                    <a:lnTo>
                      <a:pt x="885" y="2448"/>
                    </a:lnTo>
                    <a:lnTo>
                      <a:pt x="0" y="3264"/>
                    </a:lnTo>
                    <a:lnTo>
                      <a:pt x="203" y="3225"/>
                    </a:lnTo>
                    <a:lnTo>
                      <a:pt x="993" y="2491"/>
                    </a:lnTo>
                    <a:lnTo>
                      <a:pt x="1916" y="1740"/>
                    </a:lnTo>
                    <a:lnTo>
                      <a:pt x="3385" y="898"/>
                    </a:lnTo>
                    <a:lnTo>
                      <a:pt x="4544" y="435"/>
                    </a:lnTo>
                    <a:lnTo>
                      <a:pt x="5262" y="258"/>
                    </a:lnTo>
                    <a:lnTo>
                      <a:pt x="7074" y="43"/>
                    </a:lnTo>
                    <a:lnTo>
                      <a:pt x="7263" y="43"/>
                    </a:lnTo>
                    <a:lnTo>
                      <a:pt x="7345" y="0"/>
                    </a:lnTo>
                    <a:close/>
                  </a:path>
                </a:pathLst>
              </a:custGeom>
              <a:solidFill>
                <a:srgbClr val="2D2C3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87" name="Google Shape;1387;p34"/>
              <p:cNvSpPr/>
              <p:nvPr/>
            </p:nvSpPr>
            <p:spPr>
              <a:xfrm>
                <a:off x="6823950" y="2051375"/>
                <a:ext cx="125850" cy="72175"/>
              </a:xfrm>
              <a:custGeom>
                <a:rect b="b" l="l" r="r" t="t"/>
                <a:pathLst>
                  <a:path extrusionOk="0" h="2887" w="5034">
                    <a:moveTo>
                      <a:pt x="4734" y="1"/>
                    </a:moveTo>
                    <a:lnTo>
                      <a:pt x="4342" y="96"/>
                    </a:lnTo>
                    <a:lnTo>
                      <a:pt x="3183" y="559"/>
                    </a:lnTo>
                    <a:lnTo>
                      <a:pt x="1714" y="1401"/>
                    </a:lnTo>
                    <a:lnTo>
                      <a:pt x="791" y="2152"/>
                    </a:lnTo>
                    <a:lnTo>
                      <a:pt x="1" y="2886"/>
                    </a:lnTo>
                    <a:lnTo>
                      <a:pt x="1" y="2886"/>
                    </a:lnTo>
                    <a:lnTo>
                      <a:pt x="1714" y="2586"/>
                    </a:lnTo>
                    <a:lnTo>
                      <a:pt x="2436" y="2002"/>
                    </a:lnTo>
                    <a:lnTo>
                      <a:pt x="3771" y="1036"/>
                    </a:lnTo>
                    <a:lnTo>
                      <a:pt x="5034" y="383"/>
                    </a:lnTo>
                    <a:lnTo>
                      <a:pt x="4884" y="1"/>
                    </a:lnTo>
                    <a:close/>
                  </a:path>
                </a:pathLst>
              </a:custGeom>
              <a:solidFill>
                <a:srgbClr val="2D2C3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88" name="Google Shape;1388;p34"/>
              <p:cNvSpPr/>
              <p:nvPr/>
            </p:nvSpPr>
            <p:spPr>
              <a:xfrm>
                <a:off x="6817500" y="2099375"/>
                <a:ext cx="80650" cy="26200"/>
              </a:xfrm>
              <a:custGeom>
                <a:rect b="b" l="l" r="r" t="t"/>
                <a:pathLst>
                  <a:path extrusionOk="0" h="1048" w="3226">
                    <a:moveTo>
                      <a:pt x="3226" y="0"/>
                    </a:moveTo>
                    <a:cubicBezTo>
                      <a:pt x="3226" y="0"/>
                      <a:pt x="2599" y="379"/>
                      <a:pt x="2573" y="379"/>
                    </a:cubicBezTo>
                    <a:cubicBezTo>
                      <a:pt x="2544" y="379"/>
                      <a:pt x="2123" y="434"/>
                      <a:pt x="1744" y="490"/>
                    </a:cubicBezTo>
                    <a:cubicBezTo>
                      <a:pt x="1375" y="558"/>
                      <a:pt x="859" y="653"/>
                      <a:pt x="370" y="803"/>
                    </a:cubicBezTo>
                    <a:cubicBezTo>
                      <a:pt x="370" y="774"/>
                      <a:pt x="464" y="624"/>
                      <a:pt x="464" y="624"/>
                    </a:cubicBezTo>
                    <a:lnTo>
                      <a:pt x="464" y="624"/>
                    </a:lnTo>
                    <a:lnTo>
                      <a:pt x="30" y="803"/>
                    </a:lnTo>
                    <a:lnTo>
                      <a:pt x="1" y="1048"/>
                    </a:lnTo>
                    <a:lnTo>
                      <a:pt x="1499" y="666"/>
                    </a:lnTo>
                    <a:lnTo>
                      <a:pt x="2504" y="571"/>
                    </a:lnTo>
                    <a:lnTo>
                      <a:pt x="3226" y="0"/>
                    </a:lnTo>
                    <a:close/>
                  </a:path>
                </a:pathLst>
              </a:custGeom>
              <a:solidFill>
                <a:srgbClr val="FFE03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89" name="Google Shape;1389;p34"/>
              <p:cNvSpPr/>
              <p:nvPr/>
            </p:nvSpPr>
            <p:spPr>
              <a:xfrm>
                <a:off x="6880100" y="2042900"/>
                <a:ext cx="235600" cy="133675"/>
              </a:xfrm>
              <a:custGeom>
                <a:rect b="b" l="l" r="r" t="t"/>
                <a:pathLst>
                  <a:path extrusionOk="0" h="5347" w="9424">
                    <a:moveTo>
                      <a:pt x="4897" y="0"/>
                    </a:moveTo>
                    <a:lnTo>
                      <a:pt x="4162" y="232"/>
                    </a:lnTo>
                    <a:lnTo>
                      <a:pt x="3509" y="516"/>
                    </a:lnTo>
                    <a:lnTo>
                      <a:pt x="1688" y="1564"/>
                    </a:lnTo>
                    <a:lnTo>
                      <a:pt x="856" y="2148"/>
                    </a:lnTo>
                    <a:lnTo>
                      <a:pt x="0" y="2830"/>
                    </a:lnTo>
                    <a:lnTo>
                      <a:pt x="4528" y="5347"/>
                    </a:lnTo>
                    <a:lnTo>
                      <a:pt x="5549" y="4923"/>
                    </a:lnTo>
                    <a:lnTo>
                      <a:pt x="6597" y="4394"/>
                    </a:lnTo>
                    <a:lnTo>
                      <a:pt x="8445" y="3333"/>
                    </a:lnTo>
                    <a:lnTo>
                      <a:pt x="9127" y="2856"/>
                    </a:lnTo>
                    <a:lnTo>
                      <a:pt x="9424" y="2504"/>
                    </a:lnTo>
                    <a:lnTo>
                      <a:pt x="6992" y="1035"/>
                    </a:lnTo>
                    <a:lnTo>
                      <a:pt x="4897" y="0"/>
                    </a:lnTo>
                    <a:close/>
                  </a:path>
                </a:pathLst>
              </a:custGeom>
              <a:solidFill>
                <a:srgbClr val="FFE03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90" name="Google Shape;1390;p34"/>
              <p:cNvSpPr/>
              <p:nvPr/>
            </p:nvSpPr>
            <p:spPr>
              <a:xfrm>
                <a:off x="6990250" y="2170775"/>
                <a:ext cx="70775" cy="67325"/>
              </a:xfrm>
              <a:custGeom>
                <a:rect b="b" l="l" r="r" t="t"/>
                <a:pathLst>
                  <a:path extrusionOk="0" h="2693" w="2831">
                    <a:moveTo>
                      <a:pt x="680" y="0"/>
                    </a:moveTo>
                    <a:lnTo>
                      <a:pt x="1" y="108"/>
                    </a:lnTo>
                    <a:lnTo>
                      <a:pt x="1019" y="2216"/>
                    </a:lnTo>
                    <a:cubicBezTo>
                      <a:pt x="1019" y="2216"/>
                      <a:pt x="1457" y="2693"/>
                      <a:pt x="1577" y="2693"/>
                    </a:cubicBezTo>
                    <a:cubicBezTo>
                      <a:pt x="1715" y="2693"/>
                      <a:pt x="2831" y="2148"/>
                      <a:pt x="2831" y="2148"/>
                    </a:cubicBezTo>
                    <a:lnTo>
                      <a:pt x="2831" y="2148"/>
                    </a:lnTo>
                    <a:cubicBezTo>
                      <a:pt x="2831" y="2148"/>
                      <a:pt x="2162" y="2256"/>
                      <a:pt x="1701" y="2272"/>
                    </a:cubicBezTo>
                    <a:cubicBezTo>
                      <a:pt x="1577" y="1998"/>
                      <a:pt x="435" y="258"/>
                      <a:pt x="435" y="258"/>
                    </a:cubicBezTo>
                    <a:lnTo>
                      <a:pt x="680" y="0"/>
                    </a:lnTo>
                    <a:close/>
                  </a:path>
                </a:pathLst>
              </a:custGeom>
              <a:solidFill>
                <a:srgbClr val="FFE03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91" name="Google Shape;1391;p34"/>
              <p:cNvSpPr/>
              <p:nvPr/>
            </p:nvSpPr>
            <p:spPr>
              <a:xfrm>
                <a:off x="6770600" y="2139100"/>
                <a:ext cx="37800" cy="67350"/>
              </a:xfrm>
              <a:custGeom>
                <a:rect b="b" l="l" r="r" t="t"/>
                <a:pathLst>
                  <a:path extrusionOk="0" h="2694" w="1512">
                    <a:moveTo>
                      <a:pt x="640" y="1"/>
                    </a:moveTo>
                    <a:lnTo>
                      <a:pt x="0" y="125"/>
                    </a:lnTo>
                    <a:lnTo>
                      <a:pt x="532" y="2694"/>
                    </a:lnTo>
                    <a:lnTo>
                      <a:pt x="1185" y="2573"/>
                    </a:lnTo>
                    <a:lnTo>
                      <a:pt x="1293" y="2380"/>
                    </a:lnTo>
                    <a:lnTo>
                      <a:pt x="1511" y="1062"/>
                    </a:lnTo>
                    <a:lnTo>
                      <a:pt x="640" y="1"/>
                    </a:lnTo>
                    <a:close/>
                  </a:path>
                </a:pathLst>
              </a:custGeom>
              <a:solidFill>
                <a:srgbClr val="2D2C3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92" name="Google Shape;1392;p34"/>
              <p:cNvSpPr/>
              <p:nvPr/>
            </p:nvSpPr>
            <p:spPr>
              <a:xfrm>
                <a:off x="6770925" y="2138700"/>
                <a:ext cx="44900" cy="65000"/>
              </a:xfrm>
              <a:custGeom>
                <a:rect b="b" l="l" r="r" t="t"/>
                <a:pathLst>
                  <a:path extrusionOk="0" h="2600" w="1796">
                    <a:moveTo>
                      <a:pt x="722" y="1"/>
                    </a:moveTo>
                    <a:cubicBezTo>
                      <a:pt x="500" y="1"/>
                      <a:pt x="300" y="164"/>
                      <a:pt x="193" y="480"/>
                    </a:cubicBezTo>
                    <a:cubicBezTo>
                      <a:pt x="0" y="1038"/>
                      <a:pt x="150" y="1867"/>
                      <a:pt x="545" y="2315"/>
                    </a:cubicBezTo>
                    <a:cubicBezTo>
                      <a:pt x="708" y="2507"/>
                      <a:pt x="889" y="2600"/>
                      <a:pt x="1056" y="2600"/>
                    </a:cubicBezTo>
                    <a:cubicBezTo>
                      <a:pt x="1282" y="2600"/>
                      <a:pt x="1485" y="2432"/>
                      <a:pt x="1593" y="2112"/>
                    </a:cubicBezTo>
                    <a:cubicBezTo>
                      <a:pt x="1795" y="1554"/>
                      <a:pt x="1632" y="738"/>
                      <a:pt x="1241" y="291"/>
                    </a:cubicBezTo>
                    <a:cubicBezTo>
                      <a:pt x="1075" y="96"/>
                      <a:pt x="892" y="1"/>
                      <a:pt x="722" y="1"/>
                    </a:cubicBezTo>
                    <a:close/>
                  </a:path>
                </a:pathLst>
              </a:custGeom>
              <a:solidFill>
                <a:srgbClr val="2D2C3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93" name="Google Shape;1393;p34"/>
              <p:cNvSpPr/>
              <p:nvPr/>
            </p:nvSpPr>
            <p:spPr>
              <a:xfrm>
                <a:off x="6755000" y="2141800"/>
                <a:ext cx="44900" cy="64950"/>
              </a:xfrm>
              <a:custGeom>
                <a:rect b="b" l="l" r="r" t="t"/>
                <a:pathLst>
                  <a:path extrusionOk="0" h="2598" w="1796">
                    <a:moveTo>
                      <a:pt x="726" y="1"/>
                    </a:moveTo>
                    <a:cubicBezTo>
                      <a:pt x="499" y="1"/>
                      <a:pt x="298" y="168"/>
                      <a:pt x="190" y="493"/>
                    </a:cubicBezTo>
                    <a:cubicBezTo>
                      <a:pt x="1" y="1048"/>
                      <a:pt x="164" y="1864"/>
                      <a:pt x="543" y="2315"/>
                    </a:cubicBezTo>
                    <a:cubicBezTo>
                      <a:pt x="711" y="2505"/>
                      <a:pt x="891" y="2597"/>
                      <a:pt x="1059" y="2597"/>
                    </a:cubicBezTo>
                    <a:cubicBezTo>
                      <a:pt x="1285" y="2597"/>
                      <a:pt x="1487" y="2429"/>
                      <a:pt x="1603" y="2109"/>
                    </a:cubicBezTo>
                    <a:cubicBezTo>
                      <a:pt x="1796" y="1554"/>
                      <a:pt x="1633" y="738"/>
                      <a:pt x="1251" y="288"/>
                    </a:cubicBezTo>
                    <a:cubicBezTo>
                      <a:pt x="1081" y="96"/>
                      <a:pt x="896" y="1"/>
                      <a:pt x="726" y="1"/>
                    </a:cubicBezTo>
                    <a:close/>
                  </a:path>
                </a:pathLst>
              </a:custGeom>
              <a:solidFill>
                <a:srgbClr val="2D2C3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94" name="Google Shape;1394;p34"/>
              <p:cNvSpPr/>
              <p:nvPr/>
            </p:nvSpPr>
            <p:spPr>
              <a:xfrm>
                <a:off x="6755975" y="2144875"/>
                <a:ext cx="40825" cy="59275"/>
              </a:xfrm>
              <a:custGeom>
                <a:rect b="b" l="l" r="r" t="t"/>
                <a:pathLst>
                  <a:path extrusionOk="0" h="2371" w="1633">
                    <a:moveTo>
                      <a:pt x="660" y="0"/>
                    </a:moveTo>
                    <a:cubicBezTo>
                      <a:pt x="452" y="0"/>
                      <a:pt x="265" y="154"/>
                      <a:pt x="164" y="452"/>
                    </a:cubicBezTo>
                    <a:cubicBezTo>
                      <a:pt x="1" y="955"/>
                      <a:pt x="138" y="1702"/>
                      <a:pt x="490" y="2110"/>
                    </a:cubicBezTo>
                    <a:cubicBezTo>
                      <a:pt x="642" y="2285"/>
                      <a:pt x="809" y="2370"/>
                      <a:pt x="964" y="2370"/>
                    </a:cubicBezTo>
                    <a:cubicBezTo>
                      <a:pt x="1171" y="2370"/>
                      <a:pt x="1356" y="2220"/>
                      <a:pt x="1457" y="1934"/>
                    </a:cubicBezTo>
                    <a:cubicBezTo>
                      <a:pt x="1633" y="1415"/>
                      <a:pt x="1483" y="667"/>
                      <a:pt x="1130" y="259"/>
                    </a:cubicBezTo>
                    <a:cubicBezTo>
                      <a:pt x="980" y="85"/>
                      <a:pt x="814" y="0"/>
                      <a:pt x="660" y="0"/>
                    </a:cubicBezTo>
                    <a:close/>
                  </a:path>
                </a:pathLst>
              </a:custGeom>
              <a:solidFill>
                <a:srgbClr val="50505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95" name="Google Shape;1395;p34"/>
              <p:cNvSpPr/>
              <p:nvPr/>
            </p:nvSpPr>
            <p:spPr>
              <a:xfrm>
                <a:off x="6760725" y="2153625"/>
                <a:ext cx="27275" cy="42250"/>
              </a:xfrm>
              <a:custGeom>
                <a:rect b="b" l="l" r="r" t="t"/>
                <a:pathLst>
                  <a:path extrusionOk="0" h="1690" w="1091">
                    <a:moveTo>
                      <a:pt x="459" y="0"/>
                    </a:moveTo>
                    <a:cubicBezTo>
                      <a:pt x="314" y="0"/>
                      <a:pt x="186" y="108"/>
                      <a:pt x="124" y="317"/>
                    </a:cubicBezTo>
                    <a:cubicBezTo>
                      <a:pt x="0" y="673"/>
                      <a:pt x="98" y="1215"/>
                      <a:pt x="356" y="1502"/>
                    </a:cubicBezTo>
                    <a:cubicBezTo>
                      <a:pt x="461" y="1625"/>
                      <a:pt x="578" y="1689"/>
                      <a:pt x="690" y="1689"/>
                    </a:cubicBezTo>
                    <a:cubicBezTo>
                      <a:pt x="739" y="1689"/>
                      <a:pt x="787" y="1677"/>
                      <a:pt x="833" y="1652"/>
                    </a:cubicBezTo>
                    <a:cubicBezTo>
                      <a:pt x="898" y="1610"/>
                      <a:pt x="966" y="1541"/>
                      <a:pt x="1009" y="1434"/>
                    </a:cubicBezTo>
                    <a:cubicBezTo>
                      <a:pt x="1022" y="1421"/>
                      <a:pt x="1022" y="1391"/>
                      <a:pt x="1035" y="1378"/>
                    </a:cubicBezTo>
                    <a:cubicBezTo>
                      <a:pt x="1048" y="1339"/>
                      <a:pt x="1048" y="1310"/>
                      <a:pt x="1061" y="1270"/>
                    </a:cubicBezTo>
                    <a:cubicBezTo>
                      <a:pt x="1077" y="1215"/>
                      <a:pt x="1090" y="1146"/>
                      <a:pt x="1090" y="1081"/>
                    </a:cubicBezTo>
                    <a:lnTo>
                      <a:pt x="1090" y="957"/>
                    </a:lnTo>
                    <a:cubicBezTo>
                      <a:pt x="1077" y="862"/>
                      <a:pt x="1061" y="781"/>
                      <a:pt x="1048" y="699"/>
                    </a:cubicBezTo>
                    <a:cubicBezTo>
                      <a:pt x="1048" y="673"/>
                      <a:pt x="1035" y="657"/>
                      <a:pt x="1035" y="631"/>
                    </a:cubicBezTo>
                    <a:cubicBezTo>
                      <a:pt x="1009" y="562"/>
                      <a:pt x="979" y="481"/>
                      <a:pt x="953" y="412"/>
                    </a:cubicBezTo>
                    <a:cubicBezTo>
                      <a:pt x="927" y="360"/>
                      <a:pt x="898" y="317"/>
                      <a:pt x="859" y="265"/>
                    </a:cubicBezTo>
                    <a:cubicBezTo>
                      <a:pt x="846" y="236"/>
                      <a:pt x="833" y="210"/>
                      <a:pt x="803" y="183"/>
                    </a:cubicBezTo>
                    <a:cubicBezTo>
                      <a:pt x="777" y="167"/>
                      <a:pt x="764" y="141"/>
                      <a:pt x="735" y="115"/>
                    </a:cubicBezTo>
                    <a:cubicBezTo>
                      <a:pt x="708" y="102"/>
                      <a:pt x="695" y="86"/>
                      <a:pt x="669" y="59"/>
                    </a:cubicBezTo>
                    <a:cubicBezTo>
                      <a:pt x="614" y="33"/>
                      <a:pt x="558" y="4"/>
                      <a:pt x="506" y="4"/>
                    </a:cubicBezTo>
                    <a:cubicBezTo>
                      <a:pt x="490" y="1"/>
                      <a:pt x="474" y="0"/>
                      <a:pt x="459" y="0"/>
                    </a:cubicBezTo>
                    <a:close/>
                  </a:path>
                </a:pathLst>
              </a:custGeom>
              <a:solidFill>
                <a:srgbClr val="F5F5F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96" name="Google Shape;1396;p34"/>
              <p:cNvSpPr/>
              <p:nvPr/>
            </p:nvSpPr>
            <p:spPr>
              <a:xfrm>
                <a:off x="6761125" y="2152075"/>
                <a:ext cx="29575" cy="44950"/>
              </a:xfrm>
              <a:custGeom>
                <a:rect b="b" l="l" r="r" t="t"/>
                <a:pathLst>
                  <a:path extrusionOk="0" h="1798" w="1183">
                    <a:moveTo>
                      <a:pt x="490" y="53"/>
                    </a:moveTo>
                    <a:cubicBezTo>
                      <a:pt x="529" y="53"/>
                      <a:pt x="555" y="53"/>
                      <a:pt x="598" y="66"/>
                    </a:cubicBezTo>
                    <a:cubicBezTo>
                      <a:pt x="679" y="95"/>
                      <a:pt x="735" y="177"/>
                      <a:pt x="817" y="259"/>
                    </a:cubicBezTo>
                    <a:cubicBezTo>
                      <a:pt x="980" y="448"/>
                      <a:pt x="1074" y="735"/>
                      <a:pt x="1087" y="1019"/>
                    </a:cubicBezTo>
                    <a:cubicBezTo>
                      <a:pt x="1087" y="1156"/>
                      <a:pt x="1100" y="1306"/>
                      <a:pt x="1061" y="1427"/>
                    </a:cubicBezTo>
                    <a:cubicBezTo>
                      <a:pt x="1006" y="1577"/>
                      <a:pt x="924" y="1685"/>
                      <a:pt x="817" y="1727"/>
                    </a:cubicBezTo>
                    <a:cubicBezTo>
                      <a:pt x="787" y="1727"/>
                      <a:pt x="774" y="1740"/>
                      <a:pt x="748" y="1740"/>
                    </a:cubicBezTo>
                    <a:cubicBezTo>
                      <a:pt x="738" y="1741"/>
                      <a:pt x="728" y="1742"/>
                      <a:pt x="718" y="1742"/>
                    </a:cubicBezTo>
                    <a:cubicBezTo>
                      <a:pt x="602" y="1742"/>
                      <a:pt x="481" y="1674"/>
                      <a:pt x="379" y="1551"/>
                    </a:cubicBezTo>
                    <a:cubicBezTo>
                      <a:pt x="121" y="1264"/>
                      <a:pt x="27" y="735"/>
                      <a:pt x="147" y="366"/>
                    </a:cubicBezTo>
                    <a:cubicBezTo>
                      <a:pt x="203" y="203"/>
                      <a:pt x="298" y="95"/>
                      <a:pt x="422" y="66"/>
                    </a:cubicBezTo>
                    <a:cubicBezTo>
                      <a:pt x="435" y="53"/>
                      <a:pt x="461" y="53"/>
                      <a:pt x="474" y="53"/>
                    </a:cubicBezTo>
                    <a:close/>
                    <a:moveTo>
                      <a:pt x="461" y="1"/>
                    </a:moveTo>
                    <a:cubicBezTo>
                      <a:pt x="448" y="1"/>
                      <a:pt x="435" y="1"/>
                      <a:pt x="409" y="14"/>
                    </a:cubicBezTo>
                    <a:lnTo>
                      <a:pt x="379" y="14"/>
                    </a:lnTo>
                    <a:cubicBezTo>
                      <a:pt x="271" y="53"/>
                      <a:pt x="177" y="164"/>
                      <a:pt x="121" y="327"/>
                    </a:cubicBezTo>
                    <a:cubicBezTo>
                      <a:pt x="108" y="353"/>
                      <a:pt x="108" y="366"/>
                      <a:pt x="95" y="392"/>
                    </a:cubicBezTo>
                    <a:cubicBezTo>
                      <a:pt x="0" y="761"/>
                      <a:pt x="95" y="1238"/>
                      <a:pt x="311" y="1535"/>
                    </a:cubicBezTo>
                    <a:cubicBezTo>
                      <a:pt x="327" y="1564"/>
                      <a:pt x="340" y="1577"/>
                      <a:pt x="366" y="1603"/>
                    </a:cubicBezTo>
                    <a:cubicBezTo>
                      <a:pt x="478" y="1739"/>
                      <a:pt x="610" y="1798"/>
                      <a:pt x="726" y="1798"/>
                    </a:cubicBezTo>
                    <a:cubicBezTo>
                      <a:pt x="738" y="1798"/>
                      <a:pt x="749" y="1797"/>
                      <a:pt x="761" y="1796"/>
                    </a:cubicBezTo>
                    <a:cubicBezTo>
                      <a:pt x="787" y="1796"/>
                      <a:pt x="800" y="1796"/>
                      <a:pt x="830" y="1780"/>
                    </a:cubicBezTo>
                    <a:cubicBezTo>
                      <a:pt x="843" y="1780"/>
                      <a:pt x="843" y="1780"/>
                      <a:pt x="856" y="1767"/>
                    </a:cubicBezTo>
                    <a:cubicBezTo>
                      <a:pt x="950" y="1727"/>
                      <a:pt x="1045" y="1616"/>
                      <a:pt x="1087" y="1469"/>
                    </a:cubicBezTo>
                    <a:cubicBezTo>
                      <a:pt x="1182" y="1195"/>
                      <a:pt x="1156" y="830"/>
                      <a:pt x="1045" y="529"/>
                    </a:cubicBezTo>
                    <a:cubicBezTo>
                      <a:pt x="993" y="392"/>
                      <a:pt x="924" y="285"/>
                      <a:pt x="843" y="190"/>
                    </a:cubicBezTo>
                    <a:lnTo>
                      <a:pt x="800" y="148"/>
                    </a:lnTo>
                    <a:cubicBezTo>
                      <a:pt x="706" y="53"/>
                      <a:pt x="611" y="1"/>
                      <a:pt x="516" y="1"/>
                    </a:cubicBezTo>
                    <a:close/>
                  </a:path>
                </a:pathLst>
              </a:custGeom>
              <a:solidFill>
                <a:srgbClr val="F5F5F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97" name="Google Shape;1397;p34"/>
              <p:cNvSpPr/>
              <p:nvPr/>
            </p:nvSpPr>
            <p:spPr>
              <a:xfrm>
                <a:off x="6764800" y="2153700"/>
                <a:ext cx="23200" cy="41250"/>
              </a:xfrm>
              <a:custGeom>
                <a:rect b="b" l="l" r="r" t="t"/>
                <a:pathLst>
                  <a:path extrusionOk="0" h="1650" w="928">
                    <a:moveTo>
                      <a:pt x="343" y="1"/>
                    </a:moveTo>
                    <a:cubicBezTo>
                      <a:pt x="262" y="43"/>
                      <a:pt x="180" y="138"/>
                      <a:pt x="137" y="275"/>
                    </a:cubicBezTo>
                    <a:cubicBezTo>
                      <a:pt x="0" y="641"/>
                      <a:pt x="111" y="1173"/>
                      <a:pt x="369" y="1470"/>
                    </a:cubicBezTo>
                    <a:cubicBezTo>
                      <a:pt x="464" y="1581"/>
                      <a:pt x="559" y="1633"/>
                      <a:pt x="670" y="1649"/>
                    </a:cubicBezTo>
                    <a:cubicBezTo>
                      <a:pt x="735" y="1607"/>
                      <a:pt x="803" y="1538"/>
                      <a:pt x="846" y="1431"/>
                    </a:cubicBezTo>
                    <a:cubicBezTo>
                      <a:pt x="859" y="1418"/>
                      <a:pt x="859" y="1388"/>
                      <a:pt x="872" y="1375"/>
                    </a:cubicBezTo>
                    <a:cubicBezTo>
                      <a:pt x="885" y="1336"/>
                      <a:pt x="885" y="1307"/>
                      <a:pt x="898" y="1267"/>
                    </a:cubicBezTo>
                    <a:cubicBezTo>
                      <a:pt x="914" y="1212"/>
                      <a:pt x="927" y="1143"/>
                      <a:pt x="927" y="1078"/>
                    </a:cubicBezTo>
                    <a:lnTo>
                      <a:pt x="927" y="954"/>
                    </a:lnTo>
                    <a:cubicBezTo>
                      <a:pt x="914" y="859"/>
                      <a:pt x="898" y="778"/>
                      <a:pt x="885" y="696"/>
                    </a:cubicBezTo>
                    <a:cubicBezTo>
                      <a:pt x="885" y="670"/>
                      <a:pt x="872" y="654"/>
                      <a:pt x="872" y="628"/>
                    </a:cubicBezTo>
                    <a:cubicBezTo>
                      <a:pt x="846" y="559"/>
                      <a:pt x="816" y="478"/>
                      <a:pt x="790" y="409"/>
                    </a:cubicBezTo>
                    <a:cubicBezTo>
                      <a:pt x="764" y="357"/>
                      <a:pt x="735" y="314"/>
                      <a:pt x="696" y="262"/>
                    </a:cubicBezTo>
                    <a:cubicBezTo>
                      <a:pt x="683" y="233"/>
                      <a:pt x="670" y="207"/>
                      <a:pt x="640" y="180"/>
                    </a:cubicBezTo>
                    <a:cubicBezTo>
                      <a:pt x="614" y="164"/>
                      <a:pt x="601" y="138"/>
                      <a:pt x="572" y="112"/>
                    </a:cubicBezTo>
                    <a:cubicBezTo>
                      <a:pt x="545" y="99"/>
                      <a:pt x="532" y="83"/>
                      <a:pt x="506" y="56"/>
                    </a:cubicBezTo>
                    <a:cubicBezTo>
                      <a:pt x="451" y="30"/>
                      <a:pt x="395" y="1"/>
                      <a:pt x="343" y="1"/>
                    </a:cubicBezTo>
                    <a:close/>
                  </a:path>
                </a:pathLst>
              </a:custGeom>
              <a:solidFill>
                <a:srgbClr val="50505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98" name="Google Shape;1398;p34"/>
              <p:cNvSpPr/>
              <p:nvPr/>
            </p:nvSpPr>
            <p:spPr>
              <a:xfrm>
                <a:off x="6759750" y="2152075"/>
                <a:ext cx="30950" cy="45200"/>
              </a:xfrm>
              <a:custGeom>
                <a:rect b="b" l="l" r="r" t="t"/>
                <a:pathLst>
                  <a:path extrusionOk="0" h="1808" w="1238">
                    <a:moveTo>
                      <a:pt x="545" y="66"/>
                    </a:moveTo>
                    <a:cubicBezTo>
                      <a:pt x="571" y="66"/>
                      <a:pt x="584" y="66"/>
                      <a:pt x="610" y="82"/>
                    </a:cubicBezTo>
                    <a:cubicBezTo>
                      <a:pt x="627" y="82"/>
                      <a:pt x="640" y="95"/>
                      <a:pt x="640" y="95"/>
                    </a:cubicBezTo>
                    <a:cubicBezTo>
                      <a:pt x="653" y="95"/>
                      <a:pt x="666" y="108"/>
                      <a:pt x="679" y="108"/>
                    </a:cubicBezTo>
                    <a:cubicBezTo>
                      <a:pt x="679" y="121"/>
                      <a:pt x="692" y="121"/>
                      <a:pt x="708" y="121"/>
                    </a:cubicBezTo>
                    <a:cubicBezTo>
                      <a:pt x="721" y="135"/>
                      <a:pt x="734" y="148"/>
                      <a:pt x="747" y="148"/>
                    </a:cubicBezTo>
                    <a:cubicBezTo>
                      <a:pt x="761" y="164"/>
                      <a:pt x="774" y="190"/>
                      <a:pt x="803" y="203"/>
                    </a:cubicBezTo>
                    <a:lnTo>
                      <a:pt x="816" y="216"/>
                    </a:lnTo>
                    <a:cubicBezTo>
                      <a:pt x="829" y="229"/>
                      <a:pt x="829" y="245"/>
                      <a:pt x="842" y="245"/>
                    </a:cubicBezTo>
                    <a:cubicBezTo>
                      <a:pt x="872" y="272"/>
                      <a:pt x="885" y="298"/>
                      <a:pt x="898" y="327"/>
                    </a:cubicBezTo>
                    <a:cubicBezTo>
                      <a:pt x="937" y="379"/>
                      <a:pt x="966" y="422"/>
                      <a:pt x="992" y="474"/>
                    </a:cubicBezTo>
                    <a:cubicBezTo>
                      <a:pt x="1005" y="503"/>
                      <a:pt x="1005" y="529"/>
                      <a:pt x="1018" y="556"/>
                    </a:cubicBezTo>
                    <a:cubicBezTo>
                      <a:pt x="1035" y="585"/>
                      <a:pt x="1048" y="611"/>
                      <a:pt x="1061" y="637"/>
                    </a:cubicBezTo>
                    <a:cubicBezTo>
                      <a:pt x="1061" y="667"/>
                      <a:pt x="1061" y="680"/>
                      <a:pt x="1074" y="693"/>
                    </a:cubicBezTo>
                    <a:cubicBezTo>
                      <a:pt x="1074" y="719"/>
                      <a:pt x="1087" y="735"/>
                      <a:pt x="1087" y="748"/>
                    </a:cubicBezTo>
                    <a:cubicBezTo>
                      <a:pt x="1087" y="774"/>
                      <a:pt x="1100" y="800"/>
                      <a:pt x="1100" y="817"/>
                    </a:cubicBezTo>
                    <a:lnTo>
                      <a:pt x="1100" y="856"/>
                    </a:lnTo>
                    <a:cubicBezTo>
                      <a:pt x="1116" y="869"/>
                      <a:pt x="1116" y="882"/>
                      <a:pt x="1116" y="898"/>
                    </a:cubicBezTo>
                    <a:lnTo>
                      <a:pt x="1116" y="951"/>
                    </a:lnTo>
                    <a:lnTo>
                      <a:pt x="1116" y="980"/>
                    </a:lnTo>
                    <a:cubicBezTo>
                      <a:pt x="1129" y="1006"/>
                      <a:pt x="1129" y="1032"/>
                      <a:pt x="1129" y="1061"/>
                    </a:cubicBezTo>
                    <a:lnTo>
                      <a:pt x="1129" y="1143"/>
                    </a:lnTo>
                    <a:cubicBezTo>
                      <a:pt x="1129" y="1169"/>
                      <a:pt x="1129" y="1182"/>
                      <a:pt x="1116" y="1195"/>
                    </a:cubicBezTo>
                    <a:lnTo>
                      <a:pt x="1116" y="1238"/>
                    </a:lnTo>
                    <a:lnTo>
                      <a:pt x="1116" y="1264"/>
                    </a:lnTo>
                    <a:lnTo>
                      <a:pt x="1116" y="1290"/>
                    </a:lnTo>
                    <a:lnTo>
                      <a:pt x="1100" y="1290"/>
                    </a:lnTo>
                    <a:lnTo>
                      <a:pt x="1100" y="1332"/>
                    </a:lnTo>
                    <a:cubicBezTo>
                      <a:pt x="1100" y="1345"/>
                      <a:pt x="1100" y="1359"/>
                      <a:pt x="1087" y="1372"/>
                    </a:cubicBezTo>
                    <a:cubicBezTo>
                      <a:pt x="1087" y="1401"/>
                      <a:pt x="1074" y="1414"/>
                      <a:pt x="1074" y="1440"/>
                    </a:cubicBezTo>
                    <a:cubicBezTo>
                      <a:pt x="1061" y="1453"/>
                      <a:pt x="1061" y="1483"/>
                      <a:pt x="1048" y="1496"/>
                    </a:cubicBezTo>
                    <a:lnTo>
                      <a:pt x="1048" y="1509"/>
                    </a:lnTo>
                    <a:cubicBezTo>
                      <a:pt x="1035" y="1522"/>
                      <a:pt x="1035" y="1522"/>
                      <a:pt x="1035" y="1535"/>
                    </a:cubicBezTo>
                    <a:cubicBezTo>
                      <a:pt x="1005" y="1577"/>
                      <a:pt x="992" y="1603"/>
                      <a:pt x="966" y="1633"/>
                    </a:cubicBezTo>
                    <a:cubicBezTo>
                      <a:pt x="953" y="1646"/>
                      <a:pt x="953" y="1646"/>
                      <a:pt x="937" y="1659"/>
                    </a:cubicBezTo>
                    <a:cubicBezTo>
                      <a:pt x="924" y="1672"/>
                      <a:pt x="924" y="1672"/>
                      <a:pt x="911" y="1685"/>
                    </a:cubicBezTo>
                    <a:lnTo>
                      <a:pt x="898" y="1698"/>
                    </a:lnTo>
                    <a:cubicBezTo>
                      <a:pt x="885" y="1698"/>
                      <a:pt x="872" y="1714"/>
                      <a:pt x="872" y="1714"/>
                    </a:cubicBezTo>
                    <a:cubicBezTo>
                      <a:pt x="855" y="1727"/>
                      <a:pt x="842" y="1727"/>
                      <a:pt x="829" y="1727"/>
                    </a:cubicBezTo>
                    <a:cubicBezTo>
                      <a:pt x="829" y="1727"/>
                      <a:pt x="816" y="1740"/>
                      <a:pt x="803" y="1740"/>
                    </a:cubicBezTo>
                    <a:lnTo>
                      <a:pt x="774" y="1740"/>
                    </a:lnTo>
                    <a:cubicBezTo>
                      <a:pt x="761" y="1753"/>
                      <a:pt x="761" y="1753"/>
                      <a:pt x="747" y="1753"/>
                    </a:cubicBezTo>
                    <a:lnTo>
                      <a:pt x="721" y="1753"/>
                    </a:lnTo>
                    <a:cubicBezTo>
                      <a:pt x="653" y="1753"/>
                      <a:pt x="597" y="1727"/>
                      <a:pt x="529" y="1685"/>
                    </a:cubicBezTo>
                    <a:cubicBezTo>
                      <a:pt x="516" y="1672"/>
                      <a:pt x="490" y="1659"/>
                      <a:pt x="477" y="1646"/>
                    </a:cubicBezTo>
                    <a:cubicBezTo>
                      <a:pt x="464" y="1646"/>
                      <a:pt x="447" y="1633"/>
                      <a:pt x="447" y="1616"/>
                    </a:cubicBezTo>
                    <a:cubicBezTo>
                      <a:pt x="434" y="1616"/>
                      <a:pt x="421" y="1603"/>
                      <a:pt x="421" y="1590"/>
                    </a:cubicBezTo>
                    <a:cubicBezTo>
                      <a:pt x="408" y="1590"/>
                      <a:pt x="395" y="1577"/>
                      <a:pt x="395" y="1564"/>
                    </a:cubicBezTo>
                    <a:cubicBezTo>
                      <a:pt x="382" y="1551"/>
                      <a:pt x="366" y="1551"/>
                      <a:pt x="366" y="1535"/>
                    </a:cubicBezTo>
                    <a:cubicBezTo>
                      <a:pt x="339" y="1496"/>
                      <a:pt x="313" y="1453"/>
                      <a:pt x="284" y="1414"/>
                    </a:cubicBezTo>
                    <a:cubicBezTo>
                      <a:pt x="271" y="1388"/>
                      <a:pt x="258" y="1372"/>
                      <a:pt x="245" y="1345"/>
                    </a:cubicBezTo>
                    <a:cubicBezTo>
                      <a:pt x="245" y="1332"/>
                      <a:pt x="232" y="1319"/>
                      <a:pt x="232" y="1306"/>
                    </a:cubicBezTo>
                    <a:cubicBezTo>
                      <a:pt x="219" y="1264"/>
                      <a:pt x="202" y="1238"/>
                      <a:pt x="189" y="1195"/>
                    </a:cubicBezTo>
                    <a:cubicBezTo>
                      <a:pt x="176" y="1182"/>
                      <a:pt x="176" y="1156"/>
                      <a:pt x="163" y="1143"/>
                    </a:cubicBezTo>
                    <a:cubicBezTo>
                      <a:pt x="150" y="1061"/>
                      <a:pt x="121" y="993"/>
                      <a:pt x="121" y="911"/>
                    </a:cubicBezTo>
                    <a:cubicBezTo>
                      <a:pt x="108" y="882"/>
                      <a:pt x="108" y="856"/>
                      <a:pt x="108" y="830"/>
                    </a:cubicBezTo>
                    <a:lnTo>
                      <a:pt x="108" y="761"/>
                    </a:lnTo>
                    <a:lnTo>
                      <a:pt x="108" y="748"/>
                    </a:lnTo>
                    <a:lnTo>
                      <a:pt x="108" y="680"/>
                    </a:lnTo>
                    <a:lnTo>
                      <a:pt x="108" y="598"/>
                    </a:lnTo>
                    <a:cubicBezTo>
                      <a:pt x="108" y="572"/>
                      <a:pt x="121" y="556"/>
                      <a:pt x="121" y="529"/>
                    </a:cubicBezTo>
                    <a:lnTo>
                      <a:pt x="121" y="516"/>
                    </a:lnTo>
                    <a:cubicBezTo>
                      <a:pt x="121" y="503"/>
                      <a:pt x="137" y="474"/>
                      <a:pt x="137" y="461"/>
                    </a:cubicBezTo>
                    <a:cubicBezTo>
                      <a:pt x="137" y="435"/>
                      <a:pt x="150" y="422"/>
                      <a:pt x="150" y="392"/>
                    </a:cubicBezTo>
                    <a:lnTo>
                      <a:pt x="163" y="379"/>
                    </a:lnTo>
                    <a:cubicBezTo>
                      <a:pt x="163" y="366"/>
                      <a:pt x="163" y="353"/>
                      <a:pt x="176" y="340"/>
                    </a:cubicBezTo>
                    <a:cubicBezTo>
                      <a:pt x="176" y="327"/>
                      <a:pt x="176" y="327"/>
                      <a:pt x="189" y="311"/>
                    </a:cubicBezTo>
                    <a:cubicBezTo>
                      <a:pt x="189" y="298"/>
                      <a:pt x="189" y="285"/>
                      <a:pt x="202" y="285"/>
                    </a:cubicBezTo>
                    <a:cubicBezTo>
                      <a:pt x="202" y="272"/>
                      <a:pt x="219" y="259"/>
                      <a:pt x="219" y="245"/>
                    </a:cubicBezTo>
                    <a:cubicBezTo>
                      <a:pt x="219" y="245"/>
                      <a:pt x="232" y="229"/>
                      <a:pt x="232" y="216"/>
                    </a:cubicBezTo>
                    <a:lnTo>
                      <a:pt x="245" y="216"/>
                    </a:lnTo>
                    <a:cubicBezTo>
                      <a:pt x="245" y="203"/>
                      <a:pt x="258" y="203"/>
                      <a:pt x="258" y="190"/>
                    </a:cubicBezTo>
                    <a:lnTo>
                      <a:pt x="271" y="177"/>
                    </a:lnTo>
                    <a:cubicBezTo>
                      <a:pt x="271" y="177"/>
                      <a:pt x="284" y="164"/>
                      <a:pt x="300" y="148"/>
                    </a:cubicBezTo>
                    <a:cubicBezTo>
                      <a:pt x="300" y="148"/>
                      <a:pt x="313" y="135"/>
                      <a:pt x="326" y="135"/>
                    </a:cubicBezTo>
                    <a:cubicBezTo>
                      <a:pt x="326" y="121"/>
                      <a:pt x="339" y="121"/>
                      <a:pt x="339" y="108"/>
                    </a:cubicBezTo>
                    <a:cubicBezTo>
                      <a:pt x="353" y="108"/>
                      <a:pt x="366" y="95"/>
                      <a:pt x="366" y="95"/>
                    </a:cubicBezTo>
                    <a:cubicBezTo>
                      <a:pt x="382" y="95"/>
                      <a:pt x="382" y="95"/>
                      <a:pt x="395" y="82"/>
                    </a:cubicBezTo>
                    <a:lnTo>
                      <a:pt x="421" y="82"/>
                    </a:lnTo>
                    <a:cubicBezTo>
                      <a:pt x="434" y="66"/>
                      <a:pt x="434" y="66"/>
                      <a:pt x="447" y="66"/>
                    </a:cubicBezTo>
                    <a:close/>
                    <a:moveTo>
                      <a:pt x="490" y="1"/>
                    </a:moveTo>
                    <a:cubicBezTo>
                      <a:pt x="477" y="1"/>
                      <a:pt x="477" y="1"/>
                      <a:pt x="464" y="14"/>
                    </a:cubicBezTo>
                    <a:cubicBezTo>
                      <a:pt x="434" y="14"/>
                      <a:pt x="408" y="14"/>
                      <a:pt x="382" y="27"/>
                    </a:cubicBezTo>
                    <a:cubicBezTo>
                      <a:pt x="271" y="66"/>
                      <a:pt x="189" y="177"/>
                      <a:pt x="121" y="340"/>
                    </a:cubicBezTo>
                    <a:cubicBezTo>
                      <a:pt x="0" y="735"/>
                      <a:pt x="108" y="1290"/>
                      <a:pt x="366" y="1603"/>
                    </a:cubicBezTo>
                    <a:cubicBezTo>
                      <a:pt x="486" y="1744"/>
                      <a:pt x="614" y="1808"/>
                      <a:pt x="730" y="1808"/>
                    </a:cubicBezTo>
                    <a:cubicBezTo>
                      <a:pt x="760" y="1808"/>
                      <a:pt x="788" y="1804"/>
                      <a:pt x="816" y="1796"/>
                    </a:cubicBezTo>
                    <a:cubicBezTo>
                      <a:pt x="829" y="1796"/>
                      <a:pt x="855" y="1780"/>
                      <a:pt x="885" y="1767"/>
                    </a:cubicBezTo>
                    <a:cubicBezTo>
                      <a:pt x="885" y="1767"/>
                      <a:pt x="898" y="1767"/>
                      <a:pt x="898" y="1753"/>
                    </a:cubicBezTo>
                    <a:cubicBezTo>
                      <a:pt x="992" y="1698"/>
                      <a:pt x="1061" y="1603"/>
                      <a:pt x="1100" y="1469"/>
                    </a:cubicBezTo>
                    <a:cubicBezTo>
                      <a:pt x="1237" y="1088"/>
                      <a:pt x="1129" y="516"/>
                      <a:pt x="855" y="203"/>
                    </a:cubicBezTo>
                    <a:cubicBezTo>
                      <a:pt x="761" y="95"/>
                      <a:pt x="666" y="27"/>
                      <a:pt x="558" y="14"/>
                    </a:cubicBezTo>
                    <a:lnTo>
                      <a:pt x="516" y="14"/>
                    </a:lnTo>
                    <a:cubicBezTo>
                      <a:pt x="516" y="1"/>
                      <a:pt x="503" y="1"/>
                      <a:pt x="490" y="1"/>
                    </a:cubicBezTo>
                    <a:close/>
                  </a:path>
                </a:pathLst>
              </a:custGeom>
              <a:solidFill>
                <a:srgbClr val="F5F5F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99" name="Google Shape;1399;p34"/>
              <p:cNvSpPr/>
              <p:nvPr/>
            </p:nvSpPr>
            <p:spPr>
              <a:xfrm>
                <a:off x="6772300" y="2164150"/>
                <a:ext cx="13325" cy="19500"/>
              </a:xfrm>
              <a:custGeom>
                <a:rect b="b" l="l" r="r" t="t"/>
                <a:pathLst>
                  <a:path extrusionOk="0" h="780" w="533">
                    <a:moveTo>
                      <a:pt x="214" y="0"/>
                    </a:moveTo>
                    <a:cubicBezTo>
                      <a:pt x="146" y="0"/>
                      <a:pt x="86" y="49"/>
                      <a:pt x="56" y="141"/>
                    </a:cubicBezTo>
                    <a:cubicBezTo>
                      <a:pt x="1" y="317"/>
                      <a:pt x="43" y="562"/>
                      <a:pt x="164" y="699"/>
                    </a:cubicBezTo>
                    <a:cubicBezTo>
                      <a:pt x="210" y="752"/>
                      <a:pt x="264" y="780"/>
                      <a:pt x="315" y="780"/>
                    </a:cubicBezTo>
                    <a:cubicBezTo>
                      <a:pt x="383" y="780"/>
                      <a:pt x="446" y="731"/>
                      <a:pt x="477" y="631"/>
                    </a:cubicBezTo>
                    <a:cubicBezTo>
                      <a:pt x="533" y="468"/>
                      <a:pt x="490" y="223"/>
                      <a:pt x="370" y="89"/>
                    </a:cubicBezTo>
                    <a:cubicBezTo>
                      <a:pt x="321" y="29"/>
                      <a:pt x="266" y="0"/>
                      <a:pt x="214" y="0"/>
                    </a:cubicBezTo>
                    <a:close/>
                  </a:path>
                </a:pathLst>
              </a:custGeom>
              <a:solidFill>
                <a:srgbClr val="2D2C3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00" name="Google Shape;1400;p34"/>
              <p:cNvSpPr/>
              <p:nvPr/>
            </p:nvSpPr>
            <p:spPr>
              <a:xfrm>
                <a:off x="6772625" y="2165725"/>
                <a:ext cx="11625" cy="16700"/>
              </a:xfrm>
              <a:custGeom>
                <a:rect b="b" l="l" r="r" t="t"/>
                <a:pathLst>
                  <a:path extrusionOk="0" h="668" w="465">
                    <a:moveTo>
                      <a:pt x="186" y="1"/>
                    </a:moveTo>
                    <a:cubicBezTo>
                      <a:pt x="128" y="1"/>
                      <a:pt x="78" y="43"/>
                      <a:pt x="56" y="121"/>
                    </a:cubicBezTo>
                    <a:cubicBezTo>
                      <a:pt x="1" y="271"/>
                      <a:pt x="43" y="473"/>
                      <a:pt x="138" y="597"/>
                    </a:cubicBezTo>
                    <a:cubicBezTo>
                      <a:pt x="184" y="644"/>
                      <a:pt x="234" y="668"/>
                      <a:pt x="279" y="668"/>
                    </a:cubicBezTo>
                    <a:cubicBezTo>
                      <a:pt x="337" y="668"/>
                      <a:pt x="387" y="627"/>
                      <a:pt x="409" y="542"/>
                    </a:cubicBezTo>
                    <a:cubicBezTo>
                      <a:pt x="464" y="405"/>
                      <a:pt x="422" y="189"/>
                      <a:pt x="327" y="78"/>
                    </a:cubicBezTo>
                    <a:cubicBezTo>
                      <a:pt x="280" y="26"/>
                      <a:pt x="231" y="1"/>
                      <a:pt x="186" y="1"/>
                    </a:cubicBezTo>
                    <a:close/>
                  </a:path>
                </a:pathLst>
              </a:custGeom>
              <a:solidFill>
                <a:srgbClr val="F5F5F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01" name="Google Shape;1401;p34"/>
              <p:cNvSpPr/>
              <p:nvPr/>
            </p:nvSpPr>
            <p:spPr>
              <a:xfrm>
                <a:off x="6772300" y="2166825"/>
                <a:ext cx="10225" cy="15000"/>
              </a:xfrm>
              <a:custGeom>
                <a:rect b="b" l="l" r="r" t="t"/>
                <a:pathLst>
                  <a:path extrusionOk="0" h="600" w="409">
                    <a:moveTo>
                      <a:pt x="163" y="1"/>
                    </a:moveTo>
                    <a:cubicBezTo>
                      <a:pt x="111" y="1"/>
                      <a:pt x="66" y="39"/>
                      <a:pt x="43" y="116"/>
                    </a:cubicBezTo>
                    <a:cubicBezTo>
                      <a:pt x="1" y="240"/>
                      <a:pt x="27" y="429"/>
                      <a:pt x="125" y="537"/>
                    </a:cubicBezTo>
                    <a:cubicBezTo>
                      <a:pt x="159" y="578"/>
                      <a:pt x="201" y="599"/>
                      <a:pt x="241" y="599"/>
                    </a:cubicBezTo>
                    <a:cubicBezTo>
                      <a:pt x="295" y="599"/>
                      <a:pt x="345" y="561"/>
                      <a:pt x="370" y="485"/>
                    </a:cubicBezTo>
                    <a:cubicBezTo>
                      <a:pt x="409" y="361"/>
                      <a:pt x="370" y="171"/>
                      <a:pt x="288" y="63"/>
                    </a:cubicBezTo>
                    <a:cubicBezTo>
                      <a:pt x="246" y="22"/>
                      <a:pt x="203" y="1"/>
                      <a:pt x="163" y="1"/>
                    </a:cubicBezTo>
                    <a:close/>
                  </a:path>
                </a:pathLst>
              </a:custGeom>
              <a:solidFill>
                <a:srgbClr val="F5F5F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02" name="Google Shape;1402;p34"/>
              <p:cNvSpPr/>
              <p:nvPr/>
            </p:nvSpPr>
            <p:spPr>
              <a:xfrm>
                <a:off x="6782175" y="2160250"/>
                <a:ext cx="2400" cy="3850"/>
              </a:xfrm>
              <a:custGeom>
                <a:rect b="b" l="l" r="r" t="t"/>
                <a:pathLst>
                  <a:path extrusionOk="0" h="154" w="96">
                    <a:moveTo>
                      <a:pt x="1" y="0"/>
                    </a:moveTo>
                    <a:cubicBezTo>
                      <a:pt x="1" y="39"/>
                      <a:pt x="14" y="95"/>
                      <a:pt x="40" y="134"/>
                    </a:cubicBezTo>
                    <a:cubicBezTo>
                      <a:pt x="51" y="143"/>
                      <a:pt x="67" y="154"/>
                      <a:pt x="81" y="154"/>
                    </a:cubicBezTo>
                    <a:cubicBezTo>
                      <a:pt x="86" y="154"/>
                      <a:pt x="91" y="152"/>
                      <a:pt x="95" y="147"/>
                    </a:cubicBezTo>
                    <a:cubicBezTo>
                      <a:pt x="69" y="95"/>
                      <a:pt x="40" y="52"/>
                      <a:pt x="1" y="0"/>
                    </a:cubicBezTo>
                    <a:close/>
                  </a:path>
                </a:pathLst>
              </a:custGeom>
              <a:solidFill>
                <a:srgbClr val="2D2C3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03" name="Google Shape;1403;p34"/>
              <p:cNvSpPr/>
              <p:nvPr/>
            </p:nvSpPr>
            <p:spPr>
              <a:xfrm>
                <a:off x="6786575" y="2169375"/>
                <a:ext cx="350" cy="1750"/>
              </a:xfrm>
              <a:custGeom>
                <a:rect b="b" l="l" r="r" t="t"/>
                <a:pathLst>
                  <a:path extrusionOk="0" h="70" w="14">
                    <a:moveTo>
                      <a:pt x="1" y="1"/>
                    </a:moveTo>
                    <a:lnTo>
                      <a:pt x="1" y="43"/>
                    </a:lnTo>
                    <a:cubicBezTo>
                      <a:pt x="1" y="56"/>
                      <a:pt x="14" y="56"/>
                      <a:pt x="14" y="69"/>
                    </a:cubicBezTo>
                    <a:cubicBezTo>
                      <a:pt x="14" y="43"/>
                      <a:pt x="1" y="27"/>
                      <a:pt x="1" y="1"/>
                    </a:cubicBezTo>
                    <a:close/>
                  </a:path>
                </a:pathLst>
              </a:custGeom>
              <a:solidFill>
                <a:srgbClr val="2D2C3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04" name="Google Shape;1404;p34"/>
              <p:cNvSpPr/>
              <p:nvPr/>
            </p:nvSpPr>
            <p:spPr>
              <a:xfrm>
                <a:off x="6787650" y="2177550"/>
                <a:ext cx="350" cy="3125"/>
              </a:xfrm>
              <a:custGeom>
                <a:rect b="b" l="l" r="r" t="t"/>
                <a:pathLst>
                  <a:path extrusionOk="0" h="125" w="14">
                    <a:moveTo>
                      <a:pt x="13" y="0"/>
                    </a:moveTo>
                    <a:cubicBezTo>
                      <a:pt x="0" y="13"/>
                      <a:pt x="0" y="26"/>
                      <a:pt x="0" y="42"/>
                    </a:cubicBezTo>
                    <a:cubicBezTo>
                      <a:pt x="0" y="69"/>
                      <a:pt x="0" y="108"/>
                      <a:pt x="13" y="124"/>
                    </a:cubicBezTo>
                    <a:lnTo>
                      <a:pt x="13" y="0"/>
                    </a:lnTo>
                    <a:close/>
                  </a:path>
                </a:pathLst>
              </a:custGeom>
              <a:solidFill>
                <a:srgbClr val="2D2C3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05" name="Google Shape;1405;p34"/>
              <p:cNvSpPr/>
              <p:nvPr/>
            </p:nvSpPr>
            <p:spPr>
              <a:xfrm>
                <a:off x="6784550" y="2184525"/>
                <a:ext cx="2700" cy="4950"/>
              </a:xfrm>
              <a:custGeom>
                <a:rect b="b" l="l" r="r" t="t"/>
                <a:pathLst>
                  <a:path extrusionOk="0" h="198" w="108">
                    <a:moveTo>
                      <a:pt x="65" y="1"/>
                    </a:moveTo>
                    <a:cubicBezTo>
                      <a:pt x="52" y="1"/>
                      <a:pt x="40" y="8"/>
                      <a:pt x="26" y="21"/>
                    </a:cubicBezTo>
                    <a:cubicBezTo>
                      <a:pt x="0" y="47"/>
                      <a:pt x="0" y="116"/>
                      <a:pt x="26" y="171"/>
                    </a:cubicBezTo>
                    <a:cubicBezTo>
                      <a:pt x="43" y="185"/>
                      <a:pt x="43" y="198"/>
                      <a:pt x="56" y="198"/>
                    </a:cubicBezTo>
                    <a:cubicBezTo>
                      <a:pt x="69" y="185"/>
                      <a:pt x="69" y="155"/>
                      <a:pt x="82" y="142"/>
                    </a:cubicBezTo>
                    <a:cubicBezTo>
                      <a:pt x="95" y="103"/>
                      <a:pt x="95" y="74"/>
                      <a:pt x="108" y="34"/>
                    </a:cubicBezTo>
                    <a:cubicBezTo>
                      <a:pt x="94" y="11"/>
                      <a:pt x="79" y="1"/>
                      <a:pt x="65" y="1"/>
                    </a:cubicBezTo>
                    <a:close/>
                  </a:path>
                </a:pathLst>
              </a:custGeom>
              <a:solidFill>
                <a:srgbClr val="2D2C3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06" name="Google Shape;1406;p34"/>
              <p:cNvSpPr/>
              <p:nvPr/>
            </p:nvSpPr>
            <p:spPr>
              <a:xfrm>
                <a:off x="6779475" y="2187075"/>
                <a:ext cx="3375" cy="5425"/>
              </a:xfrm>
              <a:custGeom>
                <a:rect b="b" l="l" r="r" t="t"/>
                <a:pathLst>
                  <a:path extrusionOk="0" h="217" w="135">
                    <a:moveTo>
                      <a:pt x="53" y="1"/>
                    </a:moveTo>
                    <a:cubicBezTo>
                      <a:pt x="27" y="1"/>
                      <a:pt x="1" y="40"/>
                      <a:pt x="1" y="109"/>
                    </a:cubicBezTo>
                    <a:cubicBezTo>
                      <a:pt x="14" y="164"/>
                      <a:pt x="40" y="216"/>
                      <a:pt x="83" y="216"/>
                    </a:cubicBezTo>
                    <a:cubicBezTo>
                      <a:pt x="109" y="216"/>
                      <a:pt x="135" y="177"/>
                      <a:pt x="135" y="122"/>
                    </a:cubicBezTo>
                    <a:cubicBezTo>
                      <a:pt x="122" y="53"/>
                      <a:pt x="96" y="14"/>
                      <a:pt x="53" y="1"/>
                    </a:cubicBezTo>
                    <a:close/>
                  </a:path>
                </a:pathLst>
              </a:custGeom>
              <a:solidFill>
                <a:srgbClr val="2D2C3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07" name="Google Shape;1407;p34"/>
              <p:cNvSpPr/>
              <p:nvPr/>
            </p:nvSpPr>
            <p:spPr>
              <a:xfrm>
                <a:off x="6773375" y="2183725"/>
                <a:ext cx="3675" cy="5350"/>
              </a:xfrm>
              <a:custGeom>
                <a:rect b="b" l="l" r="r" t="t"/>
                <a:pathLst>
                  <a:path extrusionOk="0" h="214" w="147">
                    <a:moveTo>
                      <a:pt x="63" y="1"/>
                    </a:moveTo>
                    <a:cubicBezTo>
                      <a:pt x="44" y="1"/>
                      <a:pt x="29" y="15"/>
                      <a:pt x="13" y="40"/>
                    </a:cubicBezTo>
                    <a:cubicBezTo>
                      <a:pt x="0" y="79"/>
                      <a:pt x="13" y="148"/>
                      <a:pt x="52" y="187"/>
                    </a:cubicBezTo>
                    <a:cubicBezTo>
                      <a:pt x="65" y="205"/>
                      <a:pt x="79" y="213"/>
                      <a:pt x="92" y="213"/>
                    </a:cubicBezTo>
                    <a:cubicBezTo>
                      <a:pt x="110" y="213"/>
                      <a:pt x="126" y="199"/>
                      <a:pt x="134" y="174"/>
                    </a:cubicBezTo>
                    <a:cubicBezTo>
                      <a:pt x="147" y="122"/>
                      <a:pt x="134" y="53"/>
                      <a:pt x="108" y="24"/>
                    </a:cubicBezTo>
                    <a:cubicBezTo>
                      <a:pt x="90" y="8"/>
                      <a:pt x="76" y="1"/>
                      <a:pt x="63" y="1"/>
                    </a:cubicBezTo>
                    <a:close/>
                  </a:path>
                </a:pathLst>
              </a:custGeom>
              <a:solidFill>
                <a:srgbClr val="2D2C3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08" name="Google Shape;1408;p34"/>
              <p:cNvSpPr/>
              <p:nvPr/>
            </p:nvSpPr>
            <p:spPr>
              <a:xfrm>
                <a:off x="6769275" y="2175425"/>
                <a:ext cx="3375" cy="5325"/>
              </a:xfrm>
              <a:custGeom>
                <a:rect b="b" l="l" r="r" t="t"/>
                <a:pathLst>
                  <a:path extrusionOk="0" h="213" w="135">
                    <a:moveTo>
                      <a:pt x="55" y="0"/>
                    </a:moveTo>
                    <a:cubicBezTo>
                      <a:pt x="49" y="0"/>
                      <a:pt x="45" y="1"/>
                      <a:pt x="40" y="3"/>
                    </a:cubicBezTo>
                    <a:cubicBezTo>
                      <a:pt x="14" y="17"/>
                      <a:pt x="1" y="72"/>
                      <a:pt x="14" y="141"/>
                    </a:cubicBezTo>
                    <a:cubicBezTo>
                      <a:pt x="25" y="184"/>
                      <a:pt x="54" y="212"/>
                      <a:pt x="81" y="212"/>
                    </a:cubicBezTo>
                    <a:cubicBezTo>
                      <a:pt x="86" y="212"/>
                      <a:pt x="91" y="211"/>
                      <a:pt x="96" y="209"/>
                    </a:cubicBezTo>
                    <a:cubicBezTo>
                      <a:pt x="135" y="193"/>
                      <a:pt x="135" y="141"/>
                      <a:pt x="122" y="72"/>
                    </a:cubicBezTo>
                    <a:cubicBezTo>
                      <a:pt x="111" y="26"/>
                      <a:pt x="80" y="0"/>
                      <a:pt x="55" y="0"/>
                    </a:cubicBezTo>
                    <a:close/>
                  </a:path>
                </a:pathLst>
              </a:custGeom>
              <a:solidFill>
                <a:srgbClr val="2D2C3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09" name="Google Shape;1409;p34"/>
              <p:cNvSpPr/>
              <p:nvPr/>
            </p:nvSpPr>
            <p:spPr>
              <a:xfrm>
                <a:off x="6768225" y="2165550"/>
                <a:ext cx="3450" cy="5325"/>
              </a:xfrm>
              <a:custGeom>
                <a:rect b="b" l="l" r="r" t="t"/>
                <a:pathLst>
                  <a:path extrusionOk="0" h="213" w="138">
                    <a:moveTo>
                      <a:pt x="63" y="0"/>
                    </a:moveTo>
                    <a:cubicBezTo>
                      <a:pt x="34" y="0"/>
                      <a:pt x="14" y="26"/>
                      <a:pt x="14" y="72"/>
                    </a:cubicBezTo>
                    <a:cubicBezTo>
                      <a:pt x="0" y="128"/>
                      <a:pt x="27" y="180"/>
                      <a:pt x="56" y="209"/>
                    </a:cubicBezTo>
                    <a:cubicBezTo>
                      <a:pt x="63" y="211"/>
                      <a:pt x="69" y="212"/>
                      <a:pt x="75" y="212"/>
                    </a:cubicBezTo>
                    <a:cubicBezTo>
                      <a:pt x="105" y="212"/>
                      <a:pt x="127" y="187"/>
                      <a:pt x="138" y="141"/>
                    </a:cubicBezTo>
                    <a:cubicBezTo>
                      <a:pt x="138" y="85"/>
                      <a:pt x="108" y="33"/>
                      <a:pt x="82" y="4"/>
                    </a:cubicBezTo>
                    <a:cubicBezTo>
                      <a:pt x="75" y="1"/>
                      <a:pt x="69" y="0"/>
                      <a:pt x="63" y="0"/>
                    </a:cubicBezTo>
                    <a:close/>
                  </a:path>
                </a:pathLst>
              </a:custGeom>
              <a:solidFill>
                <a:srgbClr val="2D2C3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10" name="Google Shape;1410;p34"/>
              <p:cNvSpPr/>
              <p:nvPr/>
            </p:nvSpPr>
            <p:spPr>
              <a:xfrm>
                <a:off x="6770925" y="2157825"/>
                <a:ext cx="3450" cy="5375"/>
              </a:xfrm>
              <a:custGeom>
                <a:rect b="b" l="l" r="r" t="t"/>
                <a:pathLst>
                  <a:path extrusionOk="0" h="215" w="138">
                    <a:moveTo>
                      <a:pt x="51" y="0"/>
                    </a:moveTo>
                    <a:cubicBezTo>
                      <a:pt x="42" y="0"/>
                      <a:pt x="34" y="5"/>
                      <a:pt x="30" y="15"/>
                    </a:cubicBezTo>
                    <a:cubicBezTo>
                      <a:pt x="0" y="55"/>
                      <a:pt x="0" y="110"/>
                      <a:pt x="30" y="162"/>
                    </a:cubicBezTo>
                    <a:cubicBezTo>
                      <a:pt x="46" y="196"/>
                      <a:pt x="68" y="214"/>
                      <a:pt x="85" y="214"/>
                    </a:cubicBezTo>
                    <a:cubicBezTo>
                      <a:pt x="97" y="214"/>
                      <a:pt x="106" y="207"/>
                      <a:pt x="111" y="192"/>
                    </a:cubicBezTo>
                    <a:cubicBezTo>
                      <a:pt x="137" y="162"/>
                      <a:pt x="137" y="97"/>
                      <a:pt x="111" y="55"/>
                    </a:cubicBezTo>
                    <a:cubicBezTo>
                      <a:pt x="92" y="18"/>
                      <a:pt x="69" y="0"/>
                      <a:pt x="51" y="0"/>
                    </a:cubicBezTo>
                    <a:close/>
                  </a:path>
                </a:pathLst>
              </a:custGeom>
              <a:solidFill>
                <a:srgbClr val="2D2C3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11" name="Google Shape;1411;p34"/>
              <p:cNvSpPr/>
              <p:nvPr/>
            </p:nvSpPr>
            <p:spPr>
              <a:xfrm>
                <a:off x="6776375" y="2155100"/>
                <a:ext cx="3450" cy="5500"/>
              </a:xfrm>
              <a:custGeom>
                <a:rect b="b" l="l" r="r" t="t"/>
                <a:pathLst>
                  <a:path extrusionOk="0" h="220" w="138">
                    <a:moveTo>
                      <a:pt x="43" y="0"/>
                    </a:moveTo>
                    <a:cubicBezTo>
                      <a:pt x="14" y="14"/>
                      <a:pt x="1" y="56"/>
                      <a:pt x="1" y="108"/>
                    </a:cubicBezTo>
                    <a:cubicBezTo>
                      <a:pt x="1" y="164"/>
                      <a:pt x="43" y="219"/>
                      <a:pt x="69" y="219"/>
                    </a:cubicBezTo>
                    <a:cubicBezTo>
                      <a:pt x="109" y="219"/>
                      <a:pt x="138" y="177"/>
                      <a:pt x="125" y="124"/>
                    </a:cubicBezTo>
                    <a:cubicBezTo>
                      <a:pt x="125" y="95"/>
                      <a:pt x="125" y="82"/>
                      <a:pt x="109" y="56"/>
                    </a:cubicBezTo>
                    <a:cubicBezTo>
                      <a:pt x="82" y="43"/>
                      <a:pt x="69" y="27"/>
                      <a:pt x="43" y="0"/>
                    </a:cubicBezTo>
                    <a:close/>
                  </a:path>
                </a:pathLst>
              </a:custGeom>
              <a:solidFill>
                <a:srgbClr val="2D2C3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12" name="Google Shape;1412;p34"/>
              <p:cNvSpPr/>
              <p:nvPr/>
            </p:nvSpPr>
            <p:spPr>
              <a:xfrm>
                <a:off x="6732150" y="2088850"/>
                <a:ext cx="349275" cy="250925"/>
              </a:xfrm>
              <a:custGeom>
                <a:rect b="b" l="l" r="r" t="t"/>
                <a:pathLst>
                  <a:path extrusionOk="0" h="10037" w="13971">
                    <a:moveTo>
                      <a:pt x="520" y="0"/>
                    </a:moveTo>
                    <a:lnTo>
                      <a:pt x="451" y="95"/>
                    </a:lnTo>
                    <a:lnTo>
                      <a:pt x="383" y="787"/>
                    </a:lnTo>
                    <a:lnTo>
                      <a:pt x="56" y="653"/>
                    </a:lnTo>
                    <a:lnTo>
                      <a:pt x="1" y="748"/>
                    </a:lnTo>
                    <a:lnTo>
                      <a:pt x="99" y="1289"/>
                    </a:lnTo>
                    <a:lnTo>
                      <a:pt x="301" y="1972"/>
                    </a:lnTo>
                    <a:lnTo>
                      <a:pt x="275" y="2366"/>
                    </a:lnTo>
                    <a:lnTo>
                      <a:pt x="709" y="2758"/>
                    </a:lnTo>
                    <a:lnTo>
                      <a:pt x="859" y="2869"/>
                    </a:lnTo>
                    <a:lnTo>
                      <a:pt x="885" y="2637"/>
                    </a:lnTo>
                    <a:cubicBezTo>
                      <a:pt x="885" y="2530"/>
                      <a:pt x="898" y="2419"/>
                      <a:pt x="928" y="2324"/>
                    </a:cubicBezTo>
                    <a:cubicBezTo>
                      <a:pt x="1013" y="2012"/>
                      <a:pt x="1233" y="1843"/>
                      <a:pt x="1525" y="1843"/>
                    </a:cubicBezTo>
                    <a:cubicBezTo>
                      <a:pt x="1691" y="1843"/>
                      <a:pt x="1881" y="1897"/>
                      <a:pt x="2083" y="2011"/>
                    </a:cubicBezTo>
                    <a:cubicBezTo>
                      <a:pt x="2504" y="2255"/>
                      <a:pt x="2886" y="2732"/>
                      <a:pt x="3089" y="3235"/>
                    </a:cubicBezTo>
                    <a:cubicBezTo>
                      <a:pt x="3213" y="3493"/>
                      <a:pt x="3265" y="3767"/>
                      <a:pt x="3265" y="4012"/>
                    </a:cubicBezTo>
                    <a:lnTo>
                      <a:pt x="3333" y="4472"/>
                    </a:lnTo>
                    <a:lnTo>
                      <a:pt x="9385" y="7981"/>
                    </a:lnTo>
                    <a:lnTo>
                      <a:pt x="10054" y="8336"/>
                    </a:lnTo>
                    <a:lnTo>
                      <a:pt x="10201" y="8405"/>
                    </a:lnTo>
                    <a:lnTo>
                      <a:pt x="10201" y="8405"/>
                    </a:lnTo>
                    <a:lnTo>
                      <a:pt x="10136" y="7997"/>
                    </a:lnTo>
                    <a:cubicBezTo>
                      <a:pt x="10136" y="7954"/>
                      <a:pt x="10136" y="7928"/>
                      <a:pt x="10149" y="7886"/>
                    </a:cubicBezTo>
                    <a:cubicBezTo>
                      <a:pt x="10175" y="7450"/>
                      <a:pt x="10425" y="7197"/>
                      <a:pt x="10778" y="7197"/>
                    </a:cubicBezTo>
                    <a:cubicBezTo>
                      <a:pt x="10944" y="7197"/>
                      <a:pt x="11132" y="7253"/>
                      <a:pt x="11330" y="7370"/>
                    </a:cubicBezTo>
                    <a:cubicBezTo>
                      <a:pt x="11983" y="7752"/>
                      <a:pt x="12515" y="8650"/>
                      <a:pt x="12515" y="9368"/>
                    </a:cubicBezTo>
                    <a:lnTo>
                      <a:pt x="12584" y="9681"/>
                    </a:lnTo>
                    <a:lnTo>
                      <a:pt x="12731" y="9763"/>
                    </a:lnTo>
                    <a:lnTo>
                      <a:pt x="12910" y="9857"/>
                    </a:lnTo>
                    <a:lnTo>
                      <a:pt x="13615" y="10037"/>
                    </a:lnTo>
                    <a:lnTo>
                      <a:pt x="13928" y="9681"/>
                    </a:lnTo>
                    <a:lnTo>
                      <a:pt x="13971" y="9152"/>
                    </a:lnTo>
                    <a:lnTo>
                      <a:pt x="13915" y="8976"/>
                    </a:lnTo>
                    <a:lnTo>
                      <a:pt x="13657" y="8702"/>
                    </a:lnTo>
                    <a:lnTo>
                      <a:pt x="13576" y="7207"/>
                    </a:lnTo>
                    <a:lnTo>
                      <a:pt x="13465" y="6907"/>
                    </a:lnTo>
                    <a:lnTo>
                      <a:pt x="11901" y="5875"/>
                    </a:lnTo>
                    <a:cubicBezTo>
                      <a:pt x="11901" y="5875"/>
                      <a:pt x="10707" y="3793"/>
                      <a:pt x="10446" y="3509"/>
                    </a:cubicBezTo>
                    <a:cubicBezTo>
                      <a:pt x="10201" y="3209"/>
                      <a:pt x="9251" y="2693"/>
                      <a:pt x="8422" y="2216"/>
                    </a:cubicBezTo>
                    <a:cubicBezTo>
                      <a:pt x="7606" y="1740"/>
                      <a:pt x="6408" y="1182"/>
                      <a:pt x="5918" y="992"/>
                    </a:cubicBezTo>
                    <a:cubicBezTo>
                      <a:pt x="5833" y="959"/>
                      <a:pt x="5728" y="945"/>
                      <a:pt x="5608" y="945"/>
                    </a:cubicBezTo>
                    <a:cubicBezTo>
                      <a:pt x="5028" y="945"/>
                      <a:pt x="4112" y="1280"/>
                      <a:pt x="3470" y="1426"/>
                    </a:cubicBezTo>
                    <a:cubicBezTo>
                      <a:pt x="3157" y="1237"/>
                      <a:pt x="520" y="0"/>
                      <a:pt x="520" y="0"/>
                    </a:cubicBezTo>
                    <a:close/>
                  </a:path>
                </a:pathLst>
              </a:custGeom>
              <a:solidFill>
                <a:srgbClr val="FFE03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13" name="Google Shape;1413;p34"/>
              <p:cNvSpPr/>
              <p:nvPr/>
            </p:nvSpPr>
            <p:spPr>
              <a:xfrm>
                <a:off x="6739000" y="2138125"/>
                <a:ext cx="16350" cy="22475"/>
              </a:xfrm>
              <a:custGeom>
                <a:rect b="b" l="l" r="r" t="t"/>
                <a:pathLst>
                  <a:path extrusionOk="0" h="899" w="654">
                    <a:moveTo>
                      <a:pt x="27" y="1"/>
                    </a:moveTo>
                    <a:lnTo>
                      <a:pt x="1" y="395"/>
                    </a:lnTo>
                    <a:lnTo>
                      <a:pt x="435" y="787"/>
                    </a:lnTo>
                    <a:lnTo>
                      <a:pt x="585" y="898"/>
                    </a:lnTo>
                    <a:lnTo>
                      <a:pt x="611" y="666"/>
                    </a:lnTo>
                    <a:cubicBezTo>
                      <a:pt x="611" y="559"/>
                      <a:pt x="624" y="448"/>
                      <a:pt x="654" y="353"/>
                    </a:cubicBezTo>
                    <a:cubicBezTo>
                      <a:pt x="624" y="340"/>
                      <a:pt x="598" y="327"/>
                      <a:pt x="572" y="314"/>
                    </a:cubicBezTo>
                    <a:cubicBezTo>
                      <a:pt x="259" y="190"/>
                      <a:pt x="27" y="1"/>
                      <a:pt x="27" y="1"/>
                    </a:cubicBezTo>
                    <a:close/>
                  </a:path>
                </a:pathLst>
              </a:custGeom>
              <a:solidFill>
                <a:srgbClr val="DBAE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14" name="Google Shape;1414;p34"/>
              <p:cNvSpPr/>
              <p:nvPr/>
            </p:nvSpPr>
            <p:spPr>
              <a:xfrm>
                <a:off x="6809350" y="2169700"/>
                <a:ext cx="177825" cy="129275"/>
              </a:xfrm>
              <a:custGeom>
                <a:rect b="b" l="l" r="r" t="t"/>
                <a:pathLst>
                  <a:path extrusionOk="0" h="5171" w="7113">
                    <a:moveTo>
                      <a:pt x="1" y="1"/>
                    </a:moveTo>
                    <a:lnTo>
                      <a:pt x="1" y="1"/>
                    </a:lnTo>
                    <a:cubicBezTo>
                      <a:pt x="125" y="259"/>
                      <a:pt x="177" y="533"/>
                      <a:pt x="177" y="778"/>
                    </a:cubicBezTo>
                    <a:lnTo>
                      <a:pt x="245" y="1238"/>
                    </a:lnTo>
                    <a:lnTo>
                      <a:pt x="6297" y="4747"/>
                    </a:lnTo>
                    <a:lnTo>
                      <a:pt x="6966" y="5102"/>
                    </a:lnTo>
                    <a:lnTo>
                      <a:pt x="7113" y="5171"/>
                    </a:lnTo>
                    <a:lnTo>
                      <a:pt x="7113" y="5171"/>
                    </a:lnTo>
                    <a:lnTo>
                      <a:pt x="7048" y="4763"/>
                    </a:lnTo>
                    <a:cubicBezTo>
                      <a:pt x="7048" y="4720"/>
                      <a:pt x="7048" y="4694"/>
                      <a:pt x="7061" y="4652"/>
                    </a:cubicBezTo>
                    <a:cubicBezTo>
                      <a:pt x="6992" y="4544"/>
                      <a:pt x="6950" y="4476"/>
                      <a:pt x="6950" y="4476"/>
                    </a:cubicBezTo>
                    <a:cubicBezTo>
                      <a:pt x="6950" y="4476"/>
                      <a:pt x="6816" y="4081"/>
                      <a:pt x="6760" y="4029"/>
                    </a:cubicBezTo>
                    <a:cubicBezTo>
                      <a:pt x="6705" y="3960"/>
                      <a:pt x="885" y="546"/>
                      <a:pt x="382" y="246"/>
                    </a:cubicBezTo>
                    <a:cubicBezTo>
                      <a:pt x="301" y="193"/>
                      <a:pt x="151" y="69"/>
                      <a:pt x="1" y="1"/>
                    </a:cubicBezTo>
                    <a:close/>
                  </a:path>
                </a:pathLst>
              </a:custGeom>
              <a:solidFill>
                <a:srgbClr val="DBAE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15" name="Google Shape;1415;p34"/>
              <p:cNvSpPr/>
              <p:nvPr/>
            </p:nvSpPr>
            <p:spPr>
              <a:xfrm>
                <a:off x="6751250" y="2123225"/>
                <a:ext cx="69050" cy="66900"/>
              </a:xfrm>
              <a:custGeom>
                <a:rect b="b" l="l" r="r" t="t"/>
                <a:pathLst>
                  <a:path extrusionOk="0" h="2676" w="2762">
                    <a:moveTo>
                      <a:pt x="716" y="1"/>
                    </a:moveTo>
                    <a:cubicBezTo>
                      <a:pt x="367" y="1"/>
                      <a:pt x="250" y="222"/>
                      <a:pt x="177" y="352"/>
                    </a:cubicBezTo>
                    <a:cubicBezTo>
                      <a:pt x="69" y="528"/>
                      <a:pt x="1" y="894"/>
                      <a:pt x="1" y="894"/>
                    </a:cubicBezTo>
                    <a:cubicBezTo>
                      <a:pt x="1" y="894"/>
                      <a:pt x="151" y="378"/>
                      <a:pt x="624" y="378"/>
                    </a:cubicBezTo>
                    <a:cubicBezTo>
                      <a:pt x="1087" y="378"/>
                      <a:pt x="1603" y="691"/>
                      <a:pt x="1603" y="691"/>
                    </a:cubicBezTo>
                    <a:lnTo>
                      <a:pt x="2191" y="1383"/>
                    </a:lnTo>
                    <a:lnTo>
                      <a:pt x="2488" y="2052"/>
                    </a:lnTo>
                    <a:lnTo>
                      <a:pt x="2651" y="2676"/>
                    </a:lnTo>
                    <a:cubicBezTo>
                      <a:pt x="2762" y="2242"/>
                      <a:pt x="2706" y="2105"/>
                      <a:pt x="2706" y="2105"/>
                    </a:cubicBezTo>
                    <a:cubicBezTo>
                      <a:pt x="2706" y="2105"/>
                      <a:pt x="2311" y="623"/>
                      <a:pt x="1401" y="189"/>
                    </a:cubicBezTo>
                    <a:cubicBezTo>
                      <a:pt x="1105" y="52"/>
                      <a:pt x="884" y="1"/>
                      <a:pt x="716" y="1"/>
                    </a:cubicBezTo>
                    <a:close/>
                  </a:path>
                </a:pathLst>
              </a:custGeom>
              <a:solidFill>
                <a:srgbClr val="FFE03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16" name="Google Shape;1416;p34"/>
              <p:cNvSpPr/>
              <p:nvPr/>
            </p:nvSpPr>
            <p:spPr>
              <a:xfrm>
                <a:off x="6982100" y="2256500"/>
                <a:ext cx="64650" cy="54725"/>
              </a:xfrm>
              <a:custGeom>
                <a:rect b="b" l="l" r="r" t="t"/>
                <a:pathLst>
                  <a:path extrusionOk="0" h="2189" w="2586">
                    <a:moveTo>
                      <a:pt x="820" y="1"/>
                    </a:moveTo>
                    <a:cubicBezTo>
                      <a:pt x="533" y="1"/>
                      <a:pt x="387" y="149"/>
                      <a:pt x="271" y="256"/>
                    </a:cubicBezTo>
                    <a:cubicBezTo>
                      <a:pt x="108" y="419"/>
                      <a:pt x="14" y="677"/>
                      <a:pt x="1" y="991"/>
                    </a:cubicBezTo>
                    <a:cubicBezTo>
                      <a:pt x="340" y="501"/>
                      <a:pt x="627" y="406"/>
                      <a:pt x="627" y="406"/>
                    </a:cubicBezTo>
                    <a:cubicBezTo>
                      <a:pt x="627" y="406"/>
                      <a:pt x="1238" y="419"/>
                      <a:pt x="1427" y="596"/>
                    </a:cubicBezTo>
                    <a:cubicBezTo>
                      <a:pt x="1606" y="759"/>
                      <a:pt x="2161" y="1399"/>
                      <a:pt x="2161" y="1399"/>
                    </a:cubicBezTo>
                    <a:lnTo>
                      <a:pt x="2586" y="2189"/>
                    </a:lnTo>
                    <a:cubicBezTo>
                      <a:pt x="2488" y="1128"/>
                      <a:pt x="2096" y="459"/>
                      <a:pt x="1401" y="149"/>
                    </a:cubicBezTo>
                    <a:cubicBezTo>
                      <a:pt x="1158" y="41"/>
                      <a:pt x="970" y="1"/>
                      <a:pt x="820" y="1"/>
                    </a:cubicBezTo>
                    <a:close/>
                  </a:path>
                </a:pathLst>
              </a:custGeom>
              <a:solidFill>
                <a:srgbClr val="FFE03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17" name="Google Shape;1417;p34"/>
              <p:cNvSpPr/>
              <p:nvPr/>
            </p:nvSpPr>
            <p:spPr>
              <a:xfrm>
                <a:off x="6743425" y="2088850"/>
                <a:ext cx="328125" cy="180200"/>
              </a:xfrm>
              <a:custGeom>
                <a:rect b="b" l="l" r="r" t="t"/>
                <a:pathLst>
                  <a:path extrusionOk="0" h="7208" w="13125">
                    <a:moveTo>
                      <a:pt x="69" y="0"/>
                    </a:moveTo>
                    <a:lnTo>
                      <a:pt x="0" y="95"/>
                    </a:lnTo>
                    <a:lnTo>
                      <a:pt x="2964" y="1495"/>
                    </a:lnTo>
                    <a:lnTo>
                      <a:pt x="10132" y="5304"/>
                    </a:lnTo>
                    <a:lnTo>
                      <a:pt x="13125" y="7207"/>
                    </a:lnTo>
                    <a:lnTo>
                      <a:pt x="13014" y="6907"/>
                    </a:lnTo>
                    <a:lnTo>
                      <a:pt x="11450" y="5875"/>
                    </a:lnTo>
                    <a:cubicBezTo>
                      <a:pt x="11450" y="5875"/>
                      <a:pt x="10256" y="3793"/>
                      <a:pt x="9995" y="3509"/>
                    </a:cubicBezTo>
                    <a:cubicBezTo>
                      <a:pt x="9750" y="3209"/>
                      <a:pt x="8800" y="2693"/>
                      <a:pt x="7971" y="2216"/>
                    </a:cubicBezTo>
                    <a:cubicBezTo>
                      <a:pt x="7155" y="1740"/>
                      <a:pt x="5957" y="1182"/>
                      <a:pt x="5467" y="992"/>
                    </a:cubicBezTo>
                    <a:cubicBezTo>
                      <a:pt x="5382" y="959"/>
                      <a:pt x="5277" y="945"/>
                      <a:pt x="5157" y="945"/>
                    </a:cubicBezTo>
                    <a:cubicBezTo>
                      <a:pt x="4577" y="945"/>
                      <a:pt x="3661" y="1280"/>
                      <a:pt x="3019" y="1426"/>
                    </a:cubicBezTo>
                    <a:cubicBezTo>
                      <a:pt x="2706" y="1237"/>
                      <a:pt x="69" y="0"/>
                      <a:pt x="69" y="0"/>
                    </a:cubicBezTo>
                    <a:close/>
                  </a:path>
                </a:pathLst>
              </a:custGeom>
              <a:solidFill>
                <a:srgbClr val="DBAE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18" name="Google Shape;1418;p34"/>
              <p:cNvSpPr/>
              <p:nvPr/>
            </p:nvSpPr>
            <p:spPr>
              <a:xfrm>
                <a:off x="6743425" y="2091200"/>
                <a:ext cx="328125" cy="178050"/>
              </a:xfrm>
              <a:custGeom>
                <a:rect b="b" l="l" r="r" t="t"/>
                <a:pathLst>
                  <a:path extrusionOk="0" h="7122" w="13125">
                    <a:moveTo>
                      <a:pt x="0" y="1"/>
                    </a:moveTo>
                    <a:lnTo>
                      <a:pt x="0" y="40"/>
                    </a:lnTo>
                    <a:cubicBezTo>
                      <a:pt x="0" y="121"/>
                      <a:pt x="95" y="177"/>
                      <a:pt x="300" y="298"/>
                    </a:cubicBezTo>
                    <a:cubicBezTo>
                      <a:pt x="529" y="435"/>
                      <a:pt x="3209" y="1796"/>
                      <a:pt x="3209" y="1796"/>
                    </a:cubicBezTo>
                    <a:cubicBezTo>
                      <a:pt x="3209" y="1796"/>
                      <a:pt x="9831" y="5373"/>
                      <a:pt x="10158" y="5536"/>
                    </a:cubicBezTo>
                    <a:cubicBezTo>
                      <a:pt x="10471" y="5700"/>
                      <a:pt x="12511" y="6950"/>
                      <a:pt x="12798" y="7058"/>
                    </a:cubicBezTo>
                    <a:cubicBezTo>
                      <a:pt x="12954" y="7109"/>
                      <a:pt x="13037" y="7121"/>
                      <a:pt x="13080" y="7121"/>
                    </a:cubicBezTo>
                    <a:cubicBezTo>
                      <a:pt x="13116" y="7121"/>
                      <a:pt x="13125" y="7113"/>
                      <a:pt x="13125" y="7113"/>
                    </a:cubicBezTo>
                    <a:cubicBezTo>
                      <a:pt x="13125" y="7113"/>
                      <a:pt x="11506" y="5984"/>
                      <a:pt x="11235" y="5820"/>
                    </a:cubicBezTo>
                    <a:cubicBezTo>
                      <a:pt x="10948" y="5644"/>
                      <a:pt x="5073" y="2517"/>
                      <a:pt x="5073" y="2517"/>
                    </a:cubicBezTo>
                    <a:lnTo>
                      <a:pt x="2964" y="1401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DBAE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19" name="Google Shape;1419;p34"/>
              <p:cNvSpPr/>
              <p:nvPr/>
            </p:nvSpPr>
            <p:spPr>
              <a:xfrm>
                <a:off x="6819875" y="2128250"/>
                <a:ext cx="177500" cy="157425"/>
              </a:xfrm>
              <a:custGeom>
                <a:rect b="b" l="l" r="r" t="t"/>
                <a:pathLst>
                  <a:path extrusionOk="0" h="6297" w="7100">
                    <a:moveTo>
                      <a:pt x="275" y="40"/>
                    </a:moveTo>
                    <a:cubicBezTo>
                      <a:pt x="1757" y="572"/>
                      <a:pt x="6640" y="3252"/>
                      <a:pt x="6871" y="3359"/>
                    </a:cubicBezTo>
                    <a:lnTo>
                      <a:pt x="7061" y="4038"/>
                    </a:lnTo>
                    <a:lnTo>
                      <a:pt x="6966" y="4871"/>
                    </a:lnTo>
                    <a:cubicBezTo>
                      <a:pt x="6855" y="4884"/>
                      <a:pt x="6271" y="5047"/>
                      <a:pt x="6189" y="6228"/>
                    </a:cubicBezTo>
                    <a:cubicBezTo>
                      <a:pt x="4926" y="5481"/>
                      <a:pt x="588" y="2977"/>
                      <a:pt x="396" y="2857"/>
                    </a:cubicBezTo>
                    <a:cubicBezTo>
                      <a:pt x="369" y="2788"/>
                      <a:pt x="232" y="2325"/>
                      <a:pt x="193" y="1998"/>
                    </a:cubicBezTo>
                    <a:cubicBezTo>
                      <a:pt x="138" y="1577"/>
                      <a:pt x="82" y="138"/>
                      <a:pt x="275" y="40"/>
                    </a:cubicBezTo>
                    <a:close/>
                    <a:moveTo>
                      <a:pt x="262" y="1"/>
                    </a:moveTo>
                    <a:cubicBezTo>
                      <a:pt x="1" y="82"/>
                      <a:pt x="125" y="1753"/>
                      <a:pt x="151" y="2014"/>
                    </a:cubicBezTo>
                    <a:cubicBezTo>
                      <a:pt x="206" y="2354"/>
                      <a:pt x="356" y="2870"/>
                      <a:pt x="356" y="2883"/>
                    </a:cubicBezTo>
                    <a:lnTo>
                      <a:pt x="356" y="2896"/>
                    </a:lnTo>
                    <a:cubicBezTo>
                      <a:pt x="356" y="2896"/>
                      <a:pt x="4939" y="5549"/>
                      <a:pt x="6202" y="6271"/>
                    </a:cubicBezTo>
                    <a:lnTo>
                      <a:pt x="6232" y="6297"/>
                    </a:lnTo>
                    <a:lnTo>
                      <a:pt x="6232" y="6258"/>
                    </a:lnTo>
                    <a:cubicBezTo>
                      <a:pt x="6313" y="4991"/>
                      <a:pt x="6979" y="4910"/>
                      <a:pt x="6979" y="4910"/>
                    </a:cubicBezTo>
                    <a:lnTo>
                      <a:pt x="6992" y="4910"/>
                    </a:lnTo>
                    <a:lnTo>
                      <a:pt x="7100" y="4038"/>
                    </a:lnTo>
                    <a:lnTo>
                      <a:pt x="6898" y="3346"/>
                    </a:lnTo>
                    <a:lnTo>
                      <a:pt x="6898" y="3333"/>
                    </a:lnTo>
                    <a:cubicBezTo>
                      <a:pt x="6842" y="3304"/>
                      <a:pt x="1783" y="546"/>
                      <a:pt x="275" y="1"/>
                    </a:cubicBezTo>
                    <a:close/>
                  </a:path>
                </a:pathLst>
              </a:custGeom>
              <a:solidFill>
                <a:srgbClr val="DBAE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20" name="Google Shape;1420;p34"/>
              <p:cNvSpPr/>
              <p:nvPr/>
            </p:nvSpPr>
            <p:spPr>
              <a:xfrm>
                <a:off x="6895350" y="2144575"/>
                <a:ext cx="18800" cy="96550"/>
              </a:xfrm>
              <a:custGeom>
                <a:rect b="b" l="l" r="r" t="t"/>
                <a:pathLst>
                  <a:path extrusionOk="0" h="3862" w="752">
                    <a:moveTo>
                      <a:pt x="709" y="0"/>
                    </a:moveTo>
                    <a:cubicBezTo>
                      <a:pt x="709" y="0"/>
                      <a:pt x="327" y="1117"/>
                      <a:pt x="262" y="1293"/>
                    </a:cubicBezTo>
                    <a:cubicBezTo>
                      <a:pt x="206" y="1469"/>
                      <a:pt x="69" y="2706"/>
                      <a:pt x="30" y="3075"/>
                    </a:cubicBezTo>
                    <a:cubicBezTo>
                      <a:pt x="1" y="3277"/>
                      <a:pt x="151" y="3836"/>
                      <a:pt x="164" y="3862"/>
                    </a:cubicBezTo>
                    <a:lnTo>
                      <a:pt x="206" y="3849"/>
                    </a:lnTo>
                    <a:cubicBezTo>
                      <a:pt x="193" y="3849"/>
                      <a:pt x="43" y="3277"/>
                      <a:pt x="69" y="3088"/>
                    </a:cubicBezTo>
                    <a:cubicBezTo>
                      <a:pt x="151" y="2311"/>
                      <a:pt x="246" y="1443"/>
                      <a:pt x="301" y="1306"/>
                    </a:cubicBezTo>
                    <a:cubicBezTo>
                      <a:pt x="370" y="1130"/>
                      <a:pt x="735" y="13"/>
                      <a:pt x="752" y="13"/>
                    </a:cubicBezTo>
                    <a:lnTo>
                      <a:pt x="709" y="0"/>
                    </a:lnTo>
                    <a:close/>
                  </a:path>
                </a:pathLst>
              </a:custGeom>
              <a:solidFill>
                <a:srgbClr val="DBAE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21" name="Google Shape;1421;p34"/>
              <p:cNvSpPr/>
              <p:nvPr/>
            </p:nvSpPr>
            <p:spPr>
              <a:xfrm>
                <a:off x="6824700" y="2116000"/>
                <a:ext cx="167950" cy="101375"/>
              </a:xfrm>
              <a:custGeom>
                <a:rect b="b" l="l" r="r" t="t"/>
                <a:pathLst>
                  <a:path extrusionOk="0" h="4055" w="6718">
                    <a:moveTo>
                      <a:pt x="2064" y="0"/>
                    </a:moveTo>
                    <a:cubicBezTo>
                      <a:pt x="1557" y="0"/>
                      <a:pt x="0" y="641"/>
                      <a:pt x="0" y="641"/>
                    </a:cubicBezTo>
                    <a:lnTo>
                      <a:pt x="6323" y="4055"/>
                    </a:lnTo>
                    <a:cubicBezTo>
                      <a:pt x="6323" y="4055"/>
                      <a:pt x="6718" y="4026"/>
                      <a:pt x="6691" y="3794"/>
                    </a:cubicBezTo>
                    <a:cubicBezTo>
                      <a:pt x="6649" y="3549"/>
                      <a:pt x="5915" y="2015"/>
                      <a:pt x="5915" y="2015"/>
                    </a:cubicBezTo>
                    <a:cubicBezTo>
                      <a:pt x="5915" y="2015"/>
                      <a:pt x="5291" y="1578"/>
                      <a:pt x="4394" y="1075"/>
                    </a:cubicBezTo>
                    <a:cubicBezTo>
                      <a:pt x="3480" y="572"/>
                      <a:pt x="2517" y="96"/>
                      <a:pt x="2092" y="1"/>
                    </a:cubicBezTo>
                    <a:cubicBezTo>
                      <a:pt x="2083" y="0"/>
                      <a:pt x="2074" y="0"/>
                      <a:pt x="2064" y="0"/>
                    </a:cubicBezTo>
                    <a:close/>
                  </a:path>
                </a:pathLst>
              </a:custGeom>
              <a:solidFill>
                <a:srgbClr val="2D2C3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22" name="Google Shape;1422;p34"/>
              <p:cNvSpPr/>
              <p:nvPr/>
            </p:nvSpPr>
            <p:spPr>
              <a:xfrm>
                <a:off x="6830800" y="2118375"/>
                <a:ext cx="158825" cy="96550"/>
              </a:xfrm>
              <a:custGeom>
                <a:rect b="b" l="l" r="r" t="t"/>
                <a:pathLst>
                  <a:path extrusionOk="0" h="3862" w="6353">
                    <a:moveTo>
                      <a:pt x="1809" y="1"/>
                    </a:moveTo>
                    <a:cubicBezTo>
                      <a:pt x="1440" y="1"/>
                      <a:pt x="504" y="301"/>
                      <a:pt x="1" y="559"/>
                    </a:cubicBezTo>
                    <a:lnTo>
                      <a:pt x="6121" y="3862"/>
                    </a:lnTo>
                    <a:cubicBezTo>
                      <a:pt x="6199" y="3763"/>
                      <a:pt x="6239" y="3754"/>
                      <a:pt x="6275" y="3754"/>
                    </a:cubicBezTo>
                    <a:cubicBezTo>
                      <a:pt x="6282" y="3754"/>
                      <a:pt x="6290" y="3754"/>
                      <a:pt x="6297" y="3754"/>
                    </a:cubicBezTo>
                    <a:cubicBezTo>
                      <a:pt x="6323" y="3754"/>
                      <a:pt x="6336" y="3741"/>
                      <a:pt x="6336" y="3741"/>
                    </a:cubicBezTo>
                    <a:cubicBezTo>
                      <a:pt x="6336" y="3741"/>
                      <a:pt x="6353" y="3741"/>
                      <a:pt x="6336" y="3715"/>
                    </a:cubicBezTo>
                    <a:cubicBezTo>
                      <a:pt x="6310" y="3552"/>
                      <a:pt x="5876" y="2586"/>
                      <a:pt x="5602" y="1985"/>
                    </a:cubicBezTo>
                    <a:cubicBezTo>
                      <a:pt x="5481" y="1904"/>
                      <a:pt x="4897" y="1512"/>
                      <a:pt x="4094" y="1074"/>
                    </a:cubicBezTo>
                    <a:cubicBezTo>
                      <a:pt x="3020" y="477"/>
                      <a:pt x="2204" y="82"/>
                      <a:pt x="1835" y="1"/>
                    </a:cubicBezTo>
                    <a:close/>
                  </a:path>
                </a:pathLst>
              </a:custGeom>
              <a:solidFill>
                <a:srgbClr val="50505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23" name="Google Shape;1423;p34"/>
              <p:cNvSpPr/>
              <p:nvPr/>
            </p:nvSpPr>
            <p:spPr>
              <a:xfrm>
                <a:off x="6749875" y="2128950"/>
                <a:ext cx="69375" cy="73750"/>
              </a:xfrm>
              <a:custGeom>
                <a:rect b="b" l="l" r="r" t="t"/>
                <a:pathLst>
                  <a:path extrusionOk="0" h="2950" w="2775">
                    <a:moveTo>
                      <a:pt x="761" y="0"/>
                    </a:moveTo>
                    <a:cubicBezTo>
                      <a:pt x="324" y="0"/>
                      <a:pt x="26" y="347"/>
                      <a:pt x="26" y="952"/>
                    </a:cubicBezTo>
                    <a:lnTo>
                      <a:pt x="0" y="1154"/>
                    </a:lnTo>
                    <a:lnTo>
                      <a:pt x="150" y="1265"/>
                    </a:lnTo>
                    <a:lnTo>
                      <a:pt x="176" y="1033"/>
                    </a:lnTo>
                    <a:cubicBezTo>
                      <a:pt x="176" y="529"/>
                      <a:pt x="443" y="239"/>
                      <a:pt x="826" y="239"/>
                    </a:cubicBezTo>
                    <a:cubicBezTo>
                      <a:pt x="991" y="239"/>
                      <a:pt x="1178" y="293"/>
                      <a:pt x="1374" y="407"/>
                    </a:cubicBezTo>
                    <a:cubicBezTo>
                      <a:pt x="2027" y="789"/>
                      <a:pt x="2556" y="1686"/>
                      <a:pt x="2556" y="2408"/>
                    </a:cubicBezTo>
                    <a:lnTo>
                      <a:pt x="2624" y="2868"/>
                    </a:lnTo>
                    <a:lnTo>
                      <a:pt x="2774" y="2949"/>
                    </a:lnTo>
                    <a:lnTo>
                      <a:pt x="2706" y="2502"/>
                    </a:lnTo>
                    <a:cubicBezTo>
                      <a:pt x="2706" y="1644"/>
                      <a:pt x="2109" y="612"/>
                      <a:pt x="1374" y="191"/>
                    </a:cubicBezTo>
                    <a:cubicBezTo>
                      <a:pt x="1153" y="62"/>
                      <a:pt x="945" y="0"/>
                      <a:pt x="761" y="0"/>
                    </a:cubicBezTo>
                    <a:close/>
                  </a:path>
                </a:pathLst>
              </a:custGeom>
              <a:solidFill>
                <a:srgbClr val="DBAE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24" name="Google Shape;1424;p34"/>
              <p:cNvSpPr/>
              <p:nvPr/>
            </p:nvSpPr>
            <p:spPr>
              <a:xfrm>
                <a:off x="6990925" y="2274425"/>
                <a:ext cx="48975" cy="62975"/>
              </a:xfrm>
              <a:custGeom>
                <a:rect b="b" l="l" r="r" t="t"/>
                <a:pathLst>
                  <a:path extrusionOk="0" h="2519" w="1959">
                    <a:moveTo>
                      <a:pt x="536" y="0"/>
                    </a:moveTo>
                    <a:cubicBezTo>
                      <a:pt x="218" y="0"/>
                      <a:pt x="0" y="252"/>
                      <a:pt x="0" y="695"/>
                    </a:cubicBezTo>
                    <a:cubicBezTo>
                      <a:pt x="0" y="1321"/>
                      <a:pt x="437" y="2069"/>
                      <a:pt x="979" y="2382"/>
                    </a:cubicBezTo>
                    <a:cubicBezTo>
                      <a:pt x="1136" y="2474"/>
                      <a:pt x="1285" y="2518"/>
                      <a:pt x="1418" y="2518"/>
                    </a:cubicBezTo>
                    <a:cubicBezTo>
                      <a:pt x="1736" y="2518"/>
                      <a:pt x="1958" y="2266"/>
                      <a:pt x="1958" y="1824"/>
                    </a:cubicBezTo>
                    <a:cubicBezTo>
                      <a:pt x="1958" y="1210"/>
                      <a:pt x="1511" y="450"/>
                      <a:pt x="979" y="137"/>
                    </a:cubicBezTo>
                    <a:cubicBezTo>
                      <a:pt x="820" y="44"/>
                      <a:pt x="669" y="0"/>
                      <a:pt x="536" y="0"/>
                    </a:cubicBezTo>
                    <a:close/>
                  </a:path>
                </a:pathLst>
              </a:custGeom>
              <a:solidFill>
                <a:srgbClr val="52515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25" name="Google Shape;1425;p34"/>
              <p:cNvSpPr/>
              <p:nvPr/>
            </p:nvSpPr>
            <p:spPr>
              <a:xfrm>
                <a:off x="6981775" y="2262800"/>
                <a:ext cx="68650" cy="70125"/>
              </a:xfrm>
              <a:custGeom>
                <a:rect b="b" l="l" r="r" t="t"/>
                <a:pathLst>
                  <a:path extrusionOk="0" h="2805" w="2746">
                    <a:moveTo>
                      <a:pt x="743" y="0"/>
                    </a:moveTo>
                    <a:cubicBezTo>
                      <a:pt x="301" y="0"/>
                      <a:pt x="0" y="348"/>
                      <a:pt x="0" y="957"/>
                    </a:cubicBezTo>
                    <a:lnTo>
                      <a:pt x="69" y="1378"/>
                    </a:lnTo>
                    <a:lnTo>
                      <a:pt x="216" y="1447"/>
                    </a:lnTo>
                    <a:lnTo>
                      <a:pt x="216" y="1447"/>
                    </a:lnTo>
                    <a:lnTo>
                      <a:pt x="151" y="1039"/>
                    </a:lnTo>
                    <a:cubicBezTo>
                      <a:pt x="151" y="535"/>
                      <a:pt x="409" y="243"/>
                      <a:pt x="791" y="243"/>
                    </a:cubicBezTo>
                    <a:cubicBezTo>
                      <a:pt x="956" y="243"/>
                      <a:pt x="1145" y="297"/>
                      <a:pt x="1345" y="412"/>
                    </a:cubicBezTo>
                    <a:cubicBezTo>
                      <a:pt x="1998" y="794"/>
                      <a:pt x="2530" y="1692"/>
                      <a:pt x="2530" y="2410"/>
                    </a:cubicBezTo>
                    <a:lnTo>
                      <a:pt x="2599" y="2723"/>
                    </a:lnTo>
                    <a:lnTo>
                      <a:pt x="2746" y="2805"/>
                    </a:lnTo>
                    <a:lnTo>
                      <a:pt x="2680" y="2508"/>
                    </a:lnTo>
                    <a:cubicBezTo>
                      <a:pt x="2680" y="1649"/>
                      <a:pt x="2080" y="615"/>
                      <a:pt x="1345" y="180"/>
                    </a:cubicBezTo>
                    <a:cubicBezTo>
                      <a:pt x="1128" y="58"/>
                      <a:pt x="924" y="0"/>
                      <a:pt x="743" y="0"/>
                    </a:cubicBezTo>
                    <a:close/>
                  </a:path>
                </a:pathLst>
              </a:custGeom>
              <a:solidFill>
                <a:srgbClr val="DBAE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26" name="Google Shape;1426;p34"/>
              <p:cNvSpPr/>
              <p:nvPr/>
            </p:nvSpPr>
            <p:spPr>
              <a:xfrm>
                <a:off x="7069500" y="2232300"/>
                <a:ext cx="140450" cy="78925"/>
              </a:xfrm>
              <a:custGeom>
                <a:rect b="b" l="l" r="r" t="t"/>
                <a:pathLst>
                  <a:path extrusionOk="0" h="3157" w="5618">
                    <a:moveTo>
                      <a:pt x="5291" y="0"/>
                    </a:moveTo>
                    <a:lnTo>
                      <a:pt x="4922" y="408"/>
                    </a:lnTo>
                    <a:lnTo>
                      <a:pt x="4394" y="829"/>
                    </a:lnTo>
                    <a:lnTo>
                      <a:pt x="2380" y="1998"/>
                    </a:lnTo>
                    <a:lnTo>
                      <a:pt x="1250" y="2530"/>
                    </a:lnTo>
                    <a:lnTo>
                      <a:pt x="0" y="3032"/>
                    </a:lnTo>
                    <a:lnTo>
                      <a:pt x="1143" y="3157"/>
                    </a:lnTo>
                    <a:lnTo>
                      <a:pt x="1577" y="2977"/>
                    </a:lnTo>
                    <a:lnTo>
                      <a:pt x="2706" y="2448"/>
                    </a:lnTo>
                    <a:lnTo>
                      <a:pt x="4720" y="1280"/>
                    </a:lnTo>
                    <a:lnTo>
                      <a:pt x="5249" y="855"/>
                    </a:lnTo>
                    <a:lnTo>
                      <a:pt x="5618" y="434"/>
                    </a:lnTo>
                    <a:lnTo>
                      <a:pt x="5507" y="137"/>
                    </a:lnTo>
                    <a:lnTo>
                      <a:pt x="5291" y="0"/>
                    </a:lnTo>
                    <a:close/>
                  </a:path>
                </a:pathLst>
              </a:custGeom>
              <a:solidFill>
                <a:srgbClr val="FFE03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27" name="Google Shape;1427;p34"/>
              <p:cNvSpPr/>
              <p:nvPr/>
            </p:nvSpPr>
            <p:spPr>
              <a:xfrm>
                <a:off x="7201350" y="2225850"/>
                <a:ext cx="8600" cy="17325"/>
              </a:xfrm>
              <a:custGeom>
                <a:rect b="b" l="l" r="r" t="t"/>
                <a:pathLst>
                  <a:path extrusionOk="0" h="693" w="344">
                    <a:moveTo>
                      <a:pt x="1" y="0"/>
                    </a:moveTo>
                    <a:lnTo>
                      <a:pt x="17" y="258"/>
                    </a:lnTo>
                    <a:lnTo>
                      <a:pt x="344" y="692"/>
                    </a:lnTo>
                    <a:lnTo>
                      <a:pt x="275" y="327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rgbClr val="FFE03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28" name="Google Shape;1428;p34"/>
              <p:cNvSpPr/>
              <p:nvPr/>
            </p:nvSpPr>
            <p:spPr>
              <a:xfrm>
                <a:off x="7046325" y="2303050"/>
                <a:ext cx="51750" cy="13125"/>
              </a:xfrm>
              <a:custGeom>
                <a:rect b="b" l="l" r="r" t="t"/>
                <a:pathLst>
                  <a:path extrusionOk="0" h="525" w="2070">
                    <a:moveTo>
                      <a:pt x="0" y="0"/>
                    </a:moveTo>
                    <a:cubicBezTo>
                      <a:pt x="0" y="0"/>
                      <a:pt x="232" y="147"/>
                      <a:pt x="709" y="353"/>
                    </a:cubicBezTo>
                    <a:cubicBezTo>
                      <a:pt x="914" y="447"/>
                      <a:pt x="1143" y="516"/>
                      <a:pt x="1198" y="516"/>
                    </a:cubicBezTo>
                    <a:cubicBezTo>
                      <a:pt x="1221" y="520"/>
                      <a:pt x="1264" y="524"/>
                      <a:pt x="1321" y="524"/>
                    </a:cubicBezTo>
                    <a:cubicBezTo>
                      <a:pt x="1438" y="524"/>
                      <a:pt x="1614" y="507"/>
                      <a:pt x="1796" y="434"/>
                    </a:cubicBezTo>
                    <a:lnTo>
                      <a:pt x="2070" y="327"/>
                    </a:lnTo>
                    <a:lnTo>
                      <a:pt x="1090" y="134"/>
                    </a:lnTo>
                    <a:cubicBezTo>
                      <a:pt x="1090" y="134"/>
                      <a:pt x="1039" y="166"/>
                      <a:pt x="919" y="166"/>
                    </a:cubicBezTo>
                    <a:cubicBezTo>
                      <a:pt x="901" y="166"/>
                      <a:pt x="881" y="165"/>
                      <a:pt x="859" y="163"/>
                    </a:cubicBezTo>
                    <a:cubicBezTo>
                      <a:pt x="696" y="147"/>
                      <a:pt x="369" y="52"/>
                      <a:pt x="369" y="52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E03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29" name="Google Shape;1429;p34"/>
              <p:cNvSpPr/>
              <p:nvPr/>
            </p:nvSpPr>
            <p:spPr>
              <a:xfrm>
                <a:off x="7184725" y="2200625"/>
                <a:ext cx="17075" cy="38475"/>
              </a:xfrm>
              <a:custGeom>
                <a:rect b="b" l="l" r="r" t="t"/>
                <a:pathLst>
                  <a:path extrusionOk="0" h="1539" w="683">
                    <a:moveTo>
                      <a:pt x="571" y="1"/>
                    </a:moveTo>
                    <a:lnTo>
                      <a:pt x="193" y="396"/>
                    </a:lnTo>
                    <a:lnTo>
                      <a:pt x="0" y="833"/>
                    </a:lnTo>
                    <a:lnTo>
                      <a:pt x="0" y="1499"/>
                    </a:lnTo>
                    <a:lnTo>
                      <a:pt x="193" y="1538"/>
                    </a:lnTo>
                    <a:lnTo>
                      <a:pt x="682" y="1117"/>
                    </a:lnTo>
                    <a:lnTo>
                      <a:pt x="571" y="1"/>
                    </a:lnTo>
                    <a:close/>
                  </a:path>
                </a:pathLst>
              </a:custGeom>
              <a:solidFill>
                <a:srgbClr val="E7363C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30" name="Google Shape;1430;p34"/>
              <p:cNvSpPr/>
              <p:nvPr/>
            </p:nvSpPr>
            <p:spPr>
              <a:xfrm>
                <a:off x="7108250" y="2105475"/>
                <a:ext cx="49975" cy="66625"/>
              </a:xfrm>
              <a:custGeom>
                <a:rect b="b" l="l" r="r" t="t"/>
                <a:pathLst>
                  <a:path extrusionOk="0" h="2665" w="1999">
                    <a:moveTo>
                      <a:pt x="298" y="1"/>
                    </a:moveTo>
                    <a:lnTo>
                      <a:pt x="1" y="353"/>
                    </a:lnTo>
                    <a:cubicBezTo>
                      <a:pt x="1" y="353"/>
                      <a:pt x="246" y="177"/>
                      <a:pt x="340" y="177"/>
                    </a:cubicBezTo>
                    <a:cubicBezTo>
                      <a:pt x="490" y="327"/>
                      <a:pt x="1917" y="2256"/>
                      <a:pt x="1917" y="2256"/>
                    </a:cubicBezTo>
                    <a:lnTo>
                      <a:pt x="1727" y="2664"/>
                    </a:lnTo>
                    <a:cubicBezTo>
                      <a:pt x="1727" y="2664"/>
                      <a:pt x="1848" y="2557"/>
                      <a:pt x="1998" y="2230"/>
                    </a:cubicBezTo>
                    <a:cubicBezTo>
                      <a:pt x="1904" y="2012"/>
                      <a:pt x="298" y="1"/>
                      <a:pt x="298" y="1"/>
                    </a:cubicBezTo>
                    <a:close/>
                  </a:path>
                </a:pathLst>
              </a:custGeom>
              <a:solidFill>
                <a:srgbClr val="FFE03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31" name="Google Shape;1431;p34"/>
              <p:cNvSpPr/>
              <p:nvPr/>
            </p:nvSpPr>
            <p:spPr>
              <a:xfrm>
                <a:off x="7059950" y="2267950"/>
                <a:ext cx="41150" cy="34050"/>
              </a:xfrm>
              <a:custGeom>
                <a:rect b="b" l="l" r="r" t="t"/>
                <a:pathLst>
                  <a:path extrusionOk="0" h="1362" w="1646">
                    <a:moveTo>
                      <a:pt x="1224" y="1"/>
                    </a:moveTo>
                    <a:lnTo>
                      <a:pt x="572" y="262"/>
                    </a:lnTo>
                    <a:lnTo>
                      <a:pt x="219" y="245"/>
                    </a:lnTo>
                    <a:lnTo>
                      <a:pt x="27" y="343"/>
                    </a:lnTo>
                    <a:lnTo>
                      <a:pt x="0" y="1159"/>
                    </a:lnTo>
                    <a:lnTo>
                      <a:pt x="137" y="1293"/>
                    </a:lnTo>
                    <a:lnTo>
                      <a:pt x="395" y="1362"/>
                    </a:lnTo>
                    <a:lnTo>
                      <a:pt x="735" y="1336"/>
                    </a:lnTo>
                    <a:lnTo>
                      <a:pt x="1512" y="967"/>
                    </a:lnTo>
                    <a:lnTo>
                      <a:pt x="1645" y="735"/>
                    </a:lnTo>
                    <a:lnTo>
                      <a:pt x="1593" y="56"/>
                    </a:lnTo>
                    <a:lnTo>
                      <a:pt x="1224" y="1"/>
                    </a:lnTo>
                    <a:close/>
                  </a:path>
                </a:pathLst>
              </a:custGeom>
              <a:solidFill>
                <a:srgbClr val="E7363C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32" name="Google Shape;1432;p34"/>
              <p:cNvSpPr/>
              <p:nvPr/>
            </p:nvSpPr>
            <p:spPr>
              <a:xfrm>
                <a:off x="6731825" y="2093900"/>
                <a:ext cx="16025" cy="24500"/>
              </a:xfrm>
              <a:custGeom>
                <a:rect b="b" l="l" r="r" t="t"/>
                <a:pathLst>
                  <a:path extrusionOk="0" h="980" w="641">
                    <a:moveTo>
                      <a:pt x="451" y="0"/>
                    </a:moveTo>
                    <a:lnTo>
                      <a:pt x="451" y="0"/>
                    </a:lnTo>
                    <a:cubicBezTo>
                      <a:pt x="451" y="1"/>
                      <a:pt x="1" y="435"/>
                      <a:pt x="14" y="546"/>
                    </a:cubicBezTo>
                    <a:cubicBezTo>
                      <a:pt x="14" y="666"/>
                      <a:pt x="327" y="829"/>
                      <a:pt x="327" y="829"/>
                    </a:cubicBezTo>
                    <a:lnTo>
                      <a:pt x="640" y="980"/>
                    </a:lnTo>
                    <a:lnTo>
                      <a:pt x="503" y="748"/>
                    </a:lnTo>
                    <a:lnTo>
                      <a:pt x="396" y="585"/>
                    </a:lnTo>
                    <a:lnTo>
                      <a:pt x="451" y="0"/>
                    </a:lnTo>
                    <a:close/>
                  </a:path>
                </a:pathLst>
              </a:custGeom>
              <a:solidFill>
                <a:srgbClr val="FFE03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33" name="Google Shape;1433;p34"/>
              <p:cNvSpPr/>
              <p:nvPr/>
            </p:nvSpPr>
            <p:spPr>
              <a:xfrm>
                <a:off x="6990925" y="2274425"/>
                <a:ext cx="48975" cy="62975"/>
              </a:xfrm>
              <a:custGeom>
                <a:rect b="b" l="l" r="r" t="t"/>
                <a:pathLst>
                  <a:path extrusionOk="0" h="2519" w="1959">
                    <a:moveTo>
                      <a:pt x="536" y="0"/>
                    </a:moveTo>
                    <a:cubicBezTo>
                      <a:pt x="218" y="0"/>
                      <a:pt x="0" y="252"/>
                      <a:pt x="0" y="695"/>
                    </a:cubicBezTo>
                    <a:cubicBezTo>
                      <a:pt x="0" y="1321"/>
                      <a:pt x="437" y="2069"/>
                      <a:pt x="979" y="2382"/>
                    </a:cubicBezTo>
                    <a:cubicBezTo>
                      <a:pt x="1136" y="2474"/>
                      <a:pt x="1285" y="2518"/>
                      <a:pt x="1418" y="2518"/>
                    </a:cubicBezTo>
                    <a:cubicBezTo>
                      <a:pt x="1736" y="2518"/>
                      <a:pt x="1958" y="2266"/>
                      <a:pt x="1958" y="1824"/>
                    </a:cubicBezTo>
                    <a:cubicBezTo>
                      <a:pt x="1958" y="1210"/>
                      <a:pt x="1511" y="450"/>
                      <a:pt x="979" y="137"/>
                    </a:cubicBezTo>
                    <a:cubicBezTo>
                      <a:pt x="820" y="44"/>
                      <a:pt x="669" y="0"/>
                      <a:pt x="536" y="0"/>
                    </a:cubicBezTo>
                    <a:close/>
                  </a:path>
                </a:pathLst>
              </a:custGeom>
              <a:solidFill>
                <a:srgbClr val="2D2C3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34" name="Google Shape;1434;p34"/>
              <p:cNvSpPr/>
              <p:nvPr/>
            </p:nvSpPr>
            <p:spPr>
              <a:xfrm>
                <a:off x="6991975" y="2277825"/>
                <a:ext cx="44575" cy="57500"/>
              </a:xfrm>
              <a:custGeom>
                <a:rect b="b" l="l" r="r" t="t"/>
                <a:pathLst>
                  <a:path extrusionOk="0" h="2300" w="1783">
                    <a:moveTo>
                      <a:pt x="497" y="1"/>
                    </a:moveTo>
                    <a:cubicBezTo>
                      <a:pt x="205" y="1"/>
                      <a:pt x="0" y="232"/>
                      <a:pt x="0" y="627"/>
                    </a:cubicBezTo>
                    <a:cubicBezTo>
                      <a:pt x="0" y="1198"/>
                      <a:pt x="408" y="1890"/>
                      <a:pt x="898" y="2178"/>
                    </a:cubicBezTo>
                    <a:cubicBezTo>
                      <a:pt x="1041" y="2260"/>
                      <a:pt x="1175" y="2300"/>
                      <a:pt x="1294" y="2300"/>
                    </a:cubicBezTo>
                    <a:cubicBezTo>
                      <a:pt x="1584" y="2300"/>
                      <a:pt x="1783" y="2067"/>
                      <a:pt x="1783" y="1662"/>
                    </a:cubicBezTo>
                    <a:cubicBezTo>
                      <a:pt x="1783" y="1104"/>
                      <a:pt x="1388" y="409"/>
                      <a:pt x="898" y="125"/>
                    </a:cubicBezTo>
                    <a:cubicBezTo>
                      <a:pt x="755" y="41"/>
                      <a:pt x="619" y="1"/>
                      <a:pt x="497" y="1"/>
                    </a:cubicBezTo>
                    <a:close/>
                  </a:path>
                </a:pathLst>
              </a:custGeom>
              <a:solidFill>
                <a:srgbClr val="50505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35" name="Google Shape;1435;p34"/>
              <p:cNvSpPr/>
              <p:nvPr/>
            </p:nvSpPr>
            <p:spPr>
              <a:xfrm>
                <a:off x="6997350" y="2286800"/>
                <a:ext cx="31700" cy="40800"/>
              </a:xfrm>
              <a:custGeom>
                <a:rect b="b" l="l" r="r" t="t"/>
                <a:pathLst>
                  <a:path extrusionOk="0" h="1632" w="1268">
                    <a:moveTo>
                      <a:pt x="364" y="1"/>
                    </a:moveTo>
                    <a:cubicBezTo>
                      <a:pt x="331" y="1"/>
                      <a:pt x="301" y="4"/>
                      <a:pt x="275" y="10"/>
                    </a:cubicBezTo>
                    <a:cubicBezTo>
                      <a:pt x="112" y="36"/>
                      <a:pt x="1" y="200"/>
                      <a:pt x="1" y="444"/>
                    </a:cubicBezTo>
                    <a:cubicBezTo>
                      <a:pt x="1" y="852"/>
                      <a:pt x="288" y="1342"/>
                      <a:pt x="641" y="1548"/>
                    </a:cubicBezTo>
                    <a:cubicBezTo>
                      <a:pt x="743" y="1604"/>
                      <a:pt x="840" y="1632"/>
                      <a:pt x="924" y="1632"/>
                    </a:cubicBezTo>
                    <a:cubicBezTo>
                      <a:pt x="1020" y="1632"/>
                      <a:pt x="1101" y="1597"/>
                      <a:pt x="1160" y="1531"/>
                    </a:cubicBezTo>
                    <a:cubicBezTo>
                      <a:pt x="1225" y="1466"/>
                      <a:pt x="1254" y="1368"/>
                      <a:pt x="1267" y="1247"/>
                    </a:cubicBezTo>
                    <a:lnTo>
                      <a:pt x="1267" y="1179"/>
                    </a:lnTo>
                    <a:lnTo>
                      <a:pt x="1267" y="1071"/>
                    </a:lnTo>
                    <a:cubicBezTo>
                      <a:pt x="1254" y="1003"/>
                      <a:pt x="1241" y="934"/>
                      <a:pt x="1225" y="879"/>
                    </a:cubicBezTo>
                    <a:cubicBezTo>
                      <a:pt x="1212" y="839"/>
                      <a:pt x="1199" y="784"/>
                      <a:pt x="1186" y="745"/>
                    </a:cubicBezTo>
                    <a:cubicBezTo>
                      <a:pt x="1143" y="663"/>
                      <a:pt x="1104" y="582"/>
                      <a:pt x="1049" y="500"/>
                    </a:cubicBezTo>
                    <a:cubicBezTo>
                      <a:pt x="1036" y="487"/>
                      <a:pt x="1036" y="471"/>
                      <a:pt x="1023" y="444"/>
                    </a:cubicBezTo>
                    <a:cubicBezTo>
                      <a:pt x="967" y="376"/>
                      <a:pt x="915" y="324"/>
                      <a:pt x="859" y="255"/>
                    </a:cubicBezTo>
                    <a:cubicBezTo>
                      <a:pt x="817" y="213"/>
                      <a:pt x="778" y="174"/>
                      <a:pt x="722" y="131"/>
                    </a:cubicBezTo>
                    <a:cubicBezTo>
                      <a:pt x="696" y="118"/>
                      <a:pt x="670" y="105"/>
                      <a:pt x="641" y="79"/>
                    </a:cubicBezTo>
                    <a:cubicBezTo>
                      <a:pt x="601" y="63"/>
                      <a:pt x="572" y="50"/>
                      <a:pt x="546" y="36"/>
                    </a:cubicBezTo>
                    <a:cubicBezTo>
                      <a:pt x="520" y="23"/>
                      <a:pt x="490" y="10"/>
                      <a:pt x="464" y="10"/>
                    </a:cubicBezTo>
                    <a:cubicBezTo>
                      <a:pt x="430" y="4"/>
                      <a:pt x="396" y="1"/>
                      <a:pt x="364" y="1"/>
                    </a:cubicBezTo>
                    <a:close/>
                  </a:path>
                </a:pathLst>
              </a:custGeom>
              <a:solidFill>
                <a:srgbClr val="F5F5F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36" name="Google Shape;1436;p34"/>
              <p:cNvSpPr/>
              <p:nvPr/>
            </p:nvSpPr>
            <p:spPr>
              <a:xfrm>
                <a:off x="6997350" y="2284650"/>
                <a:ext cx="34050" cy="43650"/>
              </a:xfrm>
              <a:custGeom>
                <a:rect b="b" l="l" r="r" t="t"/>
                <a:pathLst>
                  <a:path extrusionOk="0" h="1746" w="1362">
                    <a:moveTo>
                      <a:pt x="383" y="54"/>
                    </a:moveTo>
                    <a:cubicBezTo>
                      <a:pt x="477" y="54"/>
                      <a:pt x="559" y="109"/>
                      <a:pt x="670" y="165"/>
                    </a:cubicBezTo>
                    <a:cubicBezTo>
                      <a:pt x="898" y="299"/>
                      <a:pt x="1078" y="544"/>
                      <a:pt x="1199" y="831"/>
                    </a:cubicBezTo>
                    <a:cubicBezTo>
                      <a:pt x="1254" y="965"/>
                      <a:pt x="1306" y="1102"/>
                      <a:pt x="1306" y="1239"/>
                    </a:cubicBezTo>
                    <a:cubicBezTo>
                      <a:pt x="1306" y="1415"/>
                      <a:pt x="1267" y="1552"/>
                      <a:pt x="1173" y="1617"/>
                    </a:cubicBezTo>
                    <a:cubicBezTo>
                      <a:pt x="1143" y="1634"/>
                      <a:pt x="1130" y="1647"/>
                      <a:pt x="1104" y="1660"/>
                    </a:cubicBezTo>
                    <a:cubicBezTo>
                      <a:pt x="1063" y="1681"/>
                      <a:pt x="1016" y="1692"/>
                      <a:pt x="965" y="1692"/>
                    </a:cubicBezTo>
                    <a:cubicBezTo>
                      <a:pt x="880" y="1692"/>
                      <a:pt x="784" y="1663"/>
                      <a:pt x="683" y="1604"/>
                    </a:cubicBezTo>
                    <a:cubicBezTo>
                      <a:pt x="327" y="1402"/>
                      <a:pt x="43" y="912"/>
                      <a:pt x="43" y="504"/>
                    </a:cubicBezTo>
                    <a:cubicBezTo>
                      <a:pt x="43" y="328"/>
                      <a:pt x="112" y="191"/>
                      <a:pt x="207" y="109"/>
                    </a:cubicBezTo>
                    <a:cubicBezTo>
                      <a:pt x="220" y="96"/>
                      <a:pt x="246" y="96"/>
                      <a:pt x="262" y="83"/>
                    </a:cubicBezTo>
                    <a:lnTo>
                      <a:pt x="275" y="83"/>
                    </a:lnTo>
                    <a:cubicBezTo>
                      <a:pt x="314" y="67"/>
                      <a:pt x="344" y="54"/>
                      <a:pt x="383" y="54"/>
                    </a:cubicBezTo>
                    <a:close/>
                    <a:moveTo>
                      <a:pt x="378" y="0"/>
                    </a:moveTo>
                    <a:cubicBezTo>
                      <a:pt x="341" y="0"/>
                      <a:pt x="307" y="5"/>
                      <a:pt x="275" y="15"/>
                    </a:cubicBezTo>
                    <a:cubicBezTo>
                      <a:pt x="262" y="15"/>
                      <a:pt x="246" y="28"/>
                      <a:pt x="233" y="28"/>
                    </a:cubicBezTo>
                    <a:cubicBezTo>
                      <a:pt x="207" y="41"/>
                      <a:pt x="193" y="41"/>
                      <a:pt x="180" y="54"/>
                    </a:cubicBezTo>
                    <a:cubicBezTo>
                      <a:pt x="164" y="67"/>
                      <a:pt x="164" y="67"/>
                      <a:pt x="151" y="83"/>
                    </a:cubicBezTo>
                    <a:cubicBezTo>
                      <a:pt x="56" y="165"/>
                      <a:pt x="1" y="299"/>
                      <a:pt x="1" y="475"/>
                    </a:cubicBezTo>
                    <a:lnTo>
                      <a:pt x="1" y="544"/>
                    </a:lnTo>
                    <a:lnTo>
                      <a:pt x="1" y="557"/>
                    </a:lnTo>
                    <a:cubicBezTo>
                      <a:pt x="30" y="938"/>
                      <a:pt x="288" y="1389"/>
                      <a:pt x="601" y="1604"/>
                    </a:cubicBezTo>
                    <a:cubicBezTo>
                      <a:pt x="628" y="1634"/>
                      <a:pt x="654" y="1647"/>
                      <a:pt x="683" y="1660"/>
                    </a:cubicBezTo>
                    <a:cubicBezTo>
                      <a:pt x="792" y="1718"/>
                      <a:pt x="896" y="1746"/>
                      <a:pt x="988" y="1746"/>
                    </a:cubicBezTo>
                    <a:cubicBezTo>
                      <a:pt x="1045" y="1746"/>
                      <a:pt x="1097" y="1735"/>
                      <a:pt x="1143" y="1715"/>
                    </a:cubicBezTo>
                    <a:cubicBezTo>
                      <a:pt x="1160" y="1699"/>
                      <a:pt x="1186" y="1686"/>
                      <a:pt x="1199" y="1673"/>
                    </a:cubicBezTo>
                    <a:cubicBezTo>
                      <a:pt x="1212" y="1673"/>
                      <a:pt x="1212" y="1660"/>
                      <a:pt x="1225" y="1660"/>
                    </a:cubicBezTo>
                    <a:cubicBezTo>
                      <a:pt x="1306" y="1565"/>
                      <a:pt x="1362" y="1441"/>
                      <a:pt x="1362" y="1265"/>
                    </a:cubicBezTo>
                    <a:cubicBezTo>
                      <a:pt x="1362" y="965"/>
                      <a:pt x="1199" y="612"/>
                      <a:pt x="980" y="354"/>
                    </a:cubicBezTo>
                    <a:cubicBezTo>
                      <a:pt x="885" y="247"/>
                      <a:pt x="791" y="165"/>
                      <a:pt x="683" y="96"/>
                    </a:cubicBezTo>
                    <a:cubicBezTo>
                      <a:pt x="654" y="83"/>
                      <a:pt x="641" y="67"/>
                      <a:pt x="615" y="54"/>
                    </a:cubicBezTo>
                    <a:cubicBezTo>
                      <a:pt x="532" y="19"/>
                      <a:pt x="451" y="0"/>
                      <a:pt x="378" y="0"/>
                    </a:cubicBezTo>
                    <a:close/>
                  </a:path>
                </a:pathLst>
              </a:custGeom>
              <a:solidFill>
                <a:srgbClr val="F5F5F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37" name="Google Shape;1437;p34"/>
              <p:cNvSpPr/>
              <p:nvPr/>
            </p:nvSpPr>
            <p:spPr>
              <a:xfrm>
                <a:off x="7001450" y="2286800"/>
                <a:ext cx="27600" cy="38400"/>
              </a:xfrm>
              <a:custGeom>
                <a:rect b="b" l="l" r="r" t="t"/>
                <a:pathLst>
                  <a:path extrusionOk="0" h="1536" w="1104">
                    <a:moveTo>
                      <a:pt x="200" y="1"/>
                    </a:moveTo>
                    <a:cubicBezTo>
                      <a:pt x="167" y="1"/>
                      <a:pt x="137" y="4"/>
                      <a:pt x="111" y="10"/>
                    </a:cubicBezTo>
                    <a:cubicBezTo>
                      <a:pt x="43" y="79"/>
                      <a:pt x="0" y="200"/>
                      <a:pt x="0" y="350"/>
                    </a:cubicBezTo>
                    <a:cubicBezTo>
                      <a:pt x="0" y="758"/>
                      <a:pt x="287" y="1247"/>
                      <a:pt x="640" y="1450"/>
                    </a:cubicBezTo>
                    <a:cubicBezTo>
                      <a:pt x="752" y="1506"/>
                      <a:pt x="853" y="1536"/>
                      <a:pt x="940" y="1536"/>
                    </a:cubicBezTo>
                    <a:cubicBezTo>
                      <a:pt x="959" y="1536"/>
                      <a:pt x="978" y="1534"/>
                      <a:pt x="996" y="1531"/>
                    </a:cubicBezTo>
                    <a:cubicBezTo>
                      <a:pt x="1061" y="1466"/>
                      <a:pt x="1090" y="1368"/>
                      <a:pt x="1103" y="1247"/>
                    </a:cubicBezTo>
                    <a:lnTo>
                      <a:pt x="1103" y="1179"/>
                    </a:lnTo>
                    <a:lnTo>
                      <a:pt x="1103" y="1071"/>
                    </a:lnTo>
                    <a:cubicBezTo>
                      <a:pt x="1090" y="1003"/>
                      <a:pt x="1077" y="934"/>
                      <a:pt x="1061" y="879"/>
                    </a:cubicBezTo>
                    <a:cubicBezTo>
                      <a:pt x="1048" y="839"/>
                      <a:pt x="1035" y="784"/>
                      <a:pt x="1022" y="745"/>
                    </a:cubicBezTo>
                    <a:cubicBezTo>
                      <a:pt x="979" y="663"/>
                      <a:pt x="940" y="582"/>
                      <a:pt x="885" y="500"/>
                    </a:cubicBezTo>
                    <a:cubicBezTo>
                      <a:pt x="872" y="487"/>
                      <a:pt x="872" y="471"/>
                      <a:pt x="859" y="444"/>
                    </a:cubicBezTo>
                    <a:cubicBezTo>
                      <a:pt x="803" y="376"/>
                      <a:pt x="751" y="324"/>
                      <a:pt x="695" y="255"/>
                    </a:cubicBezTo>
                    <a:cubicBezTo>
                      <a:pt x="653" y="213"/>
                      <a:pt x="614" y="174"/>
                      <a:pt x="558" y="131"/>
                    </a:cubicBezTo>
                    <a:cubicBezTo>
                      <a:pt x="532" y="118"/>
                      <a:pt x="506" y="105"/>
                      <a:pt x="477" y="79"/>
                    </a:cubicBezTo>
                    <a:cubicBezTo>
                      <a:pt x="437" y="63"/>
                      <a:pt x="408" y="50"/>
                      <a:pt x="382" y="36"/>
                    </a:cubicBezTo>
                    <a:cubicBezTo>
                      <a:pt x="356" y="23"/>
                      <a:pt x="326" y="10"/>
                      <a:pt x="300" y="10"/>
                    </a:cubicBezTo>
                    <a:cubicBezTo>
                      <a:pt x="266" y="4"/>
                      <a:pt x="232" y="1"/>
                      <a:pt x="200" y="1"/>
                    </a:cubicBezTo>
                    <a:close/>
                  </a:path>
                </a:pathLst>
              </a:custGeom>
              <a:solidFill>
                <a:srgbClr val="50505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38" name="Google Shape;1438;p34"/>
              <p:cNvSpPr/>
              <p:nvPr/>
            </p:nvSpPr>
            <p:spPr>
              <a:xfrm>
                <a:off x="6996375" y="2285250"/>
                <a:ext cx="34050" cy="43725"/>
              </a:xfrm>
              <a:custGeom>
                <a:rect b="b" l="l" r="r" t="t"/>
                <a:pathLst>
                  <a:path extrusionOk="0" h="1749" w="1362">
                    <a:moveTo>
                      <a:pt x="464" y="59"/>
                    </a:moveTo>
                    <a:cubicBezTo>
                      <a:pt x="477" y="72"/>
                      <a:pt x="490" y="72"/>
                      <a:pt x="503" y="72"/>
                    </a:cubicBezTo>
                    <a:cubicBezTo>
                      <a:pt x="516" y="72"/>
                      <a:pt x="529" y="85"/>
                      <a:pt x="546" y="85"/>
                    </a:cubicBezTo>
                    <a:cubicBezTo>
                      <a:pt x="572" y="85"/>
                      <a:pt x="598" y="98"/>
                      <a:pt x="611" y="112"/>
                    </a:cubicBezTo>
                    <a:cubicBezTo>
                      <a:pt x="627" y="112"/>
                      <a:pt x="627" y="125"/>
                      <a:pt x="640" y="125"/>
                    </a:cubicBezTo>
                    <a:cubicBezTo>
                      <a:pt x="654" y="125"/>
                      <a:pt x="667" y="141"/>
                      <a:pt x="680" y="141"/>
                    </a:cubicBezTo>
                    <a:cubicBezTo>
                      <a:pt x="709" y="167"/>
                      <a:pt x="735" y="180"/>
                      <a:pt x="761" y="193"/>
                    </a:cubicBezTo>
                    <a:cubicBezTo>
                      <a:pt x="817" y="236"/>
                      <a:pt x="856" y="275"/>
                      <a:pt x="898" y="317"/>
                    </a:cubicBezTo>
                    <a:cubicBezTo>
                      <a:pt x="924" y="343"/>
                      <a:pt x="937" y="356"/>
                      <a:pt x="954" y="386"/>
                    </a:cubicBezTo>
                    <a:cubicBezTo>
                      <a:pt x="980" y="412"/>
                      <a:pt x="1006" y="438"/>
                      <a:pt x="1019" y="467"/>
                    </a:cubicBezTo>
                    <a:cubicBezTo>
                      <a:pt x="1035" y="480"/>
                      <a:pt x="1048" y="493"/>
                      <a:pt x="1062" y="506"/>
                    </a:cubicBezTo>
                    <a:cubicBezTo>
                      <a:pt x="1075" y="533"/>
                      <a:pt x="1075" y="549"/>
                      <a:pt x="1088" y="562"/>
                    </a:cubicBezTo>
                    <a:cubicBezTo>
                      <a:pt x="1101" y="575"/>
                      <a:pt x="1117" y="601"/>
                      <a:pt x="1130" y="614"/>
                    </a:cubicBezTo>
                    <a:cubicBezTo>
                      <a:pt x="1130" y="631"/>
                      <a:pt x="1143" y="644"/>
                      <a:pt x="1143" y="657"/>
                    </a:cubicBezTo>
                    <a:cubicBezTo>
                      <a:pt x="1156" y="670"/>
                      <a:pt x="1156" y="683"/>
                      <a:pt x="1169" y="696"/>
                    </a:cubicBezTo>
                    <a:cubicBezTo>
                      <a:pt x="1169" y="712"/>
                      <a:pt x="1182" y="725"/>
                      <a:pt x="1199" y="751"/>
                    </a:cubicBezTo>
                    <a:lnTo>
                      <a:pt x="1199" y="764"/>
                    </a:lnTo>
                    <a:cubicBezTo>
                      <a:pt x="1212" y="794"/>
                      <a:pt x="1225" y="820"/>
                      <a:pt x="1238" y="846"/>
                    </a:cubicBezTo>
                    <a:cubicBezTo>
                      <a:pt x="1251" y="875"/>
                      <a:pt x="1251" y="914"/>
                      <a:pt x="1264" y="941"/>
                    </a:cubicBezTo>
                    <a:cubicBezTo>
                      <a:pt x="1264" y="957"/>
                      <a:pt x="1280" y="970"/>
                      <a:pt x="1280" y="983"/>
                    </a:cubicBezTo>
                    <a:cubicBezTo>
                      <a:pt x="1280" y="996"/>
                      <a:pt x="1280" y="1009"/>
                      <a:pt x="1293" y="1022"/>
                    </a:cubicBezTo>
                    <a:lnTo>
                      <a:pt x="1293" y="1039"/>
                    </a:lnTo>
                    <a:lnTo>
                      <a:pt x="1293" y="1065"/>
                    </a:lnTo>
                    <a:lnTo>
                      <a:pt x="1293" y="1091"/>
                    </a:lnTo>
                    <a:cubicBezTo>
                      <a:pt x="1306" y="1104"/>
                      <a:pt x="1306" y="1120"/>
                      <a:pt x="1306" y="1133"/>
                    </a:cubicBezTo>
                    <a:lnTo>
                      <a:pt x="1306" y="1172"/>
                    </a:lnTo>
                    <a:lnTo>
                      <a:pt x="1306" y="1241"/>
                    </a:lnTo>
                    <a:lnTo>
                      <a:pt x="1306" y="1309"/>
                    </a:lnTo>
                    <a:lnTo>
                      <a:pt x="1306" y="1322"/>
                    </a:lnTo>
                    <a:lnTo>
                      <a:pt x="1306" y="1349"/>
                    </a:lnTo>
                    <a:cubicBezTo>
                      <a:pt x="1293" y="1404"/>
                      <a:pt x="1293" y="1430"/>
                      <a:pt x="1280" y="1473"/>
                    </a:cubicBezTo>
                    <a:cubicBezTo>
                      <a:pt x="1264" y="1486"/>
                      <a:pt x="1264" y="1499"/>
                      <a:pt x="1251" y="1512"/>
                    </a:cubicBezTo>
                    <a:cubicBezTo>
                      <a:pt x="1251" y="1528"/>
                      <a:pt x="1238" y="1528"/>
                      <a:pt x="1238" y="1541"/>
                    </a:cubicBezTo>
                    <a:cubicBezTo>
                      <a:pt x="1238" y="1554"/>
                      <a:pt x="1225" y="1554"/>
                      <a:pt x="1225" y="1567"/>
                    </a:cubicBezTo>
                    <a:cubicBezTo>
                      <a:pt x="1212" y="1567"/>
                      <a:pt x="1212" y="1580"/>
                      <a:pt x="1199" y="1580"/>
                    </a:cubicBezTo>
                    <a:lnTo>
                      <a:pt x="1199" y="1593"/>
                    </a:lnTo>
                    <a:cubicBezTo>
                      <a:pt x="1199" y="1593"/>
                      <a:pt x="1182" y="1610"/>
                      <a:pt x="1169" y="1623"/>
                    </a:cubicBezTo>
                    <a:cubicBezTo>
                      <a:pt x="1169" y="1623"/>
                      <a:pt x="1156" y="1623"/>
                      <a:pt x="1156" y="1636"/>
                    </a:cubicBezTo>
                    <a:lnTo>
                      <a:pt x="1143" y="1636"/>
                    </a:lnTo>
                    <a:cubicBezTo>
                      <a:pt x="1143" y="1649"/>
                      <a:pt x="1130" y="1649"/>
                      <a:pt x="1130" y="1649"/>
                    </a:cubicBezTo>
                    <a:cubicBezTo>
                      <a:pt x="1117" y="1662"/>
                      <a:pt x="1101" y="1662"/>
                      <a:pt x="1101" y="1662"/>
                    </a:cubicBezTo>
                    <a:cubicBezTo>
                      <a:pt x="1088" y="1675"/>
                      <a:pt x="1075" y="1675"/>
                      <a:pt x="1062" y="1675"/>
                    </a:cubicBezTo>
                    <a:cubicBezTo>
                      <a:pt x="1030" y="1684"/>
                      <a:pt x="994" y="1692"/>
                      <a:pt x="954" y="1692"/>
                    </a:cubicBezTo>
                    <a:cubicBezTo>
                      <a:pt x="924" y="1692"/>
                      <a:pt x="891" y="1688"/>
                      <a:pt x="856" y="1675"/>
                    </a:cubicBezTo>
                    <a:cubicBezTo>
                      <a:pt x="843" y="1675"/>
                      <a:pt x="817" y="1662"/>
                      <a:pt x="791" y="1662"/>
                    </a:cubicBezTo>
                    <a:cubicBezTo>
                      <a:pt x="774" y="1649"/>
                      <a:pt x="761" y="1649"/>
                      <a:pt x="748" y="1649"/>
                    </a:cubicBezTo>
                    <a:cubicBezTo>
                      <a:pt x="735" y="1636"/>
                      <a:pt x="722" y="1636"/>
                      <a:pt x="722" y="1623"/>
                    </a:cubicBezTo>
                    <a:cubicBezTo>
                      <a:pt x="709" y="1623"/>
                      <a:pt x="693" y="1610"/>
                      <a:pt x="680" y="1610"/>
                    </a:cubicBezTo>
                    <a:cubicBezTo>
                      <a:pt x="667" y="1593"/>
                      <a:pt x="654" y="1593"/>
                      <a:pt x="640" y="1580"/>
                    </a:cubicBezTo>
                    <a:cubicBezTo>
                      <a:pt x="598" y="1554"/>
                      <a:pt x="559" y="1528"/>
                      <a:pt x="516" y="1486"/>
                    </a:cubicBezTo>
                    <a:cubicBezTo>
                      <a:pt x="503" y="1473"/>
                      <a:pt x="477" y="1460"/>
                      <a:pt x="464" y="1447"/>
                    </a:cubicBezTo>
                    <a:cubicBezTo>
                      <a:pt x="448" y="1430"/>
                      <a:pt x="435" y="1417"/>
                      <a:pt x="435" y="1404"/>
                    </a:cubicBezTo>
                    <a:cubicBezTo>
                      <a:pt x="396" y="1378"/>
                      <a:pt x="383" y="1336"/>
                      <a:pt x="353" y="1309"/>
                    </a:cubicBezTo>
                    <a:cubicBezTo>
                      <a:pt x="340" y="1296"/>
                      <a:pt x="327" y="1283"/>
                      <a:pt x="314" y="1254"/>
                    </a:cubicBezTo>
                    <a:cubicBezTo>
                      <a:pt x="259" y="1185"/>
                      <a:pt x="219" y="1120"/>
                      <a:pt x="177" y="1052"/>
                    </a:cubicBezTo>
                    <a:cubicBezTo>
                      <a:pt x="177" y="1022"/>
                      <a:pt x="164" y="996"/>
                      <a:pt x="151" y="983"/>
                    </a:cubicBezTo>
                    <a:lnTo>
                      <a:pt x="151" y="970"/>
                    </a:lnTo>
                    <a:cubicBezTo>
                      <a:pt x="138" y="957"/>
                      <a:pt x="121" y="928"/>
                      <a:pt x="121" y="901"/>
                    </a:cubicBezTo>
                    <a:lnTo>
                      <a:pt x="121" y="888"/>
                    </a:lnTo>
                    <a:cubicBezTo>
                      <a:pt x="108" y="875"/>
                      <a:pt x="95" y="846"/>
                      <a:pt x="95" y="820"/>
                    </a:cubicBezTo>
                    <a:cubicBezTo>
                      <a:pt x="82" y="794"/>
                      <a:pt x="82" y="764"/>
                      <a:pt x="69" y="751"/>
                    </a:cubicBezTo>
                    <a:lnTo>
                      <a:pt x="69" y="738"/>
                    </a:lnTo>
                    <a:cubicBezTo>
                      <a:pt x="69" y="725"/>
                      <a:pt x="56" y="696"/>
                      <a:pt x="56" y="683"/>
                    </a:cubicBezTo>
                    <a:lnTo>
                      <a:pt x="56" y="657"/>
                    </a:lnTo>
                    <a:cubicBezTo>
                      <a:pt x="56" y="644"/>
                      <a:pt x="40" y="614"/>
                      <a:pt x="40" y="601"/>
                    </a:cubicBezTo>
                    <a:lnTo>
                      <a:pt x="40" y="533"/>
                    </a:lnTo>
                    <a:lnTo>
                      <a:pt x="40" y="520"/>
                    </a:lnTo>
                    <a:lnTo>
                      <a:pt x="40" y="506"/>
                    </a:lnTo>
                    <a:lnTo>
                      <a:pt x="40" y="467"/>
                    </a:lnTo>
                    <a:lnTo>
                      <a:pt x="40" y="438"/>
                    </a:lnTo>
                    <a:cubicBezTo>
                      <a:pt x="40" y="425"/>
                      <a:pt x="40" y="412"/>
                      <a:pt x="56" y="399"/>
                    </a:cubicBezTo>
                    <a:lnTo>
                      <a:pt x="56" y="356"/>
                    </a:lnTo>
                    <a:cubicBezTo>
                      <a:pt x="56" y="343"/>
                      <a:pt x="56" y="343"/>
                      <a:pt x="69" y="330"/>
                    </a:cubicBezTo>
                    <a:lnTo>
                      <a:pt x="69" y="317"/>
                    </a:lnTo>
                    <a:cubicBezTo>
                      <a:pt x="69" y="304"/>
                      <a:pt x="69" y="304"/>
                      <a:pt x="82" y="288"/>
                    </a:cubicBezTo>
                    <a:lnTo>
                      <a:pt x="82" y="275"/>
                    </a:lnTo>
                    <a:cubicBezTo>
                      <a:pt x="82" y="262"/>
                      <a:pt x="95" y="249"/>
                      <a:pt x="95" y="236"/>
                    </a:cubicBezTo>
                    <a:cubicBezTo>
                      <a:pt x="108" y="236"/>
                      <a:pt x="108" y="223"/>
                      <a:pt x="121" y="206"/>
                    </a:cubicBezTo>
                    <a:cubicBezTo>
                      <a:pt x="121" y="193"/>
                      <a:pt x="121" y="193"/>
                      <a:pt x="138" y="180"/>
                    </a:cubicBezTo>
                    <a:cubicBezTo>
                      <a:pt x="138" y="167"/>
                      <a:pt x="151" y="167"/>
                      <a:pt x="151" y="154"/>
                    </a:cubicBezTo>
                    <a:cubicBezTo>
                      <a:pt x="164" y="154"/>
                      <a:pt x="164" y="141"/>
                      <a:pt x="177" y="141"/>
                    </a:cubicBezTo>
                    <a:lnTo>
                      <a:pt x="177" y="125"/>
                    </a:lnTo>
                    <a:cubicBezTo>
                      <a:pt x="190" y="125"/>
                      <a:pt x="190" y="125"/>
                      <a:pt x="203" y="112"/>
                    </a:cubicBezTo>
                    <a:cubicBezTo>
                      <a:pt x="203" y="112"/>
                      <a:pt x="219" y="112"/>
                      <a:pt x="219" y="98"/>
                    </a:cubicBezTo>
                    <a:lnTo>
                      <a:pt x="246" y="98"/>
                    </a:lnTo>
                    <a:lnTo>
                      <a:pt x="246" y="85"/>
                    </a:lnTo>
                    <a:lnTo>
                      <a:pt x="259" y="85"/>
                    </a:lnTo>
                    <a:cubicBezTo>
                      <a:pt x="272" y="72"/>
                      <a:pt x="285" y="72"/>
                      <a:pt x="301" y="72"/>
                    </a:cubicBezTo>
                    <a:lnTo>
                      <a:pt x="314" y="72"/>
                    </a:lnTo>
                    <a:cubicBezTo>
                      <a:pt x="340" y="59"/>
                      <a:pt x="366" y="59"/>
                      <a:pt x="396" y="59"/>
                    </a:cubicBezTo>
                    <a:close/>
                    <a:moveTo>
                      <a:pt x="367" y="1"/>
                    </a:moveTo>
                    <a:cubicBezTo>
                      <a:pt x="349" y="1"/>
                      <a:pt x="331" y="2"/>
                      <a:pt x="314" y="4"/>
                    </a:cubicBezTo>
                    <a:cubicBezTo>
                      <a:pt x="301" y="4"/>
                      <a:pt x="285" y="4"/>
                      <a:pt x="272" y="17"/>
                    </a:cubicBezTo>
                    <a:cubicBezTo>
                      <a:pt x="259" y="17"/>
                      <a:pt x="246" y="17"/>
                      <a:pt x="246" y="30"/>
                    </a:cubicBezTo>
                    <a:lnTo>
                      <a:pt x="219" y="30"/>
                    </a:lnTo>
                    <a:cubicBezTo>
                      <a:pt x="190" y="43"/>
                      <a:pt x="164" y="59"/>
                      <a:pt x="151" y="85"/>
                    </a:cubicBezTo>
                    <a:cubicBezTo>
                      <a:pt x="56" y="167"/>
                      <a:pt x="1" y="304"/>
                      <a:pt x="1" y="480"/>
                    </a:cubicBezTo>
                    <a:cubicBezTo>
                      <a:pt x="1" y="914"/>
                      <a:pt x="301" y="1447"/>
                      <a:pt x="680" y="1649"/>
                    </a:cubicBezTo>
                    <a:cubicBezTo>
                      <a:pt x="786" y="1717"/>
                      <a:pt x="891" y="1748"/>
                      <a:pt x="985" y="1748"/>
                    </a:cubicBezTo>
                    <a:cubicBezTo>
                      <a:pt x="1060" y="1748"/>
                      <a:pt x="1128" y="1728"/>
                      <a:pt x="1182" y="1691"/>
                    </a:cubicBezTo>
                    <a:cubicBezTo>
                      <a:pt x="1199" y="1675"/>
                      <a:pt x="1212" y="1662"/>
                      <a:pt x="1238" y="1649"/>
                    </a:cubicBezTo>
                    <a:cubicBezTo>
                      <a:pt x="1238" y="1636"/>
                      <a:pt x="1251" y="1636"/>
                      <a:pt x="1251" y="1623"/>
                    </a:cubicBezTo>
                    <a:cubicBezTo>
                      <a:pt x="1319" y="1541"/>
                      <a:pt x="1362" y="1417"/>
                      <a:pt x="1362" y="1267"/>
                    </a:cubicBezTo>
                    <a:cubicBezTo>
                      <a:pt x="1362" y="833"/>
                      <a:pt x="1048" y="317"/>
                      <a:pt x="680" y="98"/>
                    </a:cubicBezTo>
                    <a:cubicBezTo>
                      <a:pt x="567" y="30"/>
                      <a:pt x="462" y="1"/>
                      <a:pt x="367" y="1"/>
                    </a:cubicBezTo>
                    <a:close/>
                  </a:path>
                </a:pathLst>
              </a:custGeom>
              <a:solidFill>
                <a:srgbClr val="F5F5F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39" name="Google Shape;1439;p34"/>
              <p:cNvSpPr/>
              <p:nvPr/>
            </p:nvSpPr>
            <p:spPr>
              <a:xfrm>
                <a:off x="7009600" y="2295525"/>
                <a:ext cx="14700" cy="18925"/>
              </a:xfrm>
              <a:custGeom>
                <a:rect b="b" l="l" r="r" t="t"/>
                <a:pathLst>
                  <a:path extrusionOk="0" h="757" w="588">
                    <a:moveTo>
                      <a:pt x="159" y="0"/>
                    </a:moveTo>
                    <a:cubicBezTo>
                      <a:pt x="63" y="0"/>
                      <a:pt x="0" y="78"/>
                      <a:pt x="0" y="203"/>
                    </a:cubicBezTo>
                    <a:cubicBezTo>
                      <a:pt x="0" y="396"/>
                      <a:pt x="125" y="628"/>
                      <a:pt x="288" y="722"/>
                    </a:cubicBezTo>
                    <a:cubicBezTo>
                      <a:pt x="333" y="745"/>
                      <a:pt x="377" y="756"/>
                      <a:pt x="416" y="756"/>
                    </a:cubicBezTo>
                    <a:cubicBezTo>
                      <a:pt x="517" y="756"/>
                      <a:pt x="588" y="682"/>
                      <a:pt x="588" y="546"/>
                    </a:cubicBezTo>
                    <a:cubicBezTo>
                      <a:pt x="588" y="366"/>
                      <a:pt x="451" y="138"/>
                      <a:pt x="288" y="40"/>
                    </a:cubicBezTo>
                    <a:cubicBezTo>
                      <a:pt x="241" y="13"/>
                      <a:pt x="197" y="0"/>
                      <a:pt x="159" y="0"/>
                    </a:cubicBezTo>
                    <a:close/>
                  </a:path>
                </a:pathLst>
              </a:custGeom>
              <a:solidFill>
                <a:srgbClr val="2D2C3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40" name="Google Shape;1440;p34"/>
              <p:cNvSpPr/>
              <p:nvPr/>
            </p:nvSpPr>
            <p:spPr>
              <a:xfrm>
                <a:off x="7010000" y="2297300"/>
                <a:ext cx="12600" cy="16100"/>
              </a:xfrm>
              <a:custGeom>
                <a:rect b="b" l="l" r="r" t="t"/>
                <a:pathLst>
                  <a:path extrusionOk="0" h="644" w="504">
                    <a:moveTo>
                      <a:pt x="140" y="0"/>
                    </a:moveTo>
                    <a:cubicBezTo>
                      <a:pt x="59" y="0"/>
                      <a:pt x="1" y="62"/>
                      <a:pt x="1" y="175"/>
                    </a:cubicBezTo>
                    <a:cubicBezTo>
                      <a:pt x="1" y="338"/>
                      <a:pt x="122" y="527"/>
                      <a:pt x="259" y="609"/>
                    </a:cubicBezTo>
                    <a:cubicBezTo>
                      <a:pt x="297" y="632"/>
                      <a:pt x="334" y="643"/>
                      <a:pt x="366" y="643"/>
                    </a:cubicBezTo>
                    <a:cubicBezTo>
                      <a:pt x="447" y="643"/>
                      <a:pt x="503" y="575"/>
                      <a:pt x="503" y="459"/>
                    </a:cubicBezTo>
                    <a:cubicBezTo>
                      <a:pt x="503" y="312"/>
                      <a:pt x="392" y="119"/>
                      <a:pt x="259" y="38"/>
                    </a:cubicBezTo>
                    <a:cubicBezTo>
                      <a:pt x="216" y="12"/>
                      <a:pt x="176" y="0"/>
                      <a:pt x="140" y="0"/>
                    </a:cubicBezTo>
                    <a:close/>
                  </a:path>
                </a:pathLst>
              </a:custGeom>
              <a:solidFill>
                <a:srgbClr val="F5F5F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41" name="Google Shape;1441;p34"/>
              <p:cNvSpPr/>
              <p:nvPr/>
            </p:nvSpPr>
            <p:spPr>
              <a:xfrm>
                <a:off x="7009600" y="2298550"/>
                <a:ext cx="11275" cy="14700"/>
              </a:xfrm>
              <a:custGeom>
                <a:rect b="b" l="l" r="r" t="t"/>
                <a:pathLst>
                  <a:path extrusionOk="0" h="588" w="451">
                    <a:moveTo>
                      <a:pt x="133" y="1"/>
                    </a:moveTo>
                    <a:cubicBezTo>
                      <a:pt x="57" y="1"/>
                      <a:pt x="0" y="59"/>
                      <a:pt x="0" y="164"/>
                    </a:cubicBezTo>
                    <a:cubicBezTo>
                      <a:pt x="0" y="314"/>
                      <a:pt x="111" y="477"/>
                      <a:pt x="232" y="559"/>
                    </a:cubicBezTo>
                    <a:cubicBezTo>
                      <a:pt x="268" y="578"/>
                      <a:pt x="301" y="588"/>
                      <a:pt x="330" y="588"/>
                    </a:cubicBezTo>
                    <a:cubicBezTo>
                      <a:pt x="403" y="588"/>
                      <a:pt x="451" y="530"/>
                      <a:pt x="451" y="425"/>
                    </a:cubicBezTo>
                    <a:cubicBezTo>
                      <a:pt x="451" y="288"/>
                      <a:pt x="356" y="112"/>
                      <a:pt x="232" y="30"/>
                    </a:cubicBezTo>
                    <a:cubicBezTo>
                      <a:pt x="198" y="10"/>
                      <a:pt x="164" y="1"/>
                      <a:pt x="133" y="1"/>
                    </a:cubicBezTo>
                    <a:close/>
                  </a:path>
                </a:pathLst>
              </a:custGeom>
              <a:solidFill>
                <a:srgbClr val="F5F5F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42" name="Google Shape;1442;p34"/>
              <p:cNvSpPr/>
              <p:nvPr/>
            </p:nvSpPr>
            <p:spPr>
              <a:xfrm>
                <a:off x="7015400" y="2290075"/>
                <a:ext cx="3450" cy="3350"/>
              </a:xfrm>
              <a:custGeom>
                <a:rect b="b" l="l" r="r" t="t"/>
                <a:pathLst>
                  <a:path extrusionOk="0" h="134" w="138">
                    <a:moveTo>
                      <a:pt x="0" y="0"/>
                    </a:moveTo>
                    <a:lnTo>
                      <a:pt x="0" y="0"/>
                    </a:lnTo>
                    <a:cubicBezTo>
                      <a:pt x="13" y="56"/>
                      <a:pt x="43" y="111"/>
                      <a:pt x="82" y="124"/>
                    </a:cubicBezTo>
                    <a:cubicBezTo>
                      <a:pt x="97" y="131"/>
                      <a:pt x="107" y="134"/>
                      <a:pt x="116" y="134"/>
                    </a:cubicBezTo>
                    <a:cubicBezTo>
                      <a:pt x="124" y="134"/>
                      <a:pt x="131" y="131"/>
                      <a:pt x="137" y="124"/>
                    </a:cubicBezTo>
                    <a:cubicBezTo>
                      <a:pt x="95" y="82"/>
                      <a:pt x="56" y="43"/>
                      <a:pt x="0" y="0"/>
                    </a:cubicBezTo>
                    <a:close/>
                  </a:path>
                </a:pathLst>
              </a:custGeom>
              <a:solidFill>
                <a:srgbClr val="2D2C3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43" name="Google Shape;1443;p34"/>
              <p:cNvSpPr/>
              <p:nvPr/>
            </p:nvSpPr>
            <p:spPr>
              <a:xfrm>
                <a:off x="7022900" y="2297900"/>
                <a:ext cx="675" cy="1400"/>
              </a:xfrm>
              <a:custGeom>
                <a:rect b="b" l="l" r="r" t="t"/>
                <a:pathLst>
                  <a:path extrusionOk="0" h="56" w="27">
                    <a:moveTo>
                      <a:pt x="1" y="0"/>
                    </a:moveTo>
                    <a:cubicBezTo>
                      <a:pt x="1" y="14"/>
                      <a:pt x="14" y="27"/>
                      <a:pt x="14" y="43"/>
                    </a:cubicBezTo>
                    <a:lnTo>
                      <a:pt x="27" y="56"/>
                    </a:lnTo>
                    <a:cubicBezTo>
                      <a:pt x="14" y="43"/>
                      <a:pt x="14" y="27"/>
                      <a:pt x="1" y="0"/>
                    </a:cubicBezTo>
                    <a:close/>
                  </a:path>
                </a:pathLst>
              </a:custGeom>
              <a:solidFill>
                <a:srgbClr val="2D2C3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44" name="Google Shape;1444;p34"/>
              <p:cNvSpPr/>
              <p:nvPr/>
            </p:nvSpPr>
            <p:spPr>
              <a:xfrm>
                <a:off x="7026650" y="2305400"/>
                <a:ext cx="1325" cy="3375"/>
              </a:xfrm>
              <a:custGeom>
                <a:rect b="b" l="l" r="r" t="t"/>
                <a:pathLst>
                  <a:path extrusionOk="0" h="135" w="53">
                    <a:moveTo>
                      <a:pt x="14" y="1"/>
                    </a:moveTo>
                    <a:cubicBezTo>
                      <a:pt x="1" y="14"/>
                      <a:pt x="1" y="40"/>
                      <a:pt x="14" y="53"/>
                    </a:cubicBezTo>
                    <a:cubicBezTo>
                      <a:pt x="14" y="82"/>
                      <a:pt x="27" y="108"/>
                      <a:pt x="53" y="135"/>
                    </a:cubicBezTo>
                    <a:cubicBezTo>
                      <a:pt x="40" y="95"/>
                      <a:pt x="27" y="40"/>
                      <a:pt x="14" y="1"/>
                    </a:cubicBezTo>
                    <a:close/>
                  </a:path>
                </a:pathLst>
              </a:custGeom>
              <a:solidFill>
                <a:srgbClr val="2D2C3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45" name="Google Shape;1445;p34"/>
              <p:cNvSpPr/>
              <p:nvPr/>
            </p:nvSpPr>
            <p:spPr>
              <a:xfrm>
                <a:off x="7026650" y="2313050"/>
                <a:ext cx="2400" cy="4950"/>
              </a:xfrm>
              <a:custGeom>
                <a:rect b="b" l="l" r="r" t="t"/>
                <a:pathLst>
                  <a:path extrusionOk="0" h="198" w="96">
                    <a:moveTo>
                      <a:pt x="47" y="1"/>
                    </a:moveTo>
                    <a:cubicBezTo>
                      <a:pt x="32" y="1"/>
                      <a:pt x="21" y="11"/>
                      <a:pt x="14" y="34"/>
                    </a:cubicBezTo>
                    <a:cubicBezTo>
                      <a:pt x="1" y="73"/>
                      <a:pt x="14" y="142"/>
                      <a:pt x="69" y="184"/>
                    </a:cubicBezTo>
                    <a:cubicBezTo>
                      <a:pt x="69" y="184"/>
                      <a:pt x="82" y="197"/>
                      <a:pt x="95" y="197"/>
                    </a:cubicBezTo>
                    <a:lnTo>
                      <a:pt x="95" y="129"/>
                    </a:lnTo>
                    <a:lnTo>
                      <a:pt x="95" y="21"/>
                    </a:lnTo>
                    <a:cubicBezTo>
                      <a:pt x="76" y="8"/>
                      <a:pt x="60" y="1"/>
                      <a:pt x="47" y="1"/>
                    </a:cubicBezTo>
                    <a:close/>
                  </a:path>
                </a:pathLst>
              </a:custGeom>
              <a:solidFill>
                <a:srgbClr val="2D2C3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46" name="Google Shape;1446;p34"/>
              <p:cNvSpPr/>
              <p:nvPr/>
            </p:nvSpPr>
            <p:spPr>
              <a:xfrm>
                <a:off x="7022250" y="2317575"/>
                <a:ext cx="4425" cy="5150"/>
              </a:xfrm>
              <a:custGeom>
                <a:rect b="b" l="l" r="r" t="t"/>
                <a:pathLst>
                  <a:path extrusionOk="0" h="206" w="177">
                    <a:moveTo>
                      <a:pt x="56" y="1"/>
                    </a:moveTo>
                    <a:cubicBezTo>
                      <a:pt x="51" y="1"/>
                      <a:pt x="45" y="2"/>
                      <a:pt x="40" y="3"/>
                    </a:cubicBezTo>
                    <a:cubicBezTo>
                      <a:pt x="0" y="3"/>
                      <a:pt x="0" y="56"/>
                      <a:pt x="27" y="111"/>
                    </a:cubicBezTo>
                    <a:cubicBezTo>
                      <a:pt x="53" y="167"/>
                      <a:pt x="95" y="206"/>
                      <a:pt x="134" y="206"/>
                    </a:cubicBezTo>
                    <a:cubicBezTo>
                      <a:pt x="177" y="193"/>
                      <a:pt x="177" y="137"/>
                      <a:pt x="147" y="85"/>
                    </a:cubicBezTo>
                    <a:cubicBezTo>
                      <a:pt x="125" y="37"/>
                      <a:pt x="92" y="1"/>
                      <a:pt x="56" y="1"/>
                    </a:cubicBezTo>
                    <a:close/>
                  </a:path>
                </a:pathLst>
              </a:custGeom>
              <a:solidFill>
                <a:srgbClr val="2D2C3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47" name="Google Shape;1447;p34"/>
              <p:cNvSpPr/>
              <p:nvPr/>
            </p:nvSpPr>
            <p:spPr>
              <a:xfrm>
                <a:off x="7015400" y="2316000"/>
                <a:ext cx="4100" cy="5175"/>
              </a:xfrm>
              <a:custGeom>
                <a:rect b="b" l="l" r="r" t="t"/>
                <a:pathLst>
                  <a:path extrusionOk="0" h="207" w="164">
                    <a:moveTo>
                      <a:pt x="44" y="0"/>
                    </a:moveTo>
                    <a:cubicBezTo>
                      <a:pt x="16" y="0"/>
                      <a:pt x="0" y="23"/>
                      <a:pt x="0" y="53"/>
                    </a:cubicBezTo>
                    <a:cubicBezTo>
                      <a:pt x="0" y="106"/>
                      <a:pt x="30" y="174"/>
                      <a:pt x="82" y="200"/>
                    </a:cubicBezTo>
                    <a:cubicBezTo>
                      <a:pt x="92" y="204"/>
                      <a:pt x="103" y="206"/>
                      <a:pt x="112" y="206"/>
                    </a:cubicBezTo>
                    <a:cubicBezTo>
                      <a:pt x="141" y="206"/>
                      <a:pt x="163" y="187"/>
                      <a:pt x="163" y="148"/>
                    </a:cubicBezTo>
                    <a:cubicBezTo>
                      <a:pt x="163" y="92"/>
                      <a:pt x="124" y="37"/>
                      <a:pt x="82" y="11"/>
                    </a:cubicBezTo>
                    <a:cubicBezTo>
                      <a:pt x="67" y="4"/>
                      <a:pt x="55" y="0"/>
                      <a:pt x="44" y="0"/>
                    </a:cubicBezTo>
                    <a:close/>
                  </a:path>
                </a:pathLst>
              </a:custGeom>
              <a:solidFill>
                <a:srgbClr val="2D2C3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48" name="Google Shape;1448;p34"/>
              <p:cNvSpPr/>
              <p:nvPr/>
            </p:nvSpPr>
            <p:spPr>
              <a:xfrm>
                <a:off x="7007975" y="2309200"/>
                <a:ext cx="4750" cy="5300"/>
              </a:xfrm>
              <a:custGeom>
                <a:rect b="b" l="l" r="r" t="t"/>
                <a:pathLst>
                  <a:path extrusionOk="0" h="212" w="190">
                    <a:moveTo>
                      <a:pt x="53" y="0"/>
                    </a:moveTo>
                    <a:cubicBezTo>
                      <a:pt x="43" y="0"/>
                      <a:pt x="33" y="4"/>
                      <a:pt x="26" y="12"/>
                    </a:cubicBezTo>
                    <a:cubicBezTo>
                      <a:pt x="0" y="38"/>
                      <a:pt x="13" y="107"/>
                      <a:pt x="39" y="146"/>
                    </a:cubicBezTo>
                    <a:cubicBezTo>
                      <a:pt x="71" y="187"/>
                      <a:pt x="107" y="211"/>
                      <a:pt x="136" y="211"/>
                    </a:cubicBezTo>
                    <a:cubicBezTo>
                      <a:pt x="146" y="211"/>
                      <a:pt x="156" y="208"/>
                      <a:pt x="163" y="201"/>
                    </a:cubicBezTo>
                    <a:cubicBezTo>
                      <a:pt x="190" y="175"/>
                      <a:pt x="176" y="107"/>
                      <a:pt x="134" y="64"/>
                    </a:cubicBezTo>
                    <a:cubicBezTo>
                      <a:pt x="115" y="26"/>
                      <a:pt x="81" y="0"/>
                      <a:pt x="53" y="0"/>
                    </a:cubicBezTo>
                    <a:close/>
                  </a:path>
                </a:pathLst>
              </a:custGeom>
              <a:solidFill>
                <a:srgbClr val="2D2C3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49" name="Google Shape;1449;p34"/>
              <p:cNvSpPr/>
              <p:nvPr/>
            </p:nvSpPr>
            <p:spPr>
              <a:xfrm>
                <a:off x="7003925" y="2299875"/>
                <a:ext cx="4400" cy="5225"/>
              </a:xfrm>
              <a:custGeom>
                <a:rect b="b" l="l" r="r" t="t"/>
                <a:pathLst>
                  <a:path extrusionOk="0" h="209" w="176">
                    <a:moveTo>
                      <a:pt x="37" y="1"/>
                    </a:moveTo>
                    <a:cubicBezTo>
                      <a:pt x="9" y="1"/>
                      <a:pt x="1" y="36"/>
                      <a:pt x="12" y="85"/>
                    </a:cubicBezTo>
                    <a:cubicBezTo>
                      <a:pt x="25" y="140"/>
                      <a:pt x="64" y="192"/>
                      <a:pt x="107" y="209"/>
                    </a:cubicBezTo>
                    <a:cubicBezTo>
                      <a:pt x="146" y="209"/>
                      <a:pt x="175" y="166"/>
                      <a:pt x="162" y="111"/>
                    </a:cubicBezTo>
                    <a:cubicBezTo>
                      <a:pt x="146" y="59"/>
                      <a:pt x="94" y="3"/>
                      <a:pt x="51" y="3"/>
                    </a:cubicBezTo>
                    <a:cubicBezTo>
                      <a:pt x="46" y="1"/>
                      <a:pt x="41" y="1"/>
                      <a:pt x="37" y="1"/>
                    </a:cubicBezTo>
                    <a:close/>
                  </a:path>
                </a:pathLst>
              </a:custGeom>
              <a:solidFill>
                <a:srgbClr val="2D2C3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50" name="Google Shape;1450;p34"/>
              <p:cNvSpPr/>
              <p:nvPr/>
            </p:nvSpPr>
            <p:spPr>
              <a:xfrm>
                <a:off x="7003900" y="2291375"/>
                <a:ext cx="4425" cy="4925"/>
              </a:xfrm>
              <a:custGeom>
                <a:rect b="b" l="l" r="r" t="t"/>
                <a:pathLst>
                  <a:path extrusionOk="0" h="197" w="177">
                    <a:moveTo>
                      <a:pt x="49" y="0"/>
                    </a:moveTo>
                    <a:cubicBezTo>
                      <a:pt x="33" y="0"/>
                      <a:pt x="20" y="10"/>
                      <a:pt x="13" y="30"/>
                    </a:cubicBezTo>
                    <a:cubicBezTo>
                      <a:pt x="0" y="72"/>
                      <a:pt x="13" y="124"/>
                      <a:pt x="52" y="167"/>
                    </a:cubicBezTo>
                    <a:cubicBezTo>
                      <a:pt x="73" y="186"/>
                      <a:pt x="97" y="196"/>
                      <a:pt x="118" y="196"/>
                    </a:cubicBezTo>
                    <a:cubicBezTo>
                      <a:pt x="138" y="196"/>
                      <a:pt x="155" y="186"/>
                      <a:pt x="163" y="167"/>
                    </a:cubicBezTo>
                    <a:cubicBezTo>
                      <a:pt x="176" y="124"/>
                      <a:pt x="147" y="72"/>
                      <a:pt x="108" y="30"/>
                    </a:cubicBezTo>
                    <a:cubicBezTo>
                      <a:pt x="86" y="10"/>
                      <a:pt x="66" y="0"/>
                      <a:pt x="49" y="0"/>
                    </a:cubicBezTo>
                    <a:close/>
                  </a:path>
                </a:pathLst>
              </a:custGeom>
              <a:solidFill>
                <a:srgbClr val="2D2C3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51" name="Google Shape;1451;p34"/>
              <p:cNvSpPr/>
              <p:nvPr/>
            </p:nvSpPr>
            <p:spPr>
              <a:xfrm>
                <a:off x="7008300" y="2287050"/>
                <a:ext cx="4425" cy="5075"/>
              </a:xfrm>
              <a:custGeom>
                <a:rect b="b" l="l" r="r" t="t"/>
                <a:pathLst>
                  <a:path extrusionOk="0" h="203" w="177">
                    <a:moveTo>
                      <a:pt x="26" y="0"/>
                    </a:moveTo>
                    <a:cubicBezTo>
                      <a:pt x="0" y="13"/>
                      <a:pt x="0" y="69"/>
                      <a:pt x="13" y="108"/>
                    </a:cubicBezTo>
                    <a:cubicBezTo>
                      <a:pt x="39" y="164"/>
                      <a:pt x="95" y="203"/>
                      <a:pt x="121" y="203"/>
                    </a:cubicBezTo>
                    <a:cubicBezTo>
                      <a:pt x="163" y="190"/>
                      <a:pt x="177" y="134"/>
                      <a:pt x="150" y="82"/>
                    </a:cubicBezTo>
                    <a:cubicBezTo>
                      <a:pt x="134" y="53"/>
                      <a:pt x="121" y="40"/>
                      <a:pt x="108" y="26"/>
                    </a:cubicBezTo>
                    <a:cubicBezTo>
                      <a:pt x="82" y="13"/>
                      <a:pt x="52" y="0"/>
                      <a:pt x="26" y="0"/>
                    </a:cubicBezTo>
                    <a:close/>
                  </a:path>
                </a:pathLst>
              </a:custGeom>
              <a:solidFill>
                <a:srgbClr val="2D2C3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52" name="Google Shape;1452;p34"/>
              <p:cNvSpPr/>
              <p:nvPr/>
            </p:nvSpPr>
            <p:spPr>
              <a:xfrm>
                <a:off x="6929375" y="2042550"/>
                <a:ext cx="73150" cy="10250"/>
              </a:xfrm>
              <a:custGeom>
                <a:rect b="b" l="l" r="r" t="t"/>
                <a:pathLst>
                  <a:path extrusionOk="0" h="410" w="2926">
                    <a:moveTo>
                      <a:pt x="2581" y="0"/>
                    </a:moveTo>
                    <a:cubicBezTo>
                      <a:pt x="2439" y="0"/>
                      <a:pt x="2263" y="7"/>
                      <a:pt x="2067" y="27"/>
                    </a:cubicBezTo>
                    <a:cubicBezTo>
                      <a:pt x="1564" y="83"/>
                      <a:pt x="761" y="204"/>
                      <a:pt x="598" y="233"/>
                    </a:cubicBezTo>
                    <a:cubicBezTo>
                      <a:pt x="451" y="259"/>
                      <a:pt x="1" y="409"/>
                      <a:pt x="1" y="409"/>
                    </a:cubicBezTo>
                    <a:cubicBezTo>
                      <a:pt x="1" y="409"/>
                      <a:pt x="615" y="259"/>
                      <a:pt x="1186" y="191"/>
                    </a:cubicBezTo>
                    <a:cubicBezTo>
                      <a:pt x="1741" y="109"/>
                      <a:pt x="2573" y="41"/>
                      <a:pt x="2573" y="41"/>
                    </a:cubicBezTo>
                    <a:lnTo>
                      <a:pt x="2573" y="41"/>
                    </a:lnTo>
                    <a:lnTo>
                      <a:pt x="2191" y="246"/>
                    </a:lnTo>
                    <a:lnTo>
                      <a:pt x="2926" y="14"/>
                    </a:lnTo>
                    <a:cubicBezTo>
                      <a:pt x="2926" y="14"/>
                      <a:pt x="2793" y="0"/>
                      <a:pt x="2581" y="0"/>
                    </a:cubicBezTo>
                    <a:close/>
                  </a:path>
                </a:pathLst>
              </a:custGeom>
              <a:solidFill>
                <a:srgbClr val="FFE03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53" name="Google Shape;1453;p34"/>
              <p:cNvSpPr/>
              <p:nvPr/>
            </p:nvSpPr>
            <p:spPr>
              <a:xfrm>
                <a:off x="6829100" y="2181625"/>
                <a:ext cx="143800" cy="87075"/>
              </a:xfrm>
              <a:custGeom>
                <a:rect b="b" l="l" r="r" t="t"/>
                <a:pathLst>
                  <a:path extrusionOk="0" h="3483" w="5752">
                    <a:moveTo>
                      <a:pt x="13" y="0"/>
                    </a:moveTo>
                    <a:lnTo>
                      <a:pt x="0" y="82"/>
                    </a:lnTo>
                    <a:lnTo>
                      <a:pt x="151" y="232"/>
                    </a:lnTo>
                    <a:lnTo>
                      <a:pt x="5713" y="3483"/>
                    </a:lnTo>
                    <a:lnTo>
                      <a:pt x="5752" y="3346"/>
                    </a:lnTo>
                    <a:lnTo>
                      <a:pt x="164" y="95"/>
                    </a:lnTo>
                    <a:lnTo>
                      <a:pt x="13" y="0"/>
                    </a:lnTo>
                    <a:close/>
                  </a:path>
                </a:pathLst>
              </a:custGeom>
              <a:solidFill>
                <a:srgbClr val="50505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54" name="Google Shape;1454;p34"/>
              <p:cNvSpPr/>
              <p:nvPr/>
            </p:nvSpPr>
            <p:spPr>
              <a:xfrm>
                <a:off x="6741700" y="2093900"/>
                <a:ext cx="5500" cy="19025"/>
              </a:xfrm>
              <a:custGeom>
                <a:rect b="b" l="l" r="r" t="t"/>
                <a:pathLst>
                  <a:path extrusionOk="0" h="761" w="220">
                    <a:moveTo>
                      <a:pt x="56" y="0"/>
                    </a:moveTo>
                    <a:lnTo>
                      <a:pt x="1" y="585"/>
                    </a:lnTo>
                    <a:cubicBezTo>
                      <a:pt x="1" y="585"/>
                      <a:pt x="138" y="761"/>
                      <a:pt x="177" y="761"/>
                    </a:cubicBezTo>
                    <a:cubicBezTo>
                      <a:pt x="219" y="761"/>
                      <a:pt x="219" y="245"/>
                      <a:pt x="219" y="245"/>
                    </a:cubicBezTo>
                    <a:lnTo>
                      <a:pt x="56" y="0"/>
                    </a:lnTo>
                    <a:close/>
                  </a:path>
                </a:pathLst>
              </a:custGeom>
              <a:solidFill>
                <a:srgbClr val="E7363C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55" name="Google Shape;1455;p34"/>
              <p:cNvSpPr/>
              <p:nvPr/>
            </p:nvSpPr>
            <p:spPr>
              <a:xfrm>
                <a:off x="7113000" y="2232300"/>
                <a:ext cx="52725" cy="45225"/>
              </a:xfrm>
              <a:custGeom>
                <a:rect b="b" l="l" r="r" t="t"/>
                <a:pathLst>
                  <a:path extrusionOk="0" h="1809" w="2109">
                    <a:moveTo>
                      <a:pt x="2109" y="0"/>
                    </a:moveTo>
                    <a:lnTo>
                      <a:pt x="0" y="1211"/>
                    </a:lnTo>
                    <a:lnTo>
                      <a:pt x="408" y="1808"/>
                    </a:lnTo>
                    <a:lnTo>
                      <a:pt x="1361" y="1319"/>
                    </a:lnTo>
                    <a:lnTo>
                      <a:pt x="2027" y="885"/>
                    </a:lnTo>
                    <a:lnTo>
                      <a:pt x="2109" y="0"/>
                    </a:lnTo>
                    <a:close/>
                  </a:path>
                </a:pathLst>
              </a:custGeom>
              <a:solidFill>
                <a:srgbClr val="FFE03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56" name="Google Shape;1456;p34"/>
              <p:cNvSpPr/>
              <p:nvPr/>
            </p:nvSpPr>
            <p:spPr>
              <a:xfrm>
                <a:off x="7101075" y="2225100"/>
                <a:ext cx="74525" cy="41575"/>
              </a:xfrm>
              <a:custGeom>
                <a:rect b="b" l="l" r="r" t="t"/>
                <a:pathLst>
                  <a:path extrusionOk="0" h="1663" w="2981">
                    <a:moveTo>
                      <a:pt x="2981" y="1"/>
                    </a:moveTo>
                    <a:lnTo>
                      <a:pt x="1224" y="980"/>
                    </a:lnTo>
                    <a:lnTo>
                      <a:pt x="0" y="1594"/>
                    </a:lnTo>
                    <a:lnTo>
                      <a:pt x="193" y="1662"/>
                    </a:lnTo>
                    <a:lnTo>
                      <a:pt x="1280" y="1143"/>
                    </a:lnTo>
                    <a:lnTo>
                      <a:pt x="2951" y="164"/>
                    </a:lnTo>
                    <a:lnTo>
                      <a:pt x="2981" y="1"/>
                    </a:lnTo>
                    <a:close/>
                  </a:path>
                </a:pathLst>
              </a:custGeom>
              <a:solidFill>
                <a:srgbClr val="50505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57" name="Google Shape;1457;p34"/>
              <p:cNvSpPr/>
              <p:nvPr/>
            </p:nvSpPr>
            <p:spPr>
              <a:xfrm>
                <a:off x="6806650" y="2120425"/>
                <a:ext cx="20750" cy="22950"/>
              </a:xfrm>
              <a:custGeom>
                <a:rect b="b" l="l" r="r" t="t"/>
                <a:pathLst>
                  <a:path extrusionOk="0" h="918" w="830">
                    <a:moveTo>
                      <a:pt x="537" y="0"/>
                    </a:moveTo>
                    <a:cubicBezTo>
                      <a:pt x="436" y="0"/>
                      <a:pt x="335" y="46"/>
                      <a:pt x="220" y="137"/>
                    </a:cubicBezTo>
                    <a:cubicBezTo>
                      <a:pt x="122" y="219"/>
                      <a:pt x="14" y="395"/>
                      <a:pt x="1" y="503"/>
                    </a:cubicBezTo>
                    <a:cubicBezTo>
                      <a:pt x="1" y="598"/>
                      <a:pt x="1" y="761"/>
                      <a:pt x="40" y="803"/>
                    </a:cubicBezTo>
                    <a:cubicBezTo>
                      <a:pt x="87" y="851"/>
                      <a:pt x="204" y="917"/>
                      <a:pt x="304" y="917"/>
                    </a:cubicBezTo>
                    <a:cubicBezTo>
                      <a:pt x="321" y="917"/>
                      <a:pt x="338" y="915"/>
                      <a:pt x="353" y="911"/>
                    </a:cubicBezTo>
                    <a:cubicBezTo>
                      <a:pt x="517" y="842"/>
                      <a:pt x="722" y="640"/>
                      <a:pt x="761" y="477"/>
                    </a:cubicBezTo>
                    <a:cubicBezTo>
                      <a:pt x="817" y="314"/>
                      <a:pt x="830" y="108"/>
                      <a:pt x="735" y="56"/>
                    </a:cubicBezTo>
                    <a:cubicBezTo>
                      <a:pt x="667" y="19"/>
                      <a:pt x="602" y="0"/>
                      <a:pt x="537" y="0"/>
                    </a:cubicBezTo>
                    <a:close/>
                  </a:path>
                </a:pathLst>
              </a:custGeom>
              <a:solidFill>
                <a:srgbClr val="FFE03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58" name="Google Shape;1458;p34"/>
              <p:cNvSpPr/>
              <p:nvPr/>
            </p:nvSpPr>
            <p:spPr>
              <a:xfrm>
                <a:off x="6811075" y="2122100"/>
                <a:ext cx="15675" cy="21050"/>
              </a:xfrm>
              <a:custGeom>
                <a:rect b="b" l="l" r="r" t="t"/>
                <a:pathLst>
                  <a:path extrusionOk="0" h="842" w="627">
                    <a:moveTo>
                      <a:pt x="529" y="0"/>
                    </a:moveTo>
                    <a:cubicBezTo>
                      <a:pt x="461" y="0"/>
                      <a:pt x="306" y="64"/>
                      <a:pt x="219" y="139"/>
                    </a:cubicBezTo>
                    <a:cubicBezTo>
                      <a:pt x="108" y="234"/>
                      <a:pt x="0" y="302"/>
                      <a:pt x="0" y="504"/>
                    </a:cubicBezTo>
                    <a:cubicBezTo>
                      <a:pt x="0" y="674"/>
                      <a:pt x="9" y="842"/>
                      <a:pt x="128" y="842"/>
                    </a:cubicBezTo>
                    <a:cubicBezTo>
                      <a:pt x="153" y="842"/>
                      <a:pt x="183" y="834"/>
                      <a:pt x="219" y="818"/>
                    </a:cubicBezTo>
                    <a:cubicBezTo>
                      <a:pt x="421" y="710"/>
                      <a:pt x="584" y="491"/>
                      <a:pt x="614" y="315"/>
                    </a:cubicBezTo>
                    <a:cubicBezTo>
                      <a:pt x="627" y="123"/>
                      <a:pt x="584" y="15"/>
                      <a:pt x="545" y="2"/>
                    </a:cubicBezTo>
                    <a:cubicBezTo>
                      <a:pt x="541" y="1"/>
                      <a:pt x="535" y="0"/>
                      <a:pt x="529" y="0"/>
                    </a:cubicBezTo>
                    <a:close/>
                  </a:path>
                </a:pathLst>
              </a:custGeom>
              <a:solidFill>
                <a:srgbClr val="DBAE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59" name="Google Shape;1459;p34"/>
              <p:cNvSpPr/>
              <p:nvPr/>
            </p:nvSpPr>
            <p:spPr>
              <a:xfrm>
                <a:off x="6864750" y="2081325"/>
                <a:ext cx="14725" cy="22800"/>
              </a:xfrm>
              <a:custGeom>
                <a:rect b="b" l="l" r="r" t="t"/>
                <a:pathLst>
                  <a:path extrusionOk="0" h="912" w="589">
                    <a:moveTo>
                      <a:pt x="180" y="1"/>
                    </a:moveTo>
                    <a:cubicBezTo>
                      <a:pt x="151" y="14"/>
                      <a:pt x="125" y="27"/>
                      <a:pt x="99" y="40"/>
                    </a:cubicBezTo>
                    <a:cubicBezTo>
                      <a:pt x="112" y="40"/>
                      <a:pt x="112" y="40"/>
                      <a:pt x="125" y="56"/>
                    </a:cubicBezTo>
                    <a:lnTo>
                      <a:pt x="112" y="56"/>
                    </a:lnTo>
                    <a:cubicBezTo>
                      <a:pt x="69" y="69"/>
                      <a:pt x="30" y="82"/>
                      <a:pt x="1" y="95"/>
                    </a:cubicBezTo>
                    <a:lnTo>
                      <a:pt x="17" y="108"/>
                    </a:lnTo>
                    <a:lnTo>
                      <a:pt x="30" y="108"/>
                    </a:lnTo>
                    <a:cubicBezTo>
                      <a:pt x="43" y="108"/>
                      <a:pt x="43" y="108"/>
                      <a:pt x="82" y="95"/>
                    </a:cubicBezTo>
                    <a:lnTo>
                      <a:pt x="99" y="95"/>
                    </a:lnTo>
                    <a:cubicBezTo>
                      <a:pt x="125" y="82"/>
                      <a:pt x="151" y="82"/>
                      <a:pt x="180" y="82"/>
                    </a:cubicBezTo>
                    <a:lnTo>
                      <a:pt x="206" y="82"/>
                    </a:lnTo>
                    <a:cubicBezTo>
                      <a:pt x="233" y="108"/>
                      <a:pt x="275" y="108"/>
                      <a:pt x="301" y="122"/>
                    </a:cubicBezTo>
                    <a:cubicBezTo>
                      <a:pt x="314" y="138"/>
                      <a:pt x="327" y="138"/>
                      <a:pt x="327" y="151"/>
                    </a:cubicBezTo>
                    <a:cubicBezTo>
                      <a:pt x="327" y="151"/>
                      <a:pt x="327" y="164"/>
                      <a:pt x="344" y="177"/>
                    </a:cubicBezTo>
                    <a:lnTo>
                      <a:pt x="357" y="177"/>
                    </a:lnTo>
                    <a:lnTo>
                      <a:pt x="357" y="190"/>
                    </a:lnTo>
                    <a:cubicBezTo>
                      <a:pt x="327" y="203"/>
                      <a:pt x="314" y="219"/>
                      <a:pt x="301" y="233"/>
                    </a:cubicBezTo>
                    <a:cubicBezTo>
                      <a:pt x="275" y="259"/>
                      <a:pt x="233" y="285"/>
                      <a:pt x="180" y="314"/>
                    </a:cubicBezTo>
                    <a:cubicBezTo>
                      <a:pt x="208" y="305"/>
                      <a:pt x="222" y="294"/>
                      <a:pt x="233" y="294"/>
                    </a:cubicBezTo>
                    <a:cubicBezTo>
                      <a:pt x="238" y="294"/>
                      <a:pt x="242" y="296"/>
                      <a:pt x="246" y="301"/>
                    </a:cubicBezTo>
                    <a:cubicBezTo>
                      <a:pt x="275" y="301"/>
                      <a:pt x="275" y="314"/>
                      <a:pt x="288" y="314"/>
                    </a:cubicBezTo>
                    <a:lnTo>
                      <a:pt x="301" y="314"/>
                    </a:lnTo>
                    <a:cubicBezTo>
                      <a:pt x="314" y="327"/>
                      <a:pt x="344" y="327"/>
                      <a:pt x="357" y="327"/>
                    </a:cubicBezTo>
                    <a:lnTo>
                      <a:pt x="370" y="327"/>
                    </a:lnTo>
                    <a:lnTo>
                      <a:pt x="357" y="340"/>
                    </a:lnTo>
                    <a:cubicBezTo>
                      <a:pt x="357" y="366"/>
                      <a:pt x="344" y="383"/>
                      <a:pt x="327" y="409"/>
                    </a:cubicBezTo>
                    <a:lnTo>
                      <a:pt x="314" y="422"/>
                    </a:lnTo>
                    <a:cubicBezTo>
                      <a:pt x="288" y="422"/>
                      <a:pt x="275" y="435"/>
                      <a:pt x="246" y="435"/>
                    </a:cubicBezTo>
                    <a:cubicBezTo>
                      <a:pt x="233" y="435"/>
                      <a:pt x="233" y="448"/>
                      <a:pt x="220" y="448"/>
                    </a:cubicBezTo>
                    <a:lnTo>
                      <a:pt x="233" y="448"/>
                    </a:lnTo>
                    <a:cubicBezTo>
                      <a:pt x="233" y="448"/>
                      <a:pt x="246" y="464"/>
                      <a:pt x="262" y="464"/>
                    </a:cubicBezTo>
                    <a:cubicBezTo>
                      <a:pt x="286" y="449"/>
                      <a:pt x="311" y="437"/>
                      <a:pt x="349" y="424"/>
                    </a:cubicBezTo>
                    <a:lnTo>
                      <a:pt x="349" y="424"/>
                    </a:lnTo>
                    <a:cubicBezTo>
                      <a:pt x="343" y="429"/>
                      <a:pt x="340" y="442"/>
                      <a:pt x="327" y="464"/>
                    </a:cubicBezTo>
                    <a:cubicBezTo>
                      <a:pt x="327" y="464"/>
                      <a:pt x="327" y="477"/>
                      <a:pt x="314" y="477"/>
                    </a:cubicBezTo>
                    <a:lnTo>
                      <a:pt x="314" y="503"/>
                    </a:lnTo>
                    <a:cubicBezTo>
                      <a:pt x="314" y="516"/>
                      <a:pt x="314" y="516"/>
                      <a:pt x="327" y="530"/>
                    </a:cubicBezTo>
                    <a:cubicBezTo>
                      <a:pt x="327" y="516"/>
                      <a:pt x="327" y="516"/>
                      <a:pt x="344" y="503"/>
                    </a:cubicBezTo>
                    <a:cubicBezTo>
                      <a:pt x="357" y="503"/>
                      <a:pt x="370" y="490"/>
                      <a:pt x="383" y="490"/>
                    </a:cubicBezTo>
                    <a:cubicBezTo>
                      <a:pt x="409" y="477"/>
                      <a:pt x="438" y="464"/>
                      <a:pt x="464" y="448"/>
                    </a:cubicBezTo>
                    <a:cubicBezTo>
                      <a:pt x="477" y="448"/>
                      <a:pt x="477" y="464"/>
                      <a:pt x="464" y="477"/>
                    </a:cubicBezTo>
                    <a:cubicBezTo>
                      <a:pt x="451" y="503"/>
                      <a:pt x="425" y="516"/>
                      <a:pt x="409" y="530"/>
                    </a:cubicBezTo>
                    <a:cubicBezTo>
                      <a:pt x="396" y="546"/>
                      <a:pt x="383" y="559"/>
                      <a:pt x="370" y="572"/>
                    </a:cubicBezTo>
                    <a:cubicBezTo>
                      <a:pt x="370" y="585"/>
                      <a:pt x="357" y="598"/>
                      <a:pt x="344" y="627"/>
                    </a:cubicBezTo>
                    <a:cubicBezTo>
                      <a:pt x="327" y="641"/>
                      <a:pt x="344" y="641"/>
                      <a:pt x="344" y="654"/>
                    </a:cubicBezTo>
                    <a:cubicBezTo>
                      <a:pt x="344" y="680"/>
                      <a:pt x="357" y="709"/>
                      <a:pt x="357" y="722"/>
                    </a:cubicBezTo>
                    <a:cubicBezTo>
                      <a:pt x="357" y="735"/>
                      <a:pt x="357" y="735"/>
                      <a:pt x="370" y="735"/>
                    </a:cubicBezTo>
                    <a:lnTo>
                      <a:pt x="370" y="748"/>
                    </a:lnTo>
                    <a:lnTo>
                      <a:pt x="370" y="761"/>
                    </a:lnTo>
                    <a:lnTo>
                      <a:pt x="383" y="774"/>
                    </a:lnTo>
                    <a:cubicBezTo>
                      <a:pt x="383" y="774"/>
                      <a:pt x="396" y="791"/>
                      <a:pt x="383" y="817"/>
                    </a:cubicBezTo>
                    <a:cubicBezTo>
                      <a:pt x="383" y="817"/>
                      <a:pt x="370" y="843"/>
                      <a:pt x="370" y="856"/>
                    </a:cubicBezTo>
                    <a:cubicBezTo>
                      <a:pt x="357" y="872"/>
                      <a:pt x="344" y="898"/>
                      <a:pt x="344" y="911"/>
                    </a:cubicBezTo>
                    <a:cubicBezTo>
                      <a:pt x="383" y="885"/>
                      <a:pt x="425" y="843"/>
                      <a:pt x="438" y="817"/>
                    </a:cubicBezTo>
                    <a:cubicBezTo>
                      <a:pt x="490" y="830"/>
                      <a:pt x="533" y="843"/>
                      <a:pt x="588" y="856"/>
                    </a:cubicBezTo>
                    <a:cubicBezTo>
                      <a:pt x="559" y="843"/>
                      <a:pt x="572" y="817"/>
                      <a:pt x="559" y="804"/>
                    </a:cubicBezTo>
                    <a:cubicBezTo>
                      <a:pt x="541" y="795"/>
                      <a:pt x="523" y="778"/>
                      <a:pt x="487" y="778"/>
                    </a:cubicBezTo>
                    <a:cubicBezTo>
                      <a:pt x="471" y="778"/>
                      <a:pt x="451" y="781"/>
                      <a:pt x="425" y="791"/>
                    </a:cubicBezTo>
                    <a:cubicBezTo>
                      <a:pt x="409" y="774"/>
                      <a:pt x="409" y="761"/>
                      <a:pt x="409" y="735"/>
                    </a:cubicBezTo>
                    <a:lnTo>
                      <a:pt x="409" y="709"/>
                    </a:lnTo>
                    <a:lnTo>
                      <a:pt x="409" y="680"/>
                    </a:lnTo>
                    <a:lnTo>
                      <a:pt x="409" y="667"/>
                    </a:lnTo>
                    <a:lnTo>
                      <a:pt x="396" y="667"/>
                    </a:lnTo>
                    <a:cubicBezTo>
                      <a:pt x="383" y="667"/>
                      <a:pt x="370" y="641"/>
                      <a:pt x="383" y="627"/>
                    </a:cubicBezTo>
                    <a:lnTo>
                      <a:pt x="425" y="585"/>
                    </a:lnTo>
                    <a:cubicBezTo>
                      <a:pt x="425" y="572"/>
                      <a:pt x="425" y="572"/>
                      <a:pt x="438" y="559"/>
                    </a:cubicBezTo>
                    <a:cubicBezTo>
                      <a:pt x="477" y="490"/>
                      <a:pt x="533" y="435"/>
                      <a:pt x="588" y="366"/>
                    </a:cubicBezTo>
                    <a:lnTo>
                      <a:pt x="588" y="366"/>
                    </a:lnTo>
                    <a:cubicBezTo>
                      <a:pt x="520" y="409"/>
                      <a:pt x="438" y="422"/>
                      <a:pt x="383" y="464"/>
                    </a:cubicBezTo>
                    <a:lnTo>
                      <a:pt x="383" y="422"/>
                    </a:lnTo>
                    <a:cubicBezTo>
                      <a:pt x="396" y="396"/>
                      <a:pt x="396" y="353"/>
                      <a:pt x="409" y="314"/>
                    </a:cubicBezTo>
                    <a:lnTo>
                      <a:pt x="409" y="301"/>
                    </a:lnTo>
                    <a:lnTo>
                      <a:pt x="409" y="285"/>
                    </a:lnTo>
                    <a:lnTo>
                      <a:pt x="301" y="285"/>
                    </a:lnTo>
                    <a:cubicBezTo>
                      <a:pt x="314" y="285"/>
                      <a:pt x="383" y="219"/>
                      <a:pt x="383" y="219"/>
                    </a:cubicBezTo>
                    <a:cubicBezTo>
                      <a:pt x="383" y="203"/>
                      <a:pt x="396" y="190"/>
                      <a:pt x="396" y="177"/>
                    </a:cubicBezTo>
                    <a:cubicBezTo>
                      <a:pt x="409" y="177"/>
                      <a:pt x="409" y="164"/>
                      <a:pt x="425" y="164"/>
                    </a:cubicBezTo>
                    <a:cubicBezTo>
                      <a:pt x="425" y="151"/>
                      <a:pt x="438" y="138"/>
                      <a:pt x="438" y="122"/>
                    </a:cubicBezTo>
                    <a:lnTo>
                      <a:pt x="438" y="122"/>
                    </a:lnTo>
                    <a:cubicBezTo>
                      <a:pt x="426" y="124"/>
                      <a:pt x="415" y="125"/>
                      <a:pt x="406" y="125"/>
                    </a:cubicBezTo>
                    <a:cubicBezTo>
                      <a:pt x="356" y="125"/>
                      <a:pt x="350" y="91"/>
                      <a:pt x="314" y="69"/>
                    </a:cubicBezTo>
                    <a:cubicBezTo>
                      <a:pt x="301" y="56"/>
                      <a:pt x="275" y="56"/>
                      <a:pt x="246" y="40"/>
                    </a:cubicBezTo>
                    <a:lnTo>
                      <a:pt x="233" y="40"/>
                    </a:lnTo>
                    <a:lnTo>
                      <a:pt x="233" y="27"/>
                    </a:lnTo>
                    <a:lnTo>
                      <a:pt x="220" y="27"/>
                    </a:lnTo>
                    <a:lnTo>
                      <a:pt x="206" y="14"/>
                    </a:lnTo>
                    <a:cubicBezTo>
                      <a:pt x="193" y="1"/>
                      <a:pt x="193" y="1"/>
                      <a:pt x="180" y="1"/>
                    </a:cubicBezTo>
                    <a:close/>
                  </a:path>
                </a:pathLst>
              </a:custGeom>
              <a:solidFill>
                <a:srgbClr val="87878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60" name="Google Shape;1460;p34"/>
              <p:cNvSpPr/>
              <p:nvPr/>
            </p:nvSpPr>
            <p:spPr>
              <a:xfrm>
                <a:off x="6852200" y="2088425"/>
                <a:ext cx="18700" cy="15050"/>
              </a:xfrm>
              <a:custGeom>
                <a:rect b="b" l="l" r="r" t="t"/>
                <a:pathLst>
                  <a:path extrusionOk="0" h="602" w="748">
                    <a:moveTo>
                      <a:pt x="558" y="1"/>
                    </a:moveTo>
                    <a:lnTo>
                      <a:pt x="558" y="1"/>
                    </a:lnTo>
                    <a:cubicBezTo>
                      <a:pt x="503" y="30"/>
                      <a:pt x="451" y="69"/>
                      <a:pt x="438" y="99"/>
                    </a:cubicBezTo>
                    <a:cubicBezTo>
                      <a:pt x="421" y="112"/>
                      <a:pt x="421" y="112"/>
                      <a:pt x="421" y="125"/>
                    </a:cubicBezTo>
                    <a:cubicBezTo>
                      <a:pt x="421" y="125"/>
                      <a:pt x="421" y="138"/>
                      <a:pt x="408" y="138"/>
                    </a:cubicBezTo>
                    <a:lnTo>
                      <a:pt x="408" y="151"/>
                    </a:lnTo>
                    <a:cubicBezTo>
                      <a:pt x="395" y="193"/>
                      <a:pt x="340" y="246"/>
                      <a:pt x="274" y="301"/>
                    </a:cubicBezTo>
                    <a:cubicBezTo>
                      <a:pt x="258" y="314"/>
                      <a:pt x="232" y="327"/>
                      <a:pt x="219" y="343"/>
                    </a:cubicBezTo>
                    <a:cubicBezTo>
                      <a:pt x="163" y="370"/>
                      <a:pt x="95" y="409"/>
                      <a:pt x="30" y="451"/>
                    </a:cubicBezTo>
                    <a:lnTo>
                      <a:pt x="30" y="477"/>
                    </a:lnTo>
                    <a:lnTo>
                      <a:pt x="30" y="490"/>
                    </a:lnTo>
                    <a:cubicBezTo>
                      <a:pt x="13" y="507"/>
                      <a:pt x="13" y="507"/>
                      <a:pt x="13" y="520"/>
                    </a:cubicBezTo>
                    <a:lnTo>
                      <a:pt x="13" y="546"/>
                    </a:lnTo>
                    <a:cubicBezTo>
                      <a:pt x="13" y="559"/>
                      <a:pt x="0" y="559"/>
                      <a:pt x="0" y="572"/>
                    </a:cubicBezTo>
                    <a:lnTo>
                      <a:pt x="0" y="588"/>
                    </a:lnTo>
                    <a:cubicBezTo>
                      <a:pt x="13" y="588"/>
                      <a:pt x="43" y="601"/>
                      <a:pt x="56" y="601"/>
                    </a:cubicBezTo>
                    <a:cubicBezTo>
                      <a:pt x="56" y="572"/>
                      <a:pt x="69" y="559"/>
                      <a:pt x="82" y="533"/>
                    </a:cubicBezTo>
                    <a:lnTo>
                      <a:pt x="82" y="520"/>
                    </a:lnTo>
                    <a:cubicBezTo>
                      <a:pt x="82" y="507"/>
                      <a:pt x="82" y="507"/>
                      <a:pt x="95" y="490"/>
                    </a:cubicBezTo>
                    <a:cubicBezTo>
                      <a:pt x="95" y="490"/>
                      <a:pt x="111" y="477"/>
                      <a:pt x="111" y="464"/>
                    </a:cubicBezTo>
                    <a:cubicBezTo>
                      <a:pt x="124" y="451"/>
                      <a:pt x="111" y="438"/>
                      <a:pt x="137" y="409"/>
                    </a:cubicBezTo>
                    <a:cubicBezTo>
                      <a:pt x="150" y="396"/>
                      <a:pt x="163" y="383"/>
                      <a:pt x="193" y="370"/>
                    </a:cubicBezTo>
                    <a:cubicBezTo>
                      <a:pt x="206" y="357"/>
                      <a:pt x="232" y="343"/>
                      <a:pt x="258" y="327"/>
                    </a:cubicBezTo>
                    <a:cubicBezTo>
                      <a:pt x="274" y="314"/>
                      <a:pt x="300" y="301"/>
                      <a:pt x="314" y="288"/>
                    </a:cubicBezTo>
                    <a:cubicBezTo>
                      <a:pt x="327" y="288"/>
                      <a:pt x="327" y="288"/>
                      <a:pt x="340" y="275"/>
                    </a:cubicBezTo>
                    <a:cubicBezTo>
                      <a:pt x="395" y="246"/>
                      <a:pt x="421" y="246"/>
                      <a:pt x="464" y="246"/>
                    </a:cubicBezTo>
                    <a:cubicBezTo>
                      <a:pt x="477" y="246"/>
                      <a:pt x="503" y="246"/>
                      <a:pt x="532" y="232"/>
                    </a:cubicBezTo>
                    <a:cubicBezTo>
                      <a:pt x="558" y="219"/>
                      <a:pt x="584" y="206"/>
                      <a:pt x="614" y="193"/>
                    </a:cubicBezTo>
                    <a:cubicBezTo>
                      <a:pt x="614" y="193"/>
                      <a:pt x="627" y="193"/>
                      <a:pt x="627" y="180"/>
                    </a:cubicBezTo>
                    <a:lnTo>
                      <a:pt x="653" y="180"/>
                    </a:lnTo>
                    <a:cubicBezTo>
                      <a:pt x="682" y="164"/>
                      <a:pt x="708" y="164"/>
                      <a:pt x="735" y="164"/>
                    </a:cubicBezTo>
                    <a:lnTo>
                      <a:pt x="748" y="151"/>
                    </a:lnTo>
                    <a:cubicBezTo>
                      <a:pt x="748" y="151"/>
                      <a:pt x="748" y="138"/>
                      <a:pt x="735" y="138"/>
                    </a:cubicBezTo>
                    <a:cubicBezTo>
                      <a:pt x="695" y="151"/>
                      <a:pt x="653" y="164"/>
                      <a:pt x="614" y="180"/>
                    </a:cubicBezTo>
                    <a:lnTo>
                      <a:pt x="601" y="180"/>
                    </a:lnTo>
                    <a:cubicBezTo>
                      <a:pt x="584" y="193"/>
                      <a:pt x="571" y="193"/>
                      <a:pt x="558" y="206"/>
                    </a:cubicBezTo>
                    <a:cubicBezTo>
                      <a:pt x="545" y="219"/>
                      <a:pt x="519" y="219"/>
                      <a:pt x="490" y="232"/>
                    </a:cubicBezTo>
                    <a:cubicBezTo>
                      <a:pt x="464" y="232"/>
                      <a:pt x="421" y="246"/>
                      <a:pt x="408" y="246"/>
                    </a:cubicBezTo>
                    <a:cubicBezTo>
                      <a:pt x="408" y="232"/>
                      <a:pt x="421" y="219"/>
                      <a:pt x="438" y="206"/>
                    </a:cubicBezTo>
                    <a:cubicBezTo>
                      <a:pt x="438" y="193"/>
                      <a:pt x="438" y="180"/>
                      <a:pt x="464" y="151"/>
                    </a:cubicBezTo>
                    <a:cubicBezTo>
                      <a:pt x="464" y="138"/>
                      <a:pt x="477" y="125"/>
                      <a:pt x="477" y="125"/>
                    </a:cubicBezTo>
                    <a:cubicBezTo>
                      <a:pt x="477" y="112"/>
                      <a:pt x="477" y="112"/>
                      <a:pt x="490" y="112"/>
                    </a:cubicBezTo>
                    <a:cubicBezTo>
                      <a:pt x="490" y="99"/>
                      <a:pt x="490" y="82"/>
                      <a:pt x="503" y="69"/>
                    </a:cubicBezTo>
                    <a:cubicBezTo>
                      <a:pt x="503" y="56"/>
                      <a:pt x="532" y="17"/>
                      <a:pt x="558" y="1"/>
                    </a:cubicBezTo>
                    <a:close/>
                  </a:path>
                </a:pathLst>
              </a:custGeom>
              <a:solidFill>
                <a:srgbClr val="87878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61" name="Google Shape;1461;p34"/>
              <p:cNvSpPr/>
              <p:nvPr/>
            </p:nvSpPr>
            <p:spPr>
              <a:xfrm>
                <a:off x="6844025" y="2094550"/>
                <a:ext cx="10225" cy="7850"/>
              </a:xfrm>
              <a:custGeom>
                <a:rect b="b" l="l" r="r" t="t"/>
                <a:pathLst>
                  <a:path extrusionOk="0" h="314" w="409">
                    <a:moveTo>
                      <a:pt x="95" y="1"/>
                    </a:moveTo>
                    <a:cubicBezTo>
                      <a:pt x="82" y="30"/>
                      <a:pt x="82" y="56"/>
                      <a:pt x="95" y="82"/>
                    </a:cubicBezTo>
                    <a:cubicBezTo>
                      <a:pt x="112" y="82"/>
                      <a:pt x="125" y="98"/>
                      <a:pt x="112" y="112"/>
                    </a:cubicBezTo>
                    <a:cubicBezTo>
                      <a:pt x="95" y="125"/>
                      <a:pt x="69" y="138"/>
                      <a:pt x="56" y="151"/>
                    </a:cubicBezTo>
                    <a:cubicBezTo>
                      <a:pt x="43" y="164"/>
                      <a:pt x="43" y="180"/>
                      <a:pt x="56" y="180"/>
                    </a:cubicBezTo>
                    <a:cubicBezTo>
                      <a:pt x="56" y="180"/>
                      <a:pt x="69" y="193"/>
                      <a:pt x="82" y="193"/>
                    </a:cubicBezTo>
                    <a:cubicBezTo>
                      <a:pt x="112" y="206"/>
                      <a:pt x="112" y="219"/>
                      <a:pt x="112" y="245"/>
                    </a:cubicBezTo>
                    <a:cubicBezTo>
                      <a:pt x="95" y="262"/>
                      <a:pt x="95" y="262"/>
                      <a:pt x="82" y="262"/>
                    </a:cubicBezTo>
                    <a:cubicBezTo>
                      <a:pt x="56" y="275"/>
                      <a:pt x="30" y="288"/>
                      <a:pt x="1" y="288"/>
                    </a:cubicBezTo>
                    <a:cubicBezTo>
                      <a:pt x="30" y="288"/>
                      <a:pt x="43" y="288"/>
                      <a:pt x="56" y="301"/>
                    </a:cubicBezTo>
                    <a:cubicBezTo>
                      <a:pt x="69" y="288"/>
                      <a:pt x="82" y="288"/>
                      <a:pt x="95" y="275"/>
                    </a:cubicBezTo>
                    <a:lnTo>
                      <a:pt x="95" y="275"/>
                    </a:lnTo>
                    <a:cubicBezTo>
                      <a:pt x="95" y="288"/>
                      <a:pt x="82" y="288"/>
                      <a:pt x="82" y="301"/>
                    </a:cubicBezTo>
                    <a:cubicBezTo>
                      <a:pt x="95" y="301"/>
                      <a:pt x="112" y="301"/>
                      <a:pt x="125" y="314"/>
                    </a:cubicBezTo>
                    <a:cubicBezTo>
                      <a:pt x="164" y="301"/>
                      <a:pt x="206" y="288"/>
                      <a:pt x="259" y="275"/>
                    </a:cubicBezTo>
                    <a:cubicBezTo>
                      <a:pt x="288" y="262"/>
                      <a:pt x="314" y="262"/>
                      <a:pt x="357" y="245"/>
                    </a:cubicBezTo>
                    <a:cubicBezTo>
                      <a:pt x="370" y="232"/>
                      <a:pt x="383" y="232"/>
                      <a:pt x="409" y="219"/>
                    </a:cubicBezTo>
                    <a:lnTo>
                      <a:pt x="409" y="219"/>
                    </a:lnTo>
                    <a:cubicBezTo>
                      <a:pt x="396" y="219"/>
                      <a:pt x="370" y="232"/>
                      <a:pt x="357" y="232"/>
                    </a:cubicBezTo>
                    <a:lnTo>
                      <a:pt x="327" y="232"/>
                    </a:lnTo>
                    <a:cubicBezTo>
                      <a:pt x="288" y="245"/>
                      <a:pt x="233" y="245"/>
                      <a:pt x="193" y="262"/>
                    </a:cubicBezTo>
                    <a:lnTo>
                      <a:pt x="164" y="262"/>
                    </a:lnTo>
                    <a:cubicBezTo>
                      <a:pt x="164" y="262"/>
                      <a:pt x="164" y="245"/>
                      <a:pt x="177" y="245"/>
                    </a:cubicBezTo>
                    <a:cubicBezTo>
                      <a:pt x="193" y="219"/>
                      <a:pt x="177" y="219"/>
                      <a:pt x="164" y="206"/>
                    </a:cubicBezTo>
                    <a:cubicBezTo>
                      <a:pt x="138" y="193"/>
                      <a:pt x="125" y="164"/>
                      <a:pt x="112" y="151"/>
                    </a:cubicBezTo>
                    <a:lnTo>
                      <a:pt x="95" y="151"/>
                    </a:lnTo>
                    <a:lnTo>
                      <a:pt x="125" y="125"/>
                    </a:lnTo>
                    <a:cubicBezTo>
                      <a:pt x="151" y="112"/>
                      <a:pt x="177" y="82"/>
                      <a:pt x="193" y="69"/>
                    </a:cubicBezTo>
                    <a:lnTo>
                      <a:pt x="193" y="56"/>
                    </a:lnTo>
                    <a:cubicBezTo>
                      <a:pt x="151" y="43"/>
                      <a:pt x="112" y="30"/>
                      <a:pt x="95" y="1"/>
                    </a:cubicBezTo>
                    <a:close/>
                  </a:path>
                </a:pathLst>
              </a:custGeom>
              <a:solidFill>
                <a:srgbClr val="87878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62" name="Google Shape;1462;p34"/>
              <p:cNvSpPr/>
              <p:nvPr/>
            </p:nvSpPr>
            <p:spPr>
              <a:xfrm>
                <a:off x="6849500" y="2070075"/>
                <a:ext cx="43525" cy="32650"/>
              </a:xfrm>
              <a:custGeom>
                <a:rect b="b" l="l" r="r" t="t"/>
                <a:pathLst>
                  <a:path extrusionOk="0" h="1306" w="1741">
                    <a:moveTo>
                      <a:pt x="1701" y="0"/>
                    </a:moveTo>
                    <a:cubicBezTo>
                      <a:pt x="1672" y="17"/>
                      <a:pt x="1646" y="30"/>
                      <a:pt x="1619" y="43"/>
                    </a:cubicBezTo>
                    <a:cubicBezTo>
                      <a:pt x="1619" y="56"/>
                      <a:pt x="1632" y="56"/>
                      <a:pt x="1632" y="69"/>
                    </a:cubicBezTo>
                    <a:cubicBezTo>
                      <a:pt x="1632" y="69"/>
                      <a:pt x="1646" y="82"/>
                      <a:pt x="1659" y="98"/>
                    </a:cubicBezTo>
                    <a:lnTo>
                      <a:pt x="1659" y="111"/>
                    </a:lnTo>
                    <a:lnTo>
                      <a:pt x="1659" y="124"/>
                    </a:lnTo>
                    <a:cubicBezTo>
                      <a:pt x="1646" y="124"/>
                      <a:pt x="1632" y="137"/>
                      <a:pt x="1619" y="150"/>
                    </a:cubicBezTo>
                    <a:cubicBezTo>
                      <a:pt x="1577" y="180"/>
                      <a:pt x="1577" y="206"/>
                      <a:pt x="1577" y="219"/>
                    </a:cubicBezTo>
                    <a:cubicBezTo>
                      <a:pt x="1577" y="245"/>
                      <a:pt x="1577" y="275"/>
                      <a:pt x="1606" y="288"/>
                    </a:cubicBezTo>
                    <a:lnTo>
                      <a:pt x="1606" y="301"/>
                    </a:lnTo>
                    <a:lnTo>
                      <a:pt x="1590" y="301"/>
                    </a:lnTo>
                    <a:cubicBezTo>
                      <a:pt x="1564" y="327"/>
                      <a:pt x="1525" y="356"/>
                      <a:pt x="1495" y="369"/>
                    </a:cubicBezTo>
                    <a:cubicBezTo>
                      <a:pt x="1495" y="382"/>
                      <a:pt x="1482" y="382"/>
                      <a:pt x="1482" y="395"/>
                    </a:cubicBezTo>
                    <a:cubicBezTo>
                      <a:pt x="1456" y="395"/>
                      <a:pt x="1443" y="408"/>
                      <a:pt x="1427" y="425"/>
                    </a:cubicBezTo>
                    <a:cubicBezTo>
                      <a:pt x="1414" y="438"/>
                      <a:pt x="1414" y="438"/>
                      <a:pt x="1414" y="451"/>
                    </a:cubicBezTo>
                    <a:lnTo>
                      <a:pt x="1414" y="490"/>
                    </a:lnTo>
                    <a:lnTo>
                      <a:pt x="1414" y="519"/>
                    </a:lnTo>
                    <a:cubicBezTo>
                      <a:pt x="1401" y="532"/>
                      <a:pt x="1375" y="545"/>
                      <a:pt x="1362" y="545"/>
                    </a:cubicBezTo>
                    <a:cubicBezTo>
                      <a:pt x="1345" y="558"/>
                      <a:pt x="1280" y="601"/>
                      <a:pt x="1280" y="601"/>
                    </a:cubicBezTo>
                    <a:lnTo>
                      <a:pt x="1280" y="653"/>
                    </a:lnTo>
                    <a:lnTo>
                      <a:pt x="1264" y="669"/>
                    </a:lnTo>
                    <a:lnTo>
                      <a:pt x="1251" y="669"/>
                    </a:lnTo>
                    <a:cubicBezTo>
                      <a:pt x="1251" y="683"/>
                      <a:pt x="1238" y="683"/>
                      <a:pt x="1238" y="696"/>
                    </a:cubicBezTo>
                    <a:lnTo>
                      <a:pt x="1224" y="696"/>
                    </a:lnTo>
                    <a:cubicBezTo>
                      <a:pt x="1211" y="709"/>
                      <a:pt x="1238" y="709"/>
                      <a:pt x="1224" y="722"/>
                    </a:cubicBezTo>
                    <a:cubicBezTo>
                      <a:pt x="1224" y="735"/>
                      <a:pt x="1211" y="735"/>
                      <a:pt x="1198" y="751"/>
                    </a:cubicBezTo>
                    <a:cubicBezTo>
                      <a:pt x="1182" y="751"/>
                      <a:pt x="1169" y="764"/>
                      <a:pt x="1156" y="777"/>
                    </a:cubicBezTo>
                    <a:cubicBezTo>
                      <a:pt x="1143" y="790"/>
                      <a:pt x="1117" y="803"/>
                      <a:pt x="1100" y="816"/>
                    </a:cubicBezTo>
                    <a:cubicBezTo>
                      <a:pt x="1074" y="833"/>
                      <a:pt x="1061" y="846"/>
                      <a:pt x="1048" y="859"/>
                    </a:cubicBezTo>
                    <a:cubicBezTo>
                      <a:pt x="1035" y="859"/>
                      <a:pt x="1019" y="872"/>
                      <a:pt x="993" y="872"/>
                    </a:cubicBezTo>
                    <a:cubicBezTo>
                      <a:pt x="980" y="885"/>
                      <a:pt x="954" y="898"/>
                      <a:pt x="937" y="914"/>
                    </a:cubicBezTo>
                    <a:cubicBezTo>
                      <a:pt x="885" y="940"/>
                      <a:pt x="830" y="966"/>
                      <a:pt x="790" y="996"/>
                    </a:cubicBezTo>
                    <a:cubicBezTo>
                      <a:pt x="748" y="1022"/>
                      <a:pt x="722" y="1048"/>
                      <a:pt x="679" y="1061"/>
                    </a:cubicBezTo>
                    <a:cubicBezTo>
                      <a:pt x="611" y="1091"/>
                      <a:pt x="572" y="1077"/>
                      <a:pt x="503" y="1104"/>
                    </a:cubicBezTo>
                    <a:lnTo>
                      <a:pt x="490" y="1104"/>
                    </a:lnTo>
                    <a:cubicBezTo>
                      <a:pt x="477" y="1104"/>
                      <a:pt x="464" y="1117"/>
                      <a:pt x="448" y="1117"/>
                    </a:cubicBezTo>
                    <a:cubicBezTo>
                      <a:pt x="408" y="1143"/>
                      <a:pt x="382" y="1185"/>
                      <a:pt x="327" y="1198"/>
                    </a:cubicBezTo>
                    <a:cubicBezTo>
                      <a:pt x="284" y="1211"/>
                      <a:pt x="245" y="1224"/>
                      <a:pt x="219" y="1224"/>
                    </a:cubicBezTo>
                    <a:lnTo>
                      <a:pt x="203" y="1224"/>
                    </a:lnTo>
                    <a:cubicBezTo>
                      <a:pt x="177" y="1241"/>
                      <a:pt x="151" y="1241"/>
                      <a:pt x="121" y="1254"/>
                    </a:cubicBezTo>
                    <a:cubicBezTo>
                      <a:pt x="82" y="1267"/>
                      <a:pt x="40" y="1280"/>
                      <a:pt x="0" y="1306"/>
                    </a:cubicBezTo>
                    <a:lnTo>
                      <a:pt x="40" y="1306"/>
                    </a:lnTo>
                    <a:cubicBezTo>
                      <a:pt x="69" y="1306"/>
                      <a:pt x="95" y="1293"/>
                      <a:pt x="121" y="1280"/>
                    </a:cubicBezTo>
                    <a:cubicBezTo>
                      <a:pt x="151" y="1267"/>
                      <a:pt x="164" y="1267"/>
                      <a:pt x="190" y="1254"/>
                    </a:cubicBezTo>
                    <a:cubicBezTo>
                      <a:pt x="203" y="1254"/>
                      <a:pt x="232" y="1241"/>
                      <a:pt x="245" y="1241"/>
                    </a:cubicBezTo>
                    <a:cubicBezTo>
                      <a:pt x="271" y="1224"/>
                      <a:pt x="314" y="1224"/>
                      <a:pt x="353" y="1211"/>
                    </a:cubicBezTo>
                    <a:cubicBezTo>
                      <a:pt x="408" y="1198"/>
                      <a:pt x="435" y="1159"/>
                      <a:pt x="477" y="1143"/>
                    </a:cubicBezTo>
                    <a:lnTo>
                      <a:pt x="503" y="1117"/>
                    </a:lnTo>
                    <a:lnTo>
                      <a:pt x="516" y="1117"/>
                    </a:lnTo>
                    <a:cubicBezTo>
                      <a:pt x="585" y="1091"/>
                      <a:pt x="640" y="1117"/>
                      <a:pt x="709" y="1077"/>
                    </a:cubicBezTo>
                    <a:cubicBezTo>
                      <a:pt x="735" y="1077"/>
                      <a:pt x="761" y="1048"/>
                      <a:pt x="790" y="1035"/>
                    </a:cubicBezTo>
                    <a:cubicBezTo>
                      <a:pt x="830" y="1009"/>
                      <a:pt x="885" y="980"/>
                      <a:pt x="924" y="953"/>
                    </a:cubicBezTo>
                    <a:cubicBezTo>
                      <a:pt x="954" y="940"/>
                      <a:pt x="967" y="927"/>
                      <a:pt x="993" y="914"/>
                    </a:cubicBezTo>
                    <a:cubicBezTo>
                      <a:pt x="1019" y="885"/>
                      <a:pt x="1048" y="872"/>
                      <a:pt x="1074" y="859"/>
                    </a:cubicBezTo>
                    <a:cubicBezTo>
                      <a:pt x="1130" y="816"/>
                      <a:pt x="1169" y="790"/>
                      <a:pt x="1211" y="764"/>
                    </a:cubicBezTo>
                    <a:cubicBezTo>
                      <a:pt x="1251" y="735"/>
                      <a:pt x="1264" y="722"/>
                      <a:pt x="1264" y="709"/>
                    </a:cubicBezTo>
                    <a:lnTo>
                      <a:pt x="1264" y="696"/>
                    </a:lnTo>
                    <a:lnTo>
                      <a:pt x="1264" y="683"/>
                    </a:lnTo>
                    <a:lnTo>
                      <a:pt x="1280" y="683"/>
                    </a:lnTo>
                    <a:lnTo>
                      <a:pt x="1293" y="669"/>
                    </a:lnTo>
                    <a:lnTo>
                      <a:pt x="1306" y="669"/>
                    </a:lnTo>
                    <a:cubicBezTo>
                      <a:pt x="1319" y="653"/>
                      <a:pt x="1319" y="653"/>
                      <a:pt x="1332" y="653"/>
                    </a:cubicBezTo>
                    <a:lnTo>
                      <a:pt x="1332" y="640"/>
                    </a:lnTo>
                    <a:lnTo>
                      <a:pt x="1332" y="588"/>
                    </a:lnTo>
                    <a:cubicBezTo>
                      <a:pt x="1375" y="572"/>
                      <a:pt x="1401" y="558"/>
                      <a:pt x="1443" y="532"/>
                    </a:cubicBezTo>
                    <a:cubicBezTo>
                      <a:pt x="1456" y="532"/>
                      <a:pt x="1456" y="519"/>
                      <a:pt x="1469" y="519"/>
                    </a:cubicBezTo>
                    <a:cubicBezTo>
                      <a:pt x="1482" y="506"/>
                      <a:pt x="1495" y="506"/>
                      <a:pt x="1495" y="490"/>
                    </a:cubicBezTo>
                    <a:lnTo>
                      <a:pt x="1508" y="490"/>
                    </a:lnTo>
                    <a:lnTo>
                      <a:pt x="1508" y="477"/>
                    </a:lnTo>
                    <a:lnTo>
                      <a:pt x="1495" y="477"/>
                    </a:lnTo>
                    <a:lnTo>
                      <a:pt x="1482" y="464"/>
                    </a:lnTo>
                    <a:lnTo>
                      <a:pt x="1456" y="438"/>
                    </a:lnTo>
                    <a:cubicBezTo>
                      <a:pt x="1482" y="425"/>
                      <a:pt x="1508" y="408"/>
                      <a:pt x="1538" y="395"/>
                    </a:cubicBezTo>
                    <a:cubicBezTo>
                      <a:pt x="1551" y="382"/>
                      <a:pt x="1564" y="382"/>
                      <a:pt x="1564" y="369"/>
                    </a:cubicBezTo>
                    <a:cubicBezTo>
                      <a:pt x="1577" y="369"/>
                      <a:pt x="1577" y="356"/>
                      <a:pt x="1590" y="356"/>
                    </a:cubicBezTo>
                    <a:cubicBezTo>
                      <a:pt x="1606" y="327"/>
                      <a:pt x="1619" y="314"/>
                      <a:pt x="1632" y="288"/>
                    </a:cubicBezTo>
                    <a:lnTo>
                      <a:pt x="1646" y="275"/>
                    </a:lnTo>
                    <a:cubicBezTo>
                      <a:pt x="1646" y="261"/>
                      <a:pt x="1632" y="261"/>
                      <a:pt x="1632" y="245"/>
                    </a:cubicBezTo>
                    <a:cubicBezTo>
                      <a:pt x="1619" y="232"/>
                      <a:pt x="1619" y="206"/>
                      <a:pt x="1606" y="193"/>
                    </a:cubicBezTo>
                    <a:cubicBezTo>
                      <a:pt x="1632" y="180"/>
                      <a:pt x="1646" y="164"/>
                      <a:pt x="1672" y="150"/>
                    </a:cubicBezTo>
                    <a:cubicBezTo>
                      <a:pt x="1688" y="150"/>
                      <a:pt x="1688" y="137"/>
                      <a:pt x="1701" y="137"/>
                    </a:cubicBezTo>
                    <a:cubicBezTo>
                      <a:pt x="1701" y="124"/>
                      <a:pt x="1714" y="111"/>
                      <a:pt x="1727" y="98"/>
                    </a:cubicBezTo>
                    <a:cubicBezTo>
                      <a:pt x="1740" y="82"/>
                      <a:pt x="1740" y="69"/>
                      <a:pt x="1740" y="56"/>
                    </a:cubicBezTo>
                    <a:cubicBezTo>
                      <a:pt x="1727" y="43"/>
                      <a:pt x="1727" y="30"/>
                      <a:pt x="1714" y="30"/>
                    </a:cubicBezTo>
                    <a:cubicBezTo>
                      <a:pt x="1701" y="17"/>
                      <a:pt x="1701" y="17"/>
                      <a:pt x="1701" y="0"/>
                    </a:cubicBezTo>
                    <a:close/>
                  </a:path>
                </a:pathLst>
              </a:custGeom>
              <a:solidFill>
                <a:srgbClr val="87878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63" name="Google Shape;1463;p34"/>
              <p:cNvSpPr/>
              <p:nvPr/>
            </p:nvSpPr>
            <p:spPr>
              <a:xfrm>
                <a:off x="6888250" y="2077575"/>
                <a:ext cx="14650" cy="9900"/>
              </a:xfrm>
              <a:custGeom>
                <a:rect b="b" l="l" r="r" t="t"/>
                <a:pathLst>
                  <a:path extrusionOk="0" h="396" w="586">
                    <a:moveTo>
                      <a:pt x="585" y="1"/>
                    </a:moveTo>
                    <a:lnTo>
                      <a:pt x="585" y="1"/>
                    </a:lnTo>
                    <a:cubicBezTo>
                      <a:pt x="572" y="14"/>
                      <a:pt x="546" y="27"/>
                      <a:pt x="504" y="43"/>
                    </a:cubicBezTo>
                    <a:cubicBezTo>
                      <a:pt x="448" y="69"/>
                      <a:pt x="396" y="82"/>
                      <a:pt x="340" y="108"/>
                    </a:cubicBezTo>
                    <a:cubicBezTo>
                      <a:pt x="327" y="125"/>
                      <a:pt x="327" y="125"/>
                      <a:pt x="314" y="125"/>
                    </a:cubicBezTo>
                    <a:lnTo>
                      <a:pt x="314" y="138"/>
                    </a:lnTo>
                    <a:lnTo>
                      <a:pt x="301" y="151"/>
                    </a:lnTo>
                    <a:cubicBezTo>
                      <a:pt x="259" y="190"/>
                      <a:pt x="203" y="232"/>
                      <a:pt x="164" y="258"/>
                    </a:cubicBezTo>
                    <a:cubicBezTo>
                      <a:pt x="164" y="272"/>
                      <a:pt x="151" y="272"/>
                      <a:pt x="138" y="288"/>
                    </a:cubicBezTo>
                    <a:cubicBezTo>
                      <a:pt x="122" y="288"/>
                      <a:pt x="109" y="301"/>
                      <a:pt x="109" y="301"/>
                    </a:cubicBezTo>
                    <a:cubicBezTo>
                      <a:pt x="82" y="314"/>
                      <a:pt x="69" y="327"/>
                      <a:pt x="56" y="327"/>
                    </a:cubicBezTo>
                    <a:cubicBezTo>
                      <a:pt x="40" y="353"/>
                      <a:pt x="27" y="369"/>
                      <a:pt x="14" y="383"/>
                    </a:cubicBezTo>
                    <a:lnTo>
                      <a:pt x="1" y="396"/>
                    </a:lnTo>
                    <a:cubicBezTo>
                      <a:pt x="1" y="396"/>
                      <a:pt x="14" y="396"/>
                      <a:pt x="27" y="383"/>
                    </a:cubicBezTo>
                    <a:cubicBezTo>
                      <a:pt x="82" y="340"/>
                      <a:pt x="177" y="301"/>
                      <a:pt x="220" y="258"/>
                    </a:cubicBezTo>
                    <a:cubicBezTo>
                      <a:pt x="233" y="245"/>
                      <a:pt x="233" y="232"/>
                      <a:pt x="246" y="219"/>
                    </a:cubicBezTo>
                    <a:cubicBezTo>
                      <a:pt x="246" y="219"/>
                      <a:pt x="272" y="206"/>
                      <a:pt x="272" y="190"/>
                    </a:cubicBezTo>
                    <a:cubicBezTo>
                      <a:pt x="314" y="177"/>
                      <a:pt x="327" y="151"/>
                      <a:pt x="340" y="138"/>
                    </a:cubicBezTo>
                    <a:cubicBezTo>
                      <a:pt x="340" y="125"/>
                      <a:pt x="340" y="125"/>
                      <a:pt x="353" y="125"/>
                    </a:cubicBezTo>
                    <a:lnTo>
                      <a:pt x="366" y="108"/>
                    </a:lnTo>
                    <a:cubicBezTo>
                      <a:pt x="422" y="95"/>
                      <a:pt x="464" y="82"/>
                      <a:pt x="504" y="56"/>
                    </a:cubicBezTo>
                    <a:cubicBezTo>
                      <a:pt x="517" y="43"/>
                      <a:pt x="546" y="43"/>
                      <a:pt x="559" y="27"/>
                    </a:cubicBezTo>
                    <a:lnTo>
                      <a:pt x="585" y="1"/>
                    </a:lnTo>
                    <a:close/>
                  </a:path>
                </a:pathLst>
              </a:custGeom>
              <a:solidFill>
                <a:srgbClr val="87878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64" name="Google Shape;1464;p34"/>
              <p:cNvSpPr/>
              <p:nvPr/>
            </p:nvSpPr>
            <p:spPr>
              <a:xfrm>
                <a:off x="6902875" y="2077250"/>
                <a:ext cx="25" cy="350"/>
              </a:xfrm>
              <a:custGeom>
                <a:rect b="b" l="l" r="r" t="t"/>
                <a:pathLst>
                  <a:path extrusionOk="0" h="14" w="1">
                    <a:moveTo>
                      <a:pt x="0" y="14"/>
                    </a:moveTo>
                    <a:lnTo>
                      <a:pt x="0" y="1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87878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65" name="Google Shape;1465;p34"/>
              <p:cNvSpPr/>
              <p:nvPr/>
            </p:nvSpPr>
            <p:spPr>
              <a:xfrm>
                <a:off x="6902875" y="2059225"/>
                <a:ext cx="13325" cy="18050"/>
              </a:xfrm>
              <a:custGeom>
                <a:rect b="b" l="l" r="r" t="t"/>
                <a:pathLst>
                  <a:path extrusionOk="0" h="722" w="533">
                    <a:moveTo>
                      <a:pt x="490" y="0"/>
                    </a:moveTo>
                    <a:cubicBezTo>
                      <a:pt x="477" y="13"/>
                      <a:pt x="464" y="13"/>
                      <a:pt x="464" y="13"/>
                    </a:cubicBezTo>
                    <a:lnTo>
                      <a:pt x="464" y="43"/>
                    </a:lnTo>
                    <a:lnTo>
                      <a:pt x="464" y="56"/>
                    </a:lnTo>
                    <a:cubicBezTo>
                      <a:pt x="464" y="82"/>
                      <a:pt x="451" y="108"/>
                      <a:pt x="421" y="137"/>
                    </a:cubicBezTo>
                    <a:lnTo>
                      <a:pt x="421" y="150"/>
                    </a:lnTo>
                    <a:cubicBezTo>
                      <a:pt x="421" y="150"/>
                      <a:pt x="408" y="150"/>
                      <a:pt x="408" y="163"/>
                    </a:cubicBezTo>
                    <a:cubicBezTo>
                      <a:pt x="382" y="163"/>
                      <a:pt x="353" y="176"/>
                      <a:pt x="327" y="190"/>
                    </a:cubicBezTo>
                    <a:lnTo>
                      <a:pt x="313" y="245"/>
                    </a:lnTo>
                    <a:cubicBezTo>
                      <a:pt x="313" y="258"/>
                      <a:pt x="300" y="271"/>
                      <a:pt x="313" y="287"/>
                    </a:cubicBezTo>
                    <a:cubicBezTo>
                      <a:pt x="313" y="314"/>
                      <a:pt x="313" y="340"/>
                      <a:pt x="258" y="382"/>
                    </a:cubicBezTo>
                    <a:cubicBezTo>
                      <a:pt x="232" y="395"/>
                      <a:pt x="176" y="421"/>
                      <a:pt x="150" y="434"/>
                    </a:cubicBezTo>
                    <a:cubicBezTo>
                      <a:pt x="124" y="464"/>
                      <a:pt x="82" y="503"/>
                      <a:pt x="82" y="516"/>
                    </a:cubicBezTo>
                    <a:cubicBezTo>
                      <a:pt x="69" y="532"/>
                      <a:pt x="82" y="545"/>
                      <a:pt x="82" y="571"/>
                    </a:cubicBezTo>
                    <a:cubicBezTo>
                      <a:pt x="82" y="571"/>
                      <a:pt x="82" y="584"/>
                      <a:pt x="69" y="598"/>
                    </a:cubicBezTo>
                    <a:cubicBezTo>
                      <a:pt x="56" y="614"/>
                      <a:pt x="43" y="627"/>
                      <a:pt x="13" y="640"/>
                    </a:cubicBezTo>
                    <a:cubicBezTo>
                      <a:pt x="13" y="653"/>
                      <a:pt x="26" y="679"/>
                      <a:pt x="13" y="695"/>
                    </a:cubicBezTo>
                    <a:lnTo>
                      <a:pt x="13" y="709"/>
                    </a:lnTo>
                    <a:lnTo>
                      <a:pt x="0" y="722"/>
                    </a:lnTo>
                    <a:cubicBezTo>
                      <a:pt x="26" y="722"/>
                      <a:pt x="43" y="709"/>
                      <a:pt x="56" y="709"/>
                    </a:cubicBezTo>
                    <a:cubicBezTo>
                      <a:pt x="56" y="695"/>
                      <a:pt x="69" y="679"/>
                      <a:pt x="69" y="679"/>
                    </a:cubicBezTo>
                    <a:cubicBezTo>
                      <a:pt x="69" y="666"/>
                      <a:pt x="69" y="653"/>
                      <a:pt x="82" y="640"/>
                    </a:cubicBezTo>
                    <a:lnTo>
                      <a:pt x="82" y="627"/>
                    </a:lnTo>
                    <a:lnTo>
                      <a:pt x="82" y="614"/>
                    </a:lnTo>
                    <a:cubicBezTo>
                      <a:pt x="95" y="614"/>
                      <a:pt x="124" y="598"/>
                      <a:pt x="124" y="584"/>
                    </a:cubicBezTo>
                    <a:cubicBezTo>
                      <a:pt x="124" y="571"/>
                      <a:pt x="95" y="571"/>
                      <a:pt x="108" y="571"/>
                    </a:cubicBezTo>
                    <a:cubicBezTo>
                      <a:pt x="108" y="545"/>
                      <a:pt x="150" y="503"/>
                      <a:pt x="150" y="477"/>
                    </a:cubicBezTo>
                    <a:cubicBezTo>
                      <a:pt x="150" y="464"/>
                      <a:pt x="163" y="464"/>
                      <a:pt x="163" y="464"/>
                    </a:cubicBezTo>
                    <a:cubicBezTo>
                      <a:pt x="189" y="451"/>
                      <a:pt x="219" y="434"/>
                      <a:pt x="232" y="421"/>
                    </a:cubicBezTo>
                    <a:cubicBezTo>
                      <a:pt x="258" y="408"/>
                      <a:pt x="271" y="382"/>
                      <a:pt x="300" y="353"/>
                    </a:cubicBezTo>
                    <a:cubicBezTo>
                      <a:pt x="327" y="340"/>
                      <a:pt x="340" y="327"/>
                      <a:pt x="353" y="314"/>
                    </a:cubicBezTo>
                    <a:lnTo>
                      <a:pt x="353" y="287"/>
                    </a:lnTo>
                    <a:lnTo>
                      <a:pt x="369" y="287"/>
                    </a:lnTo>
                    <a:lnTo>
                      <a:pt x="369" y="219"/>
                    </a:lnTo>
                    <a:lnTo>
                      <a:pt x="369" y="206"/>
                    </a:lnTo>
                    <a:cubicBezTo>
                      <a:pt x="382" y="190"/>
                      <a:pt x="395" y="190"/>
                      <a:pt x="408" y="190"/>
                    </a:cubicBezTo>
                    <a:cubicBezTo>
                      <a:pt x="434" y="163"/>
                      <a:pt x="451" y="150"/>
                      <a:pt x="464" y="137"/>
                    </a:cubicBezTo>
                    <a:cubicBezTo>
                      <a:pt x="477" y="108"/>
                      <a:pt x="490" y="82"/>
                      <a:pt x="516" y="56"/>
                    </a:cubicBezTo>
                    <a:cubicBezTo>
                      <a:pt x="532" y="26"/>
                      <a:pt x="532" y="26"/>
                      <a:pt x="516" y="13"/>
                    </a:cubicBezTo>
                    <a:lnTo>
                      <a:pt x="503" y="13"/>
                    </a:lnTo>
                    <a:cubicBezTo>
                      <a:pt x="503" y="13"/>
                      <a:pt x="490" y="13"/>
                      <a:pt x="490" y="0"/>
                    </a:cubicBezTo>
                    <a:close/>
                  </a:path>
                </a:pathLst>
              </a:custGeom>
              <a:solidFill>
                <a:srgbClr val="87878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66" name="Google Shape;1466;p34"/>
              <p:cNvSpPr/>
              <p:nvPr/>
            </p:nvSpPr>
            <p:spPr>
              <a:xfrm>
                <a:off x="6911350" y="2062650"/>
                <a:ext cx="13325" cy="4750"/>
              </a:xfrm>
              <a:custGeom>
                <a:rect b="b" l="l" r="r" t="t"/>
                <a:pathLst>
                  <a:path extrusionOk="0" h="190" w="533">
                    <a:moveTo>
                      <a:pt x="533" y="0"/>
                    </a:moveTo>
                    <a:cubicBezTo>
                      <a:pt x="503" y="0"/>
                      <a:pt x="464" y="13"/>
                      <a:pt x="422" y="13"/>
                    </a:cubicBezTo>
                    <a:cubicBezTo>
                      <a:pt x="409" y="26"/>
                      <a:pt x="382" y="26"/>
                      <a:pt x="356" y="26"/>
                    </a:cubicBezTo>
                    <a:cubicBezTo>
                      <a:pt x="356" y="26"/>
                      <a:pt x="314" y="39"/>
                      <a:pt x="301" y="39"/>
                    </a:cubicBezTo>
                    <a:cubicBezTo>
                      <a:pt x="327" y="39"/>
                      <a:pt x="356" y="53"/>
                      <a:pt x="396" y="53"/>
                    </a:cubicBezTo>
                    <a:cubicBezTo>
                      <a:pt x="327" y="69"/>
                      <a:pt x="258" y="95"/>
                      <a:pt x="206" y="121"/>
                    </a:cubicBezTo>
                    <a:cubicBezTo>
                      <a:pt x="177" y="134"/>
                      <a:pt x="151" y="150"/>
                      <a:pt x="138" y="150"/>
                    </a:cubicBezTo>
                    <a:cubicBezTo>
                      <a:pt x="125" y="164"/>
                      <a:pt x="125" y="164"/>
                      <a:pt x="112" y="164"/>
                    </a:cubicBezTo>
                    <a:lnTo>
                      <a:pt x="82" y="164"/>
                    </a:lnTo>
                    <a:cubicBezTo>
                      <a:pt x="69" y="150"/>
                      <a:pt x="30" y="150"/>
                      <a:pt x="1" y="150"/>
                    </a:cubicBezTo>
                    <a:cubicBezTo>
                      <a:pt x="30" y="164"/>
                      <a:pt x="56" y="164"/>
                      <a:pt x="82" y="177"/>
                    </a:cubicBezTo>
                    <a:cubicBezTo>
                      <a:pt x="95" y="177"/>
                      <a:pt x="95" y="190"/>
                      <a:pt x="95" y="190"/>
                    </a:cubicBezTo>
                    <a:cubicBezTo>
                      <a:pt x="112" y="177"/>
                      <a:pt x="125" y="177"/>
                      <a:pt x="138" y="177"/>
                    </a:cubicBezTo>
                    <a:cubicBezTo>
                      <a:pt x="232" y="134"/>
                      <a:pt x="327" y="95"/>
                      <a:pt x="422" y="69"/>
                    </a:cubicBezTo>
                    <a:lnTo>
                      <a:pt x="422" y="39"/>
                    </a:lnTo>
                    <a:cubicBezTo>
                      <a:pt x="451" y="26"/>
                      <a:pt x="503" y="26"/>
                      <a:pt x="533" y="0"/>
                    </a:cubicBezTo>
                    <a:close/>
                  </a:path>
                </a:pathLst>
              </a:custGeom>
              <a:solidFill>
                <a:srgbClr val="87878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67" name="Google Shape;1467;p34"/>
              <p:cNvSpPr/>
              <p:nvPr/>
            </p:nvSpPr>
            <p:spPr>
              <a:xfrm>
                <a:off x="6860350" y="2100350"/>
                <a:ext cx="14300" cy="4425"/>
              </a:xfrm>
              <a:custGeom>
                <a:rect b="b" l="l" r="r" t="t"/>
                <a:pathLst>
                  <a:path extrusionOk="0" h="177" w="572">
                    <a:moveTo>
                      <a:pt x="533" y="0"/>
                    </a:moveTo>
                    <a:cubicBezTo>
                      <a:pt x="520" y="13"/>
                      <a:pt x="503" y="13"/>
                      <a:pt x="503" y="13"/>
                    </a:cubicBezTo>
                    <a:cubicBezTo>
                      <a:pt x="464" y="30"/>
                      <a:pt x="422" y="30"/>
                      <a:pt x="382" y="43"/>
                    </a:cubicBezTo>
                    <a:cubicBezTo>
                      <a:pt x="396" y="56"/>
                      <a:pt x="396" y="56"/>
                      <a:pt x="396" y="69"/>
                    </a:cubicBezTo>
                    <a:cubicBezTo>
                      <a:pt x="369" y="82"/>
                      <a:pt x="327" y="82"/>
                      <a:pt x="301" y="95"/>
                    </a:cubicBezTo>
                    <a:cubicBezTo>
                      <a:pt x="275" y="111"/>
                      <a:pt x="245" y="111"/>
                      <a:pt x="219" y="124"/>
                    </a:cubicBezTo>
                    <a:cubicBezTo>
                      <a:pt x="164" y="137"/>
                      <a:pt x="125" y="137"/>
                      <a:pt x="69" y="150"/>
                    </a:cubicBezTo>
                    <a:lnTo>
                      <a:pt x="43" y="150"/>
                    </a:lnTo>
                    <a:cubicBezTo>
                      <a:pt x="43" y="150"/>
                      <a:pt x="30" y="150"/>
                      <a:pt x="30" y="163"/>
                    </a:cubicBezTo>
                    <a:cubicBezTo>
                      <a:pt x="14" y="163"/>
                      <a:pt x="1" y="163"/>
                      <a:pt x="1" y="177"/>
                    </a:cubicBezTo>
                    <a:lnTo>
                      <a:pt x="14" y="177"/>
                    </a:lnTo>
                    <a:cubicBezTo>
                      <a:pt x="30" y="163"/>
                      <a:pt x="43" y="163"/>
                      <a:pt x="56" y="163"/>
                    </a:cubicBezTo>
                    <a:cubicBezTo>
                      <a:pt x="63" y="157"/>
                      <a:pt x="69" y="154"/>
                      <a:pt x="74" y="154"/>
                    </a:cubicBezTo>
                    <a:cubicBezTo>
                      <a:pt x="79" y="154"/>
                      <a:pt x="82" y="157"/>
                      <a:pt x="82" y="163"/>
                    </a:cubicBezTo>
                    <a:cubicBezTo>
                      <a:pt x="112" y="163"/>
                      <a:pt x="151" y="163"/>
                      <a:pt x="193" y="150"/>
                    </a:cubicBezTo>
                    <a:lnTo>
                      <a:pt x="219" y="150"/>
                    </a:lnTo>
                    <a:cubicBezTo>
                      <a:pt x="232" y="150"/>
                      <a:pt x="232" y="137"/>
                      <a:pt x="245" y="137"/>
                    </a:cubicBezTo>
                    <a:cubicBezTo>
                      <a:pt x="288" y="124"/>
                      <a:pt x="314" y="111"/>
                      <a:pt x="340" y="95"/>
                    </a:cubicBezTo>
                    <a:cubicBezTo>
                      <a:pt x="369" y="82"/>
                      <a:pt x="409" y="69"/>
                      <a:pt x="422" y="69"/>
                    </a:cubicBezTo>
                    <a:cubicBezTo>
                      <a:pt x="422" y="69"/>
                      <a:pt x="438" y="56"/>
                      <a:pt x="438" y="43"/>
                    </a:cubicBezTo>
                    <a:cubicBezTo>
                      <a:pt x="438" y="43"/>
                      <a:pt x="520" y="13"/>
                      <a:pt x="559" y="13"/>
                    </a:cubicBezTo>
                    <a:cubicBezTo>
                      <a:pt x="559" y="0"/>
                      <a:pt x="572" y="0"/>
                      <a:pt x="572" y="0"/>
                    </a:cubicBezTo>
                    <a:close/>
                  </a:path>
                </a:pathLst>
              </a:custGeom>
              <a:solidFill>
                <a:srgbClr val="87878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68" name="Google Shape;1468;p34"/>
              <p:cNvSpPr/>
              <p:nvPr/>
            </p:nvSpPr>
            <p:spPr>
              <a:xfrm>
                <a:off x="6861400" y="2075550"/>
                <a:ext cx="52025" cy="12675"/>
              </a:xfrm>
              <a:custGeom>
                <a:rect b="b" l="l" r="r" t="t"/>
                <a:pathLst>
                  <a:path extrusionOk="0" h="507" w="2081">
                    <a:moveTo>
                      <a:pt x="1972" y="0"/>
                    </a:moveTo>
                    <a:cubicBezTo>
                      <a:pt x="1891" y="0"/>
                      <a:pt x="1822" y="0"/>
                      <a:pt x="1728" y="26"/>
                    </a:cubicBezTo>
                    <a:cubicBezTo>
                      <a:pt x="1646" y="56"/>
                      <a:pt x="1564" y="82"/>
                      <a:pt x="1483" y="95"/>
                    </a:cubicBezTo>
                    <a:cubicBezTo>
                      <a:pt x="1440" y="108"/>
                      <a:pt x="1414" y="108"/>
                      <a:pt x="1375" y="124"/>
                    </a:cubicBezTo>
                    <a:cubicBezTo>
                      <a:pt x="1359" y="124"/>
                      <a:pt x="1346" y="124"/>
                      <a:pt x="1320" y="137"/>
                    </a:cubicBezTo>
                    <a:cubicBezTo>
                      <a:pt x="1307" y="150"/>
                      <a:pt x="1294" y="163"/>
                      <a:pt x="1264" y="176"/>
                    </a:cubicBezTo>
                    <a:cubicBezTo>
                      <a:pt x="1225" y="189"/>
                      <a:pt x="1183" y="206"/>
                      <a:pt x="1143" y="219"/>
                    </a:cubicBezTo>
                    <a:cubicBezTo>
                      <a:pt x="1101" y="232"/>
                      <a:pt x="1062" y="232"/>
                      <a:pt x="1006" y="245"/>
                    </a:cubicBezTo>
                    <a:cubicBezTo>
                      <a:pt x="993" y="258"/>
                      <a:pt x="980" y="271"/>
                      <a:pt x="951" y="271"/>
                    </a:cubicBezTo>
                    <a:cubicBezTo>
                      <a:pt x="925" y="287"/>
                      <a:pt x="899" y="287"/>
                      <a:pt x="869" y="287"/>
                    </a:cubicBezTo>
                    <a:cubicBezTo>
                      <a:pt x="830" y="300"/>
                      <a:pt x="762" y="326"/>
                      <a:pt x="693" y="353"/>
                    </a:cubicBezTo>
                    <a:cubicBezTo>
                      <a:pt x="641" y="369"/>
                      <a:pt x="585" y="382"/>
                      <a:pt x="530" y="395"/>
                    </a:cubicBezTo>
                    <a:cubicBezTo>
                      <a:pt x="517" y="395"/>
                      <a:pt x="504" y="408"/>
                      <a:pt x="504" y="408"/>
                    </a:cubicBezTo>
                    <a:lnTo>
                      <a:pt x="478" y="408"/>
                    </a:lnTo>
                    <a:cubicBezTo>
                      <a:pt x="469" y="404"/>
                      <a:pt x="459" y="403"/>
                      <a:pt x="450" y="403"/>
                    </a:cubicBezTo>
                    <a:cubicBezTo>
                      <a:pt x="426" y="403"/>
                      <a:pt x="400" y="412"/>
                      <a:pt x="380" y="421"/>
                    </a:cubicBezTo>
                    <a:cubicBezTo>
                      <a:pt x="246" y="464"/>
                      <a:pt x="122" y="490"/>
                      <a:pt x="1" y="503"/>
                    </a:cubicBezTo>
                    <a:cubicBezTo>
                      <a:pt x="16" y="505"/>
                      <a:pt x="32" y="506"/>
                      <a:pt x="50" y="506"/>
                    </a:cubicBezTo>
                    <a:cubicBezTo>
                      <a:pt x="127" y="506"/>
                      <a:pt x="226" y="485"/>
                      <a:pt x="327" y="464"/>
                    </a:cubicBezTo>
                    <a:cubicBezTo>
                      <a:pt x="380" y="450"/>
                      <a:pt x="435" y="421"/>
                      <a:pt x="491" y="421"/>
                    </a:cubicBezTo>
                    <a:lnTo>
                      <a:pt x="517" y="421"/>
                    </a:lnTo>
                    <a:cubicBezTo>
                      <a:pt x="543" y="408"/>
                      <a:pt x="559" y="408"/>
                      <a:pt x="585" y="408"/>
                    </a:cubicBezTo>
                    <a:cubicBezTo>
                      <a:pt x="641" y="382"/>
                      <a:pt x="693" y="369"/>
                      <a:pt x="748" y="339"/>
                    </a:cubicBezTo>
                    <a:cubicBezTo>
                      <a:pt x="775" y="339"/>
                      <a:pt x="804" y="326"/>
                      <a:pt x="830" y="313"/>
                    </a:cubicBezTo>
                    <a:cubicBezTo>
                      <a:pt x="869" y="313"/>
                      <a:pt x="899" y="313"/>
                      <a:pt x="938" y="300"/>
                    </a:cubicBezTo>
                    <a:cubicBezTo>
                      <a:pt x="993" y="271"/>
                      <a:pt x="1019" y="258"/>
                      <a:pt x="1075" y="245"/>
                    </a:cubicBezTo>
                    <a:cubicBezTo>
                      <a:pt x="1130" y="232"/>
                      <a:pt x="1183" y="219"/>
                      <a:pt x="1238" y="206"/>
                    </a:cubicBezTo>
                    <a:cubicBezTo>
                      <a:pt x="1294" y="189"/>
                      <a:pt x="1320" y="163"/>
                      <a:pt x="1346" y="137"/>
                    </a:cubicBezTo>
                    <a:cubicBezTo>
                      <a:pt x="1401" y="137"/>
                      <a:pt x="1427" y="137"/>
                      <a:pt x="1483" y="124"/>
                    </a:cubicBezTo>
                    <a:cubicBezTo>
                      <a:pt x="1551" y="108"/>
                      <a:pt x="1633" y="82"/>
                      <a:pt x="1715" y="56"/>
                    </a:cubicBezTo>
                    <a:cubicBezTo>
                      <a:pt x="1728" y="42"/>
                      <a:pt x="1741" y="42"/>
                      <a:pt x="1754" y="26"/>
                    </a:cubicBezTo>
                    <a:lnTo>
                      <a:pt x="1783" y="26"/>
                    </a:lnTo>
                    <a:cubicBezTo>
                      <a:pt x="1848" y="26"/>
                      <a:pt x="1904" y="13"/>
                      <a:pt x="1959" y="13"/>
                    </a:cubicBezTo>
                    <a:lnTo>
                      <a:pt x="1999" y="13"/>
                    </a:lnTo>
                    <a:cubicBezTo>
                      <a:pt x="2028" y="13"/>
                      <a:pt x="2067" y="0"/>
                      <a:pt x="2080" y="0"/>
                    </a:cubicBezTo>
                    <a:close/>
                  </a:path>
                </a:pathLst>
              </a:custGeom>
              <a:solidFill>
                <a:srgbClr val="87878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69" name="Google Shape;1469;p34"/>
              <p:cNvSpPr/>
              <p:nvPr/>
            </p:nvSpPr>
            <p:spPr>
              <a:xfrm>
                <a:off x="6873325" y="2075725"/>
                <a:ext cx="36350" cy="24975"/>
              </a:xfrm>
              <a:custGeom>
                <a:rect b="b" l="l" r="r" t="t"/>
                <a:pathLst>
                  <a:path extrusionOk="0" h="999" w="1454">
                    <a:moveTo>
                      <a:pt x="1444" y="1"/>
                    </a:moveTo>
                    <a:cubicBezTo>
                      <a:pt x="1440" y="1"/>
                      <a:pt x="1435" y="2"/>
                      <a:pt x="1427" y="6"/>
                    </a:cubicBezTo>
                    <a:cubicBezTo>
                      <a:pt x="1401" y="19"/>
                      <a:pt x="1371" y="49"/>
                      <a:pt x="1345" y="75"/>
                    </a:cubicBezTo>
                    <a:cubicBezTo>
                      <a:pt x="1371" y="62"/>
                      <a:pt x="1414" y="35"/>
                      <a:pt x="1453" y="19"/>
                    </a:cubicBezTo>
                    <a:cubicBezTo>
                      <a:pt x="1453" y="10"/>
                      <a:pt x="1453" y="1"/>
                      <a:pt x="1444" y="1"/>
                    </a:cubicBezTo>
                    <a:close/>
                    <a:moveTo>
                      <a:pt x="1345" y="75"/>
                    </a:moveTo>
                    <a:cubicBezTo>
                      <a:pt x="1306" y="101"/>
                      <a:pt x="1251" y="143"/>
                      <a:pt x="1208" y="169"/>
                    </a:cubicBezTo>
                    <a:cubicBezTo>
                      <a:pt x="1156" y="199"/>
                      <a:pt x="1101" y="238"/>
                      <a:pt x="1045" y="264"/>
                    </a:cubicBezTo>
                    <a:cubicBezTo>
                      <a:pt x="993" y="293"/>
                      <a:pt x="924" y="332"/>
                      <a:pt x="898" y="362"/>
                    </a:cubicBezTo>
                    <a:lnTo>
                      <a:pt x="869" y="388"/>
                    </a:lnTo>
                    <a:cubicBezTo>
                      <a:pt x="869" y="401"/>
                      <a:pt x="843" y="414"/>
                      <a:pt x="817" y="414"/>
                    </a:cubicBezTo>
                    <a:cubicBezTo>
                      <a:pt x="761" y="457"/>
                      <a:pt x="693" y="483"/>
                      <a:pt x="624" y="525"/>
                    </a:cubicBezTo>
                    <a:cubicBezTo>
                      <a:pt x="637" y="538"/>
                      <a:pt x="637" y="551"/>
                      <a:pt x="611" y="577"/>
                    </a:cubicBezTo>
                    <a:cubicBezTo>
                      <a:pt x="598" y="590"/>
                      <a:pt x="585" y="607"/>
                      <a:pt x="572" y="607"/>
                    </a:cubicBezTo>
                    <a:cubicBezTo>
                      <a:pt x="503" y="646"/>
                      <a:pt x="448" y="688"/>
                      <a:pt x="392" y="727"/>
                    </a:cubicBezTo>
                    <a:cubicBezTo>
                      <a:pt x="353" y="740"/>
                      <a:pt x="311" y="770"/>
                      <a:pt x="298" y="783"/>
                    </a:cubicBezTo>
                    <a:lnTo>
                      <a:pt x="298" y="809"/>
                    </a:lnTo>
                    <a:cubicBezTo>
                      <a:pt x="285" y="809"/>
                      <a:pt x="271" y="822"/>
                      <a:pt x="258" y="822"/>
                    </a:cubicBezTo>
                    <a:cubicBezTo>
                      <a:pt x="203" y="851"/>
                      <a:pt x="147" y="878"/>
                      <a:pt x="95" y="904"/>
                    </a:cubicBezTo>
                    <a:cubicBezTo>
                      <a:pt x="40" y="946"/>
                      <a:pt x="1" y="972"/>
                      <a:pt x="14" y="998"/>
                    </a:cubicBezTo>
                    <a:lnTo>
                      <a:pt x="14" y="985"/>
                    </a:lnTo>
                    <a:cubicBezTo>
                      <a:pt x="95" y="959"/>
                      <a:pt x="121" y="917"/>
                      <a:pt x="177" y="878"/>
                    </a:cubicBezTo>
                    <a:cubicBezTo>
                      <a:pt x="229" y="835"/>
                      <a:pt x="340" y="796"/>
                      <a:pt x="366" y="770"/>
                    </a:cubicBezTo>
                    <a:cubicBezTo>
                      <a:pt x="379" y="754"/>
                      <a:pt x="379" y="754"/>
                      <a:pt x="379" y="740"/>
                    </a:cubicBezTo>
                    <a:cubicBezTo>
                      <a:pt x="392" y="727"/>
                      <a:pt x="435" y="714"/>
                      <a:pt x="461" y="701"/>
                    </a:cubicBezTo>
                    <a:cubicBezTo>
                      <a:pt x="516" y="659"/>
                      <a:pt x="585" y="620"/>
                      <a:pt x="637" y="590"/>
                    </a:cubicBezTo>
                    <a:cubicBezTo>
                      <a:pt x="666" y="564"/>
                      <a:pt x="693" y="551"/>
                      <a:pt x="706" y="538"/>
                    </a:cubicBezTo>
                    <a:cubicBezTo>
                      <a:pt x="719" y="525"/>
                      <a:pt x="719" y="509"/>
                      <a:pt x="735" y="496"/>
                    </a:cubicBezTo>
                    <a:cubicBezTo>
                      <a:pt x="787" y="427"/>
                      <a:pt x="993" y="362"/>
                      <a:pt x="1061" y="280"/>
                    </a:cubicBezTo>
                    <a:cubicBezTo>
                      <a:pt x="1101" y="238"/>
                      <a:pt x="1127" y="238"/>
                      <a:pt x="1195" y="199"/>
                    </a:cubicBezTo>
                    <a:cubicBezTo>
                      <a:pt x="1264" y="156"/>
                      <a:pt x="1306" y="117"/>
                      <a:pt x="1345" y="75"/>
                    </a:cubicBezTo>
                    <a:close/>
                  </a:path>
                </a:pathLst>
              </a:custGeom>
              <a:solidFill>
                <a:srgbClr val="87878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70" name="Google Shape;1470;p34"/>
              <p:cNvSpPr/>
              <p:nvPr/>
            </p:nvSpPr>
            <p:spPr>
              <a:xfrm>
                <a:off x="6867525" y="2061575"/>
                <a:ext cx="42875" cy="21500"/>
              </a:xfrm>
              <a:custGeom>
                <a:rect b="b" l="l" r="r" t="t"/>
                <a:pathLst>
                  <a:path extrusionOk="0" h="860" w="1715">
                    <a:moveTo>
                      <a:pt x="1701" y="1"/>
                    </a:moveTo>
                    <a:cubicBezTo>
                      <a:pt x="1697" y="4"/>
                      <a:pt x="1692" y="8"/>
                      <a:pt x="1688" y="11"/>
                    </a:cubicBezTo>
                    <a:lnTo>
                      <a:pt x="1688" y="11"/>
                    </a:lnTo>
                    <a:cubicBezTo>
                      <a:pt x="1696" y="8"/>
                      <a:pt x="1705" y="4"/>
                      <a:pt x="1714" y="1"/>
                    </a:cubicBezTo>
                    <a:close/>
                    <a:moveTo>
                      <a:pt x="1688" y="11"/>
                    </a:moveTo>
                    <a:cubicBezTo>
                      <a:pt x="1618" y="39"/>
                      <a:pt x="1557" y="72"/>
                      <a:pt x="1496" y="96"/>
                    </a:cubicBezTo>
                    <a:cubicBezTo>
                      <a:pt x="1470" y="112"/>
                      <a:pt x="1440" y="125"/>
                      <a:pt x="1401" y="138"/>
                    </a:cubicBezTo>
                    <a:cubicBezTo>
                      <a:pt x="1401" y="151"/>
                      <a:pt x="1388" y="151"/>
                      <a:pt x="1388" y="151"/>
                    </a:cubicBezTo>
                    <a:cubicBezTo>
                      <a:pt x="1375" y="164"/>
                      <a:pt x="1359" y="177"/>
                      <a:pt x="1359" y="193"/>
                    </a:cubicBezTo>
                    <a:cubicBezTo>
                      <a:pt x="1346" y="207"/>
                      <a:pt x="1333" y="220"/>
                      <a:pt x="1333" y="220"/>
                    </a:cubicBezTo>
                    <a:cubicBezTo>
                      <a:pt x="1333" y="246"/>
                      <a:pt x="1359" y="246"/>
                      <a:pt x="1346" y="275"/>
                    </a:cubicBezTo>
                    <a:cubicBezTo>
                      <a:pt x="1319" y="301"/>
                      <a:pt x="1277" y="314"/>
                      <a:pt x="1225" y="340"/>
                    </a:cubicBezTo>
                    <a:cubicBezTo>
                      <a:pt x="1182" y="357"/>
                      <a:pt x="1143" y="370"/>
                      <a:pt x="1101" y="396"/>
                    </a:cubicBezTo>
                    <a:lnTo>
                      <a:pt x="1062" y="396"/>
                    </a:lnTo>
                    <a:cubicBezTo>
                      <a:pt x="1057" y="400"/>
                      <a:pt x="1053" y="402"/>
                      <a:pt x="1048" y="402"/>
                    </a:cubicBezTo>
                    <a:cubicBezTo>
                      <a:pt x="1038" y="402"/>
                      <a:pt x="1028" y="396"/>
                      <a:pt x="1019" y="396"/>
                    </a:cubicBezTo>
                    <a:lnTo>
                      <a:pt x="1006" y="396"/>
                    </a:lnTo>
                    <a:cubicBezTo>
                      <a:pt x="980" y="409"/>
                      <a:pt x="951" y="422"/>
                      <a:pt x="938" y="438"/>
                    </a:cubicBezTo>
                    <a:cubicBezTo>
                      <a:pt x="925" y="438"/>
                      <a:pt x="925" y="438"/>
                      <a:pt x="911" y="451"/>
                    </a:cubicBezTo>
                    <a:cubicBezTo>
                      <a:pt x="899" y="451"/>
                      <a:pt x="681" y="547"/>
                      <a:pt x="656" y="547"/>
                    </a:cubicBezTo>
                    <a:cubicBezTo>
                      <a:pt x="654" y="547"/>
                      <a:pt x="654" y="547"/>
                      <a:pt x="654" y="546"/>
                    </a:cubicBezTo>
                    <a:lnTo>
                      <a:pt x="654" y="572"/>
                    </a:lnTo>
                    <a:cubicBezTo>
                      <a:pt x="543" y="615"/>
                      <a:pt x="435" y="667"/>
                      <a:pt x="314" y="709"/>
                    </a:cubicBezTo>
                    <a:cubicBezTo>
                      <a:pt x="327" y="709"/>
                      <a:pt x="327" y="722"/>
                      <a:pt x="298" y="735"/>
                    </a:cubicBezTo>
                    <a:cubicBezTo>
                      <a:pt x="285" y="748"/>
                      <a:pt x="259" y="765"/>
                      <a:pt x="233" y="778"/>
                    </a:cubicBezTo>
                    <a:cubicBezTo>
                      <a:pt x="190" y="791"/>
                      <a:pt x="151" y="804"/>
                      <a:pt x="109" y="817"/>
                    </a:cubicBezTo>
                    <a:cubicBezTo>
                      <a:pt x="90" y="826"/>
                      <a:pt x="62" y="838"/>
                      <a:pt x="33" y="848"/>
                    </a:cubicBezTo>
                    <a:lnTo>
                      <a:pt x="33" y="848"/>
                    </a:lnTo>
                    <a:cubicBezTo>
                      <a:pt x="50" y="844"/>
                      <a:pt x="70" y="840"/>
                      <a:pt x="95" y="830"/>
                    </a:cubicBezTo>
                    <a:cubicBezTo>
                      <a:pt x="95" y="830"/>
                      <a:pt x="109" y="830"/>
                      <a:pt x="122" y="817"/>
                    </a:cubicBezTo>
                    <a:cubicBezTo>
                      <a:pt x="177" y="804"/>
                      <a:pt x="233" y="791"/>
                      <a:pt x="272" y="778"/>
                    </a:cubicBezTo>
                    <a:cubicBezTo>
                      <a:pt x="298" y="778"/>
                      <a:pt x="314" y="765"/>
                      <a:pt x="327" y="765"/>
                    </a:cubicBezTo>
                    <a:cubicBezTo>
                      <a:pt x="340" y="748"/>
                      <a:pt x="327" y="748"/>
                      <a:pt x="340" y="735"/>
                    </a:cubicBezTo>
                    <a:cubicBezTo>
                      <a:pt x="353" y="722"/>
                      <a:pt x="366" y="722"/>
                      <a:pt x="366" y="722"/>
                    </a:cubicBezTo>
                    <a:cubicBezTo>
                      <a:pt x="448" y="683"/>
                      <a:pt x="530" y="641"/>
                      <a:pt x="611" y="615"/>
                    </a:cubicBezTo>
                    <a:cubicBezTo>
                      <a:pt x="641" y="601"/>
                      <a:pt x="654" y="601"/>
                      <a:pt x="667" y="585"/>
                    </a:cubicBezTo>
                    <a:cubicBezTo>
                      <a:pt x="680" y="585"/>
                      <a:pt x="693" y="572"/>
                      <a:pt x="706" y="559"/>
                    </a:cubicBezTo>
                    <a:cubicBezTo>
                      <a:pt x="761" y="520"/>
                      <a:pt x="856" y="490"/>
                      <a:pt x="938" y="464"/>
                    </a:cubicBezTo>
                    <a:cubicBezTo>
                      <a:pt x="967" y="451"/>
                      <a:pt x="980" y="451"/>
                      <a:pt x="1006" y="438"/>
                    </a:cubicBezTo>
                    <a:lnTo>
                      <a:pt x="1088" y="438"/>
                    </a:lnTo>
                    <a:cubicBezTo>
                      <a:pt x="1114" y="422"/>
                      <a:pt x="1143" y="422"/>
                      <a:pt x="1169" y="409"/>
                    </a:cubicBezTo>
                    <a:cubicBezTo>
                      <a:pt x="1251" y="396"/>
                      <a:pt x="1319" y="396"/>
                      <a:pt x="1375" y="396"/>
                    </a:cubicBezTo>
                    <a:cubicBezTo>
                      <a:pt x="1333" y="383"/>
                      <a:pt x="1264" y="383"/>
                      <a:pt x="1195" y="383"/>
                    </a:cubicBezTo>
                    <a:cubicBezTo>
                      <a:pt x="1251" y="340"/>
                      <a:pt x="1306" y="314"/>
                      <a:pt x="1375" y="288"/>
                    </a:cubicBezTo>
                    <a:cubicBezTo>
                      <a:pt x="1401" y="275"/>
                      <a:pt x="1414" y="246"/>
                      <a:pt x="1414" y="233"/>
                    </a:cubicBezTo>
                    <a:cubicBezTo>
                      <a:pt x="1427" y="220"/>
                      <a:pt x="1427" y="207"/>
                      <a:pt x="1427" y="193"/>
                    </a:cubicBezTo>
                    <a:cubicBezTo>
                      <a:pt x="1440" y="177"/>
                      <a:pt x="1470" y="138"/>
                      <a:pt x="1509" y="112"/>
                    </a:cubicBezTo>
                    <a:cubicBezTo>
                      <a:pt x="1522" y="112"/>
                      <a:pt x="1522" y="112"/>
                      <a:pt x="1538" y="96"/>
                    </a:cubicBezTo>
                    <a:cubicBezTo>
                      <a:pt x="1586" y="72"/>
                      <a:pt x="1637" y="48"/>
                      <a:pt x="1688" y="11"/>
                    </a:cubicBezTo>
                    <a:close/>
                    <a:moveTo>
                      <a:pt x="33" y="848"/>
                    </a:moveTo>
                    <a:cubicBezTo>
                      <a:pt x="22" y="851"/>
                      <a:pt x="11" y="854"/>
                      <a:pt x="1" y="859"/>
                    </a:cubicBezTo>
                    <a:cubicBezTo>
                      <a:pt x="11" y="856"/>
                      <a:pt x="22" y="852"/>
                      <a:pt x="33" y="848"/>
                    </a:cubicBezTo>
                    <a:close/>
                  </a:path>
                </a:pathLst>
              </a:custGeom>
              <a:solidFill>
                <a:srgbClr val="87878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71" name="Google Shape;1471;p34"/>
              <p:cNvSpPr/>
              <p:nvPr/>
            </p:nvSpPr>
            <p:spPr>
              <a:xfrm>
                <a:off x="6852200" y="2087775"/>
                <a:ext cx="10225" cy="7525"/>
              </a:xfrm>
              <a:custGeom>
                <a:rect b="b" l="l" r="r" t="t"/>
                <a:pathLst>
                  <a:path extrusionOk="0" h="301" w="409">
                    <a:moveTo>
                      <a:pt x="327" y="43"/>
                    </a:moveTo>
                    <a:lnTo>
                      <a:pt x="327" y="43"/>
                    </a:lnTo>
                    <a:cubicBezTo>
                      <a:pt x="300" y="56"/>
                      <a:pt x="300" y="69"/>
                      <a:pt x="314" y="69"/>
                    </a:cubicBezTo>
                    <a:cubicBezTo>
                      <a:pt x="327" y="82"/>
                      <a:pt x="340" y="82"/>
                      <a:pt x="340" y="82"/>
                    </a:cubicBezTo>
                    <a:cubicBezTo>
                      <a:pt x="340" y="95"/>
                      <a:pt x="300" y="108"/>
                      <a:pt x="300" y="125"/>
                    </a:cubicBezTo>
                    <a:lnTo>
                      <a:pt x="300" y="138"/>
                    </a:lnTo>
                    <a:lnTo>
                      <a:pt x="287" y="151"/>
                    </a:lnTo>
                    <a:cubicBezTo>
                      <a:pt x="258" y="164"/>
                      <a:pt x="245" y="177"/>
                      <a:pt x="219" y="190"/>
                    </a:cubicBezTo>
                    <a:cubicBezTo>
                      <a:pt x="193" y="206"/>
                      <a:pt x="176" y="219"/>
                      <a:pt x="163" y="219"/>
                    </a:cubicBezTo>
                    <a:cubicBezTo>
                      <a:pt x="150" y="232"/>
                      <a:pt x="150" y="232"/>
                      <a:pt x="137" y="245"/>
                    </a:cubicBezTo>
                    <a:cubicBezTo>
                      <a:pt x="108" y="254"/>
                      <a:pt x="75" y="263"/>
                      <a:pt x="43" y="277"/>
                    </a:cubicBezTo>
                    <a:lnTo>
                      <a:pt x="43" y="277"/>
                    </a:lnTo>
                    <a:lnTo>
                      <a:pt x="43" y="272"/>
                    </a:lnTo>
                    <a:lnTo>
                      <a:pt x="43" y="245"/>
                    </a:lnTo>
                    <a:cubicBezTo>
                      <a:pt x="43" y="232"/>
                      <a:pt x="69" y="219"/>
                      <a:pt x="69" y="206"/>
                    </a:cubicBezTo>
                    <a:cubicBezTo>
                      <a:pt x="82" y="190"/>
                      <a:pt x="69" y="190"/>
                      <a:pt x="69" y="177"/>
                    </a:cubicBezTo>
                    <a:cubicBezTo>
                      <a:pt x="95" y="164"/>
                      <a:pt x="124" y="151"/>
                      <a:pt x="150" y="138"/>
                    </a:cubicBezTo>
                    <a:cubicBezTo>
                      <a:pt x="163" y="125"/>
                      <a:pt x="176" y="108"/>
                      <a:pt x="176" y="95"/>
                    </a:cubicBezTo>
                    <a:cubicBezTo>
                      <a:pt x="232" y="82"/>
                      <a:pt x="274" y="56"/>
                      <a:pt x="327" y="43"/>
                    </a:cubicBezTo>
                    <a:close/>
                    <a:moveTo>
                      <a:pt x="382" y="1"/>
                    </a:moveTo>
                    <a:lnTo>
                      <a:pt x="382" y="1"/>
                    </a:lnTo>
                    <a:cubicBezTo>
                      <a:pt x="340" y="14"/>
                      <a:pt x="314" y="27"/>
                      <a:pt x="287" y="43"/>
                    </a:cubicBezTo>
                    <a:cubicBezTo>
                      <a:pt x="245" y="56"/>
                      <a:pt x="219" y="56"/>
                      <a:pt x="193" y="69"/>
                    </a:cubicBezTo>
                    <a:cubicBezTo>
                      <a:pt x="163" y="82"/>
                      <a:pt x="163" y="95"/>
                      <a:pt x="150" y="95"/>
                    </a:cubicBezTo>
                    <a:cubicBezTo>
                      <a:pt x="124" y="125"/>
                      <a:pt x="69" y="151"/>
                      <a:pt x="30" y="177"/>
                    </a:cubicBezTo>
                    <a:cubicBezTo>
                      <a:pt x="13" y="177"/>
                      <a:pt x="0" y="190"/>
                      <a:pt x="0" y="190"/>
                    </a:cubicBezTo>
                    <a:cubicBezTo>
                      <a:pt x="0" y="206"/>
                      <a:pt x="13" y="206"/>
                      <a:pt x="13" y="219"/>
                    </a:cubicBezTo>
                    <a:cubicBezTo>
                      <a:pt x="13" y="232"/>
                      <a:pt x="0" y="245"/>
                      <a:pt x="0" y="258"/>
                    </a:cubicBezTo>
                    <a:cubicBezTo>
                      <a:pt x="0" y="272"/>
                      <a:pt x="0" y="272"/>
                      <a:pt x="13" y="288"/>
                    </a:cubicBezTo>
                    <a:cubicBezTo>
                      <a:pt x="13" y="288"/>
                      <a:pt x="15" y="289"/>
                      <a:pt x="17" y="290"/>
                    </a:cubicBezTo>
                    <a:lnTo>
                      <a:pt x="17" y="290"/>
                    </a:lnTo>
                    <a:cubicBezTo>
                      <a:pt x="11" y="294"/>
                      <a:pt x="6" y="297"/>
                      <a:pt x="0" y="301"/>
                    </a:cubicBezTo>
                    <a:cubicBezTo>
                      <a:pt x="8" y="298"/>
                      <a:pt x="17" y="296"/>
                      <a:pt x="27" y="293"/>
                    </a:cubicBezTo>
                    <a:lnTo>
                      <a:pt x="27" y="293"/>
                    </a:lnTo>
                    <a:cubicBezTo>
                      <a:pt x="29" y="293"/>
                      <a:pt x="31" y="294"/>
                      <a:pt x="33" y="294"/>
                    </a:cubicBezTo>
                    <a:cubicBezTo>
                      <a:pt x="39" y="294"/>
                      <a:pt x="47" y="292"/>
                      <a:pt x="56" y="288"/>
                    </a:cubicBezTo>
                    <a:lnTo>
                      <a:pt x="45" y="288"/>
                    </a:lnTo>
                    <a:cubicBezTo>
                      <a:pt x="82" y="277"/>
                      <a:pt x="123" y="264"/>
                      <a:pt x="150" y="245"/>
                    </a:cubicBezTo>
                    <a:cubicBezTo>
                      <a:pt x="176" y="232"/>
                      <a:pt x="206" y="219"/>
                      <a:pt x="232" y="190"/>
                    </a:cubicBezTo>
                    <a:cubicBezTo>
                      <a:pt x="258" y="177"/>
                      <a:pt x="287" y="164"/>
                      <a:pt x="314" y="151"/>
                    </a:cubicBezTo>
                    <a:lnTo>
                      <a:pt x="382" y="82"/>
                    </a:lnTo>
                    <a:cubicBezTo>
                      <a:pt x="408" y="56"/>
                      <a:pt x="382" y="69"/>
                      <a:pt x="382" y="56"/>
                    </a:cubicBezTo>
                    <a:cubicBezTo>
                      <a:pt x="369" y="43"/>
                      <a:pt x="382" y="14"/>
                      <a:pt x="382" y="1"/>
                    </a:cubicBezTo>
                    <a:close/>
                  </a:path>
                </a:pathLst>
              </a:custGeom>
              <a:solidFill>
                <a:srgbClr val="87878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72" name="Google Shape;1472;p34"/>
              <p:cNvSpPr/>
              <p:nvPr/>
            </p:nvSpPr>
            <p:spPr>
              <a:xfrm>
                <a:off x="6854550" y="2093575"/>
                <a:ext cx="5825" cy="5075"/>
              </a:xfrm>
              <a:custGeom>
                <a:rect b="b" l="l" r="r" t="t"/>
                <a:pathLst>
                  <a:path extrusionOk="0" h="203" w="233">
                    <a:moveTo>
                      <a:pt x="30" y="0"/>
                    </a:moveTo>
                    <a:lnTo>
                      <a:pt x="30" y="0"/>
                    </a:lnTo>
                    <a:cubicBezTo>
                      <a:pt x="1" y="56"/>
                      <a:pt x="99" y="56"/>
                      <a:pt x="82" y="108"/>
                    </a:cubicBezTo>
                    <a:lnTo>
                      <a:pt x="69" y="121"/>
                    </a:lnTo>
                    <a:cubicBezTo>
                      <a:pt x="69" y="137"/>
                      <a:pt x="82" y="137"/>
                      <a:pt x="99" y="137"/>
                    </a:cubicBezTo>
                    <a:cubicBezTo>
                      <a:pt x="125" y="137"/>
                      <a:pt x="151" y="121"/>
                      <a:pt x="164" y="121"/>
                    </a:cubicBezTo>
                    <a:cubicBezTo>
                      <a:pt x="180" y="151"/>
                      <a:pt x="180" y="177"/>
                      <a:pt x="164" y="203"/>
                    </a:cubicBezTo>
                    <a:cubicBezTo>
                      <a:pt x="180" y="190"/>
                      <a:pt x="206" y="177"/>
                      <a:pt x="206" y="177"/>
                    </a:cubicBezTo>
                    <a:cubicBezTo>
                      <a:pt x="180" y="151"/>
                      <a:pt x="220" y="108"/>
                      <a:pt x="233" y="82"/>
                    </a:cubicBezTo>
                    <a:lnTo>
                      <a:pt x="233" y="82"/>
                    </a:lnTo>
                    <a:cubicBezTo>
                      <a:pt x="206" y="95"/>
                      <a:pt x="164" y="95"/>
                      <a:pt x="151" y="95"/>
                    </a:cubicBezTo>
                    <a:cubicBezTo>
                      <a:pt x="138" y="95"/>
                      <a:pt x="138" y="95"/>
                      <a:pt x="138" y="82"/>
                    </a:cubicBezTo>
                    <a:cubicBezTo>
                      <a:pt x="125" y="69"/>
                      <a:pt x="125" y="56"/>
                      <a:pt x="112" y="40"/>
                    </a:cubicBezTo>
                    <a:cubicBezTo>
                      <a:pt x="112" y="26"/>
                      <a:pt x="125" y="26"/>
                      <a:pt x="112" y="13"/>
                    </a:cubicBezTo>
                    <a:lnTo>
                      <a:pt x="82" y="13"/>
                    </a:lnTo>
                    <a:cubicBezTo>
                      <a:pt x="78" y="18"/>
                      <a:pt x="75" y="19"/>
                      <a:pt x="73" y="19"/>
                    </a:cubicBezTo>
                    <a:cubicBezTo>
                      <a:pt x="69" y="19"/>
                      <a:pt x="69" y="13"/>
                      <a:pt x="69" y="13"/>
                    </a:cubicBezTo>
                    <a:cubicBezTo>
                      <a:pt x="56" y="13"/>
                      <a:pt x="43" y="13"/>
                      <a:pt x="30" y="0"/>
                    </a:cubicBezTo>
                    <a:close/>
                  </a:path>
                </a:pathLst>
              </a:custGeom>
              <a:solidFill>
                <a:srgbClr val="87878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73" name="Google Shape;1473;p34"/>
              <p:cNvSpPr/>
              <p:nvPr/>
            </p:nvSpPr>
            <p:spPr>
              <a:xfrm>
                <a:off x="6860350" y="2081975"/>
                <a:ext cx="10550" cy="7225"/>
              </a:xfrm>
              <a:custGeom>
                <a:rect b="b" l="l" r="r" t="t"/>
                <a:pathLst>
                  <a:path extrusionOk="0" h="289" w="422">
                    <a:moveTo>
                      <a:pt x="409" y="1"/>
                    </a:moveTo>
                    <a:cubicBezTo>
                      <a:pt x="314" y="30"/>
                      <a:pt x="245" y="82"/>
                      <a:pt x="177" y="138"/>
                    </a:cubicBezTo>
                    <a:cubicBezTo>
                      <a:pt x="193" y="138"/>
                      <a:pt x="193" y="151"/>
                      <a:pt x="177" y="164"/>
                    </a:cubicBezTo>
                    <a:cubicBezTo>
                      <a:pt x="177" y="177"/>
                      <a:pt x="151" y="193"/>
                      <a:pt x="138" y="207"/>
                    </a:cubicBezTo>
                    <a:cubicBezTo>
                      <a:pt x="95" y="233"/>
                      <a:pt x="56" y="259"/>
                      <a:pt x="1" y="288"/>
                    </a:cubicBezTo>
                    <a:cubicBezTo>
                      <a:pt x="43" y="275"/>
                      <a:pt x="69" y="259"/>
                      <a:pt x="112" y="246"/>
                    </a:cubicBezTo>
                    <a:cubicBezTo>
                      <a:pt x="138" y="220"/>
                      <a:pt x="164" y="207"/>
                      <a:pt x="177" y="193"/>
                    </a:cubicBezTo>
                    <a:cubicBezTo>
                      <a:pt x="206" y="177"/>
                      <a:pt x="219" y="164"/>
                      <a:pt x="219" y="151"/>
                    </a:cubicBezTo>
                    <a:lnTo>
                      <a:pt x="219" y="138"/>
                    </a:lnTo>
                    <a:cubicBezTo>
                      <a:pt x="232" y="125"/>
                      <a:pt x="275" y="96"/>
                      <a:pt x="314" y="82"/>
                    </a:cubicBezTo>
                    <a:cubicBezTo>
                      <a:pt x="356" y="56"/>
                      <a:pt x="396" y="30"/>
                      <a:pt x="409" y="14"/>
                    </a:cubicBezTo>
                    <a:lnTo>
                      <a:pt x="422" y="1"/>
                    </a:lnTo>
                    <a:close/>
                  </a:path>
                </a:pathLst>
              </a:custGeom>
              <a:solidFill>
                <a:srgbClr val="87878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74" name="Google Shape;1474;p34"/>
              <p:cNvSpPr/>
              <p:nvPr/>
            </p:nvSpPr>
            <p:spPr>
              <a:xfrm>
                <a:off x="6858300" y="2086075"/>
                <a:ext cx="37825" cy="6125"/>
              </a:xfrm>
              <a:custGeom>
                <a:rect b="b" l="l" r="r" t="t"/>
                <a:pathLst>
                  <a:path extrusionOk="0" h="245" w="1513">
                    <a:moveTo>
                      <a:pt x="1104" y="0"/>
                    </a:moveTo>
                    <a:cubicBezTo>
                      <a:pt x="1048" y="11"/>
                      <a:pt x="982" y="33"/>
                      <a:pt x="937" y="33"/>
                    </a:cubicBezTo>
                    <a:cubicBezTo>
                      <a:pt x="928" y="33"/>
                      <a:pt x="919" y="32"/>
                      <a:pt x="912" y="29"/>
                    </a:cubicBezTo>
                    <a:lnTo>
                      <a:pt x="872" y="29"/>
                    </a:lnTo>
                    <a:cubicBezTo>
                      <a:pt x="846" y="29"/>
                      <a:pt x="804" y="69"/>
                      <a:pt x="765" y="82"/>
                    </a:cubicBezTo>
                    <a:cubicBezTo>
                      <a:pt x="748" y="82"/>
                      <a:pt x="735" y="95"/>
                      <a:pt x="709" y="95"/>
                    </a:cubicBezTo>
                    <a:cubicBezTo>
                      <a:pt x="602" y="124"/>
                      <a:pt x="491" y="150"/>
                      <a:pt x="383" y="163"/>
                    </a:cubicBezTo>
                    <a:cubicBezTo>
                      <a:pt x="370" y="176"/>
                      <a:pt x="357" y="176"/>
                      <a:pt x="340" y="176"/>
                    </a:cubicBezTo>
                    <a:cubicBezTo>
                      <a:pt x="340" y="176"/>
                      <a:pt x="340" y="163"/>
                      <a:pt x="327" y="163"/>
                    </a:cubicBezTo>
                    <a:cubicBezTo>
                      <a:pt x="314" y="163"/>
                      <a:pt x="301" y="176"/>
                      <a:pt x="288" y="176"/>
                    </a:cubicBezTo>
                    <a:cubicBezTo>
                      <a:pt x="246" y="193"/>
                      <a:pt x="207" y="206"/>
                      <a:pt x="177" y="219"/>
                    </a:cubicBezTo>
                    <a:cubicBezTo>
                      <a:pt x="162" y="222"/>
                      <a:pt x="149" y="223"/>
                      <a:pt x="137" y="223"/>
                    </a:cubicBezTo>
                    <a:cubicBezTo>
                      <a:pt x="116" y="223"/>
                      <a:pt x="97" y="220"/>
                      <a:pt x="74" y="220"/>
                    </a:cubicBezTo>
                    <a:cubicBezTo>
                      <a:pt x="54" y="220"/>
                      <a:pt x="31" y="222"/>
                      <a:pt x="1" y="232"/>
                    </a:cubicBezTo>
                    <a:cubicBezTo>
                      <a:pt x="43" y="232"/>
                      <a:pt x="70" y="232"/>
                      <a:pt x="112" y="245"/>
                    </a:cubicBezTo>
                    <a:cubicBezTo>
                      <a:pt x="138" y="245"/>
                      <a:pt x="164" y="245"/>
                      <a:pt x="207" y="232"/>
                    </a:cubicBezTo>
                    <a:cubicBezTo>
                      <a:pt x="220" y="219"/>
                      <a:pt x="233" y="219"/>
                      <a:pt x="246" y="206"/>
                    </a:cubicBezTo>
                    <a:cubicBezTo>
                      <a:pt x="254" y="203"/>
                      <a:pt x="261" y="202"/>
                      <a:pt x="267" y="202"/>
                    </a:cubicBezTo>
                    <a:cubicBezTo>
                      <a:pt x="290" y="202"/>
                      <a:pt x="296" y="219"/>
                      <a:pt x="327" y="219"/>
                    </a:cubicBezTo>
                    <a:cubicBezTo>
                      <a:pt x="340" y="219"/>
                      <a:pt x="357" y="206"/>
                      <a:pt x="370" y="206"/>
                    </a:cubicBezTo>
                    <a:cubicBezTo>
                      <a:pt x="451" y="176"/>
                      <a:pt x="546" y="150"/>
                      <a:pt x="615" y="137"/>
                    </a:cubicBezTo>
                    <a:cubicBezTo>
                      <a:pt x="667" y="124"/>
                      <a:pt x="709" y="124"/>
                      <a:pt x="765" y="95"/>
                    </a:cubicBezTo>
                    <a:cubicBezTo>
                      <a:pt x="791" y="82"/>
                      <a:pt x="817" y="69"/>
                      <a:pt x="859" y="56"/>
                    </a:cubicBezTo>
                    <a:cubicBezTo>
                      <a:pt x="899" y="43"/>
                      <a:pt x="928" y="43"/>
                      <a:pt x="954" y="43"/>
                    </a:cubicBezTo>
                    <a:cubicBezTo>
                      <a:pt x="980" y="43"/>
                      <a:pt x="1023" y="43"/>
                      <a:pt x="1062" y="13"/>
                    </a:cubicBezTo>
                    <a:cubicBezTo>
                      <a:pt x="1075" y="43"/>
                      <a:pt x="1104" y="69"/>
                      <a:pt x="1130" y="95"/>
                    </a:cubicBezTo>
                    <a:lnTo>
                      <a:pt x="1143" y="95"/>
                    </a:lnTo>
                    <a:cubicBezTo>
                      <a:pt x="1156" y="95"/>
                      <a:pt x="1186" y="82"/>
                      <a:pt x="1199" y="69"/>
                    </a:cubicBezTo>
                    <a:lnTo>
                      <a:pt x="1254" y="69"/>
                    </a:lnTo>
                    <a:cubicBezTo>
                      <a:pt x="1275" y="79"/>
                      <a:pt x="1279" y="100"/>
                      <a:pt x="1293" y="100"/>
                    </a:cubicBezTo>
                    <a:cubicBezTo>
                      <a:pt x="1297" y="100"/>
                      <a:pt x="1301" y="98"/>
                      <a:pt x="1307" y="95"/>
                    </a:cubicBezTo>
                    <a:cubicBezTo>
                      <a:pt x="1362" y="95"/>
                      <a:pt x="1444" y="69"/>
                      <a:pt x="1512" y="56"/>
                    </a:cubicBezTo>
                    <a:cubicBezTo>
                      <a:pt x="1508" y="54"/>
                      <a:pt x="1502" y="53"/>
                      <a:pt x="1495" y="53"/>
                    </a:cubicBezTo>
                    <a:cubicBezTo>
                      <a:pt x="1463" y="53"/>
                      <a:pt x="1407" y="71"/>
                      <a:pt x="1369" y="71"/>
                    </a:cubicBezTo>
                    <a:cubicBezTo>
                      <a:pt x="1362" y="71"/>
                      <a:pt x="1355" y="71"/>
                      <a:pt x="1349" y="69"/>
                    </a:cubicBezTo>
                    <a:lnTo>
                      <a:pt x="1320" y="69"/>
                    </a:lnTo>
                    <a:lnTo>
                      <a:pt x="1320" y="56"/>
                    </a:lnTo>
                    <a:cubicBezTo>
                      <a:pt x="1320" y="43"/>
                      <a:pt x="1294" y="43"/>
                      <a:pt x="1280" y="29"/>
                    </a:cubicBezTo>
                    <a:cubicBezTo>
                      <a:pt x="1267" y="29"/>
                      <a:pt x="1254" y="29"/>
                      <a:pt x="1238" y="43"/>
                    </a:cubicBezTo>
                    <a:cubicBezTo>
                      <a:pt x="1225" y="43"/>
                      <a:pt x="1212" y="43"/>
                      <a:pt x="1199" y="56"/>
                    </a:cubicBezTo>
                    <a:cubicBezTo>
                      <a:pt x="1173" y="56"/>
                      <a:pt x="1156" y="56"/>
                      <a:pt x="1143" y="43"/>
                    </a:cubicBezTo>
                    <a:cubicBezTo>
                      <a:pt x="1130" y="43"/>
                      <a:pt x="1117" y="29"/>
                      <a:pt x="1117" y="13"/>
                    </a:cubicBezTo>
                    <a:lnTo>
                      <a:pt x="1117" y="0"/>
                    </a:lnTo>
                    <a:close/>
                  </a:path>
                </a:pathLst>
              </a:custGeom>
              <a:solidFill>
                <a:srgbClr val="87878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75" name="Google Shape;1475;p34"/>
              <p:cNvSpPr/>
              <p:nvPr/>
            </p:nvSpPr>
            <p:spPr>
              <a:xfrm>
                <a:off x="6859375" y="2096600"/>
                <a:ext cx="5825" cy="6125"/>
              </a:xfrm>
              <a:custGeom>
                <a:rect b="b" l="l" r="r" t="t"/>
                <a:pathLst>
                  <a:path extrusionOk="0" h="245" w="233">
                    <a:moveTo>
                      <a:pt x="0" y="0"/>
                    </a:moveTo>
                    <a:cubicBezTo>
                      <a:pt x="0" y="43"/>
                      <a:pt x="53" y="56"/>
                      <a:pt x="82" y="82"/>
                    </a:cubicBezTo>
                    <a:cubicBezTo>
                      <a:pt x="95" y="82"/>
                      <a:pt x="108" y="98"/>
                      <a:pt x="95" y="111"/>
                    </a:cubicBezTo>
                    <a:cubicBezTo>
                      <a:pt x="95" y="124"/>
                      <a:pt x="82" y="137"/>
                      <a:pt x="82" y="137"/>
                    </a:cubicBezTo>
                    <a:cubicBezTo>
                      <a:pt x="69" y="150"/>
                      <a:pt x="53" y="219"/>
                      <a:pt x="69" y="219"/>
                    </a:cubicBezTo>
                    <a:cubicBezTo>
                      <a:pt x="108" y="206"/>
                      <a:pt x="134" y="193"/>
                      <a:pt x="177" y="180"/>
                    </a:cubicBezTo>
                    <a:lnTo>
                      <a:pt x="177" y="245"/>
                    </a:lnTo>
                    <a:cubicBezTo>
                      <a:pt x="177" y="232"/>
                      <a:pt x="190" y="206"/>
                      <a:pt x="190" y="180"/>
                    </a:cubicBezTo>
                    <a:cubicBezTo>
                      <a:pt x="190" y="163"/>
                      <a:pt x="190" y="137"/>
                      <a:pt x="232" y="124"/>
                    </a:cubicBezTo>
                    <a:lnTo>
                      <a:pt x="232" y="124"/>
                    </a:lnTo>
                    <a:cubicBezTo>
                      <a:pt x="190" y="137"/>
                      <a:pt x="164" y="150"/>
                      <a:pt x="121" y="180"/>
                    </a:cubicBezTo>
                    <a:cubicBezTo>
                      <a:pt x="108" y="150"/>
                      <a:pt x="108" y="124"/>
                      <a:pt x="121" y="98"/>
                    </a:cubicBezTo>
                    <a:lnTo>
                      <a:pt x="121" y="82"/>
                    </a:lnTo>
                    <a:cubicBezTo>
                      <a:pt x="121" y="69"/>
                      <a:pt x="121" y="43"/>
                      <a:pt x="95" y="30"/>
                    </a:cubicBezTo>
                    <a:cubicBezTo>
                      <a:pt x="82" y="30"/>
                      <a:pt x="69" y="30"/>
                      <a:pt x="40" y="16"/>
                    </a:cubicBezTo>
                    <a:cubicBezTo>
                      <a:pt x="40" y="16"/>
                      <a:pt x="0" y="16"/>
                      <a:pt x="0" y="0"/>
                    </a:cubicBezTo>
                    <a:close/>
                  </a:path>
                </a:pathLst>
              </a:custGeom>
              <a:solidFill>
                <a:srgbClr val="87878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76" name="Google Shape;1476;p34"/>
              <p:cNvSpPr/>
              <p:nvPr/>
            </p:nvSpPr>
            <p:spPr>
              <a:xfrm>
                <a:off x="6903525" y="2065675"/>
                <a:ext cx="13975" cy="9900"/>
              </a:xfrm>
              <a:custGeom>
                <a:rect b="b" l="l" r="r" t="t"/>
                <a:pathLst>
                  <a:path extrusionOk="0" h="396" w="559">
                    <a:moveTo>
                      <a:pt x="558" y="0"/>
                    </a:moveTo>
                    <a:lnTo>
                      <a:pt x="558" y="0"/>
                    </a:lnTo>
                    <a:cubicBezTo>
                      <a:pt x="558" y="1"/>
                      <a:pt x="557" y="2"/>
                      <a:pt x="556" y="3"/>
                    </a:cubicBezTo>
                    <a:lnTo>
                      <a:pt x="556" y="3"/>
                    </a:lnTo>
                    <a:cubicBezTo>
                      <a:pt x="557" y="2"/>
                      <a:pt x="558" y="1"/>
                      <a:pt x="558" y="0"/>
                    </a:cubicBezTo>
                    <a:close/>
                    <a:moveTo>
                      <a:pt x="492" y="198"/>
                    </a:moveTo>
                    <a:cubicBezTo>
                      <a:pt x="498" y="203"/>
                      <a:pt x="505" y="206"/>
                      <a:pt x="519" y="206"/>
                    </a:cubicBezTo>
                    <a:cubicBezTo>
                      <a:pt x="511" y="202"/>
                      <a:pt x="502" y="200"/>
                      <a:pt x="492" y="198"/>
                    </a:cubicBezTo>
                    <a:close/>
                    <a:moveTo>
                      <a:pt x="556" y="3"/>
                    </a:moveTo>
                    <a:lnTo>
                      <a:pt x="556" y="3"/>
                    </a:lnTo>
                    <a:cubicBezTo>
                      <a:pt x="531" y="33"/>
                      <a:pt x="504" y="83"/>
                      <a:pt x="438" y="111"/>
                    </a:cubicBezTo>
                    <a:cubicBezTo>
                      <a:pt x="425" y="124"/>
                      <a:pt x="382" y="137"/>
                      <a:pt x="369" y="137"/>
                    </a:cubicBezTo>
                    <a:cubicBezTo>
                      <a:pt x="356" y="150"/>
                      <a:pt x="356" y="150"/>
                      <a:pt x="356" y="163"/>
                    </a:cubicBezTo>
                    <a:cubicBezTo>
                      <a:pt x="274" y="245"/>
                      <a:pt x="137" y="326"/>
                      <a:pt x="0" y="395"/>
                    </a:cubicBezTo>
                    <a:cubicBezTo>
                      <a:pt x="82" y="369"/>
                      <a:pt x="163" y="326"/>
                      <a:pt x="219" y="274"/>
                    </a:cubicBezTo>
                    <a:cubicBezTo>
                      <a:pt x="261" y="258"/>
                      <a:pt x="301" y="232"/>
                      <a:pt x="343" y="206"/>
                    </a:cubicBezTo>
                    <a:lnTo>
                      <a:pt x="382" y="206"/>
                    </a:lnTo>
                    <a:cubicBezTo>
                      <a:pt x="410" y="199"/>
                      <a:pt x="437" y="196"/>
                      <a:pt x="460" y="196"/>
                    </a:cubicBezTo>
                    <a:cubicBezTo>
                      <a:pt x="472" y="196"/>
                      <a:pt x="482" y="197"/>
                      <a:pt x="492" y="198"/>
                    </a:cubicBezTo>
                    <a:lnTo>
                      <a:pt x="492" y="198"/>
                    </a:lnTo>
                    <a:cubicBezTo>
                      <a:pt x="484" y="193"/>
                      <a:pt x="478" y="185"/>
                      <a:pt x="464" y="176"/>
                    </a:cubicBezTo>
                    <a:cubicBezTo>
                      <a:pt x="438" y="176"/>
                      <a:pt x="395" y="176"/>
                      <a:pt x="356" y="193"/>
                    </a:cubicBezTo>
                    <a:cubicBezTo>
                      <a:pt x="369" y="176"/>
                      <a:pt x="382" y="163"/>
                      <a:pt x="395" y="150"/>
                    </a:cubicBezTo>
                    <a:cubicBezTo>
                      <a:pt x="408" y="137"/>
                      <a:pt x="408" y="124"/>
                      <a:pt x="438" y="124"/>
                    </a:cubicBezTo>
                    <a:cubicBezTo>
                      <a:pt x="464" y="95"/>
                      <a:pt x="506" y="95"/>
                      <a:pt x="532" y="69"/>
                    </a:cubicBezTo>
                    <a:cubicBezTo>
                      <a:pt x="544" y="44"/>
                      <a:pt x="545" y="17"/>
                      <a:pt x="556" y="3"/>
                    </a:cubicBezTo>
                    <a:close/>
                  </a:path>
                </a:pathLst>
              </a:custGeom>
              <a:solidFill>
                <a:srgbClr val="87878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77" name="Google Shape;1477;p34"/>
              <p:cNvSpPr/>
              <p:nvPr/>
            </p:nvSpPr>
            <p:spPr>
              <a:xfrm>
                <a:off x="6756300" y="2069425"/>
                <a:ext cx="84400" cy="26550"/>
              </a:xfrm>
              <a:custGeom>
                <a:rect b="b" l="l" r="r" t="t"/>
                <a:pathLst>
                  <a:path extrusionOk="0" h="1062" w="3376">
                    <a:moveTo>
                      <a:pt x="220" y="0"/>
                    </a:moveTo>
                    <a:lnTo>
                      <a:pt x="1" y="137"/>
                    </a:lnTo>
                    <a:lnTo>
                      <a:pt x="151" y="82"/>
                    </a:lnTo>
                    <a:lnTo>
                      <a:pt x="3376" y="1061"/>
                    </a:lnTo>
                    <a:lnTo>
                      <a:pt x="3307" y="953"/>
                    </a:lnTo>
                    <a:lnTo>
                      <a:pt x="220" y="0"/>
                    </a:lnTo>
                    <a:close/>
                  </a:path>
                </a:pathLst>
              </a:custGeom>
              <a:solidFill>
                <a:srgbClr val="DBAE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78" name="Google Shape;1478;p34"/>
              <p:cNvSpPr/>
              <p:nvPr/>
            </p:nvSpPr>
            <p:spPr>
              <a:xfrm>
                <a:off x="6812450" y="2061575"/>
                <a:ext cx="81950" cy="57475"/>
              </a:xfrm>
              <a:custGeom>
                <a:rect b="b" l="l" r="r" t="t"/>
                <a:pathLst>
                  <a:path extrusionOk="0" h="2299" w="3278">
                    <a:moveTo>
                      <a:pt x="3278" y="1"/>
                    </a:moveTo>
                    <a:lnTo>
                      <a:pt x="1985" y="628"/>
                    </a:lnTo>
                    <a:lnTo>
                      <a:pt x="980" y="1431"/>
                    </a:lnTo>
                    <a:lnTo>
                      <a:pt x="298" y="2041"/>
                    </a:lnTo>
                    <a:lnTo>
                      <a:pt x="1" y="2299"/>
                    </a:lnTo>
                    <a:lnTo>
                      <a:pt x="422" y="2178"/>
                    </a:lnTo>
                    <a:lnTo>
                      <a:pt x="1019" y="1499"/>
                    </a:lnTo>
                    <a:lnTo>
                      <a:pt x="1917" y="804"/>
                    </a:lnTo>
                    <a:lnTo>
                      <a:pt x="3278" y="1"/>
                    </a:lnTo>
                    <a:close/>
                  </a:path>
                </a:pathLst>
              </a:custGeom>
              <a:solidFill>
                <a:srgbClr val="2D2C3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79" name="Google Shape;1479;p34"/>
              <p:cNvSpPr/>
              <p:nvPr/>
            </p:nvSpPr>
            <p:spPr>
              <a:xfrm>
                <a:off x="6836200" y="2025200"/>
                <a:ext cx="57150" cy="35425"/>
              </a:xfrm>
              <a:custGeom>
                <a:rect b="b" l="l" r="r" t="t"/>
                <a:pathLst>
                  <a:path extrusionOk="0" h="1417" w="2286">
                    <a:moveTo>
                      <a:pt x="82" y="0"/>
                    </a:moveTo>
                    <a:lnTo>
                      <a:pt x="0" y="43"/>
                    </a:lnTo>
                    <a:lnTo>
                      <a:pt x="2285" y="1417"/>
                    </a:lnTo>
                    <a:lnTo>
                      <a:pt x="2285" y="1361"/>
                    </a:lnTo>
                    <a:lnTo>
                      <a:pt x="82" y="0"/>
                    </a:lnTo>
                    <a:close/>
                  </a:path>
                </a:pathLst>
              </a:custGeom>
              <a:solidFill>
                <a:srgbClr val="DBAE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80" name="Google Shape;1480;p34"/>
              <p:cNvSpPr/>
              <p:nvPr/>
            </p:nvSpPr>
            <p:spPr>
              <a:xfrm>
                <a:off x="6859375" y="2116000"/>
                <a:ext cx="14300" cy="32025"/>
              </a:xfrm>
              <a:custGeom>
                <a:rect b="b" l="l" r="r" t="t"/>
                <a:pathLst>
                  <a:path extrusionOk="0" h="1281" w="572">
                    <a:moveTo>
                      <a:pt x="559" y="1"/>
                    </a:moveTo>
                    <a:cubicBezTo>
                      <a:pt x="542" y="27"/>
                      <a:pt x="542" y="40"/>
                      <a:pt x="542" y="70"/>
                    </a:cubicBezTo>
                    <a:lnTo>
                      <a:pt x="529" y="83"/>
                    </a:lnTo>
                    <a:cubicBezTo>
                      <a:pt x="516" y="83"/>
                      <a:pt x="516" y="96"/>
                      <a:pt x="503" y="96"/>
                    </a:cubicBezTo>
                    <a:lnTo>
                      <a:pt x="503" y="109"/>
                    </a:lnTo>
                    <a:lnTo>
                      <a:pt x="503" y="164"/>
                    </a:lnTo>
                    <a:cubicBezTo>
                      <a:pt x="503" y="151"/>
                      <a:pt x="490" y="151"/>
                      <a:pt x="477" y="151"/>
                    </a:cubicBezTo>
                    <a:lnTo>
                      <a:pt x="461" y="138"/>
                    </a:lnTo>
                    <a:lnTo>
                      <a:pt x="448" y="138"/>
                    </a:lnTo>
                    <a:cubicBezTo>
                      <a:pt x="435" y="151"/>
                      <a:pt x="435" y="151"/>
                      <a:pt x="421" y="151"/>
                    </a:cubicBezTo>
                    <a:lnTo>
                      <a:pt x="408" y="138"/>
                    </a:lnTo>
                    <a:cubicBezTo>
                      <a:pt x="395" y="122"/>
                      <a:pt x="395" y="109"/>
                      <a:pt x="395" y="96"/>
                    </a:cubicBezTo>
                    <a:cubicBezTo>
                      <a:pt x="379" y="70"/>
                      <a:pt x="379" y="56"/>
                      <a:pt x="366" y="56"/>
                    </a:cubicBezTo>
                    <a:cubicBezTo>
                      <a:pt x="353" y="40"/>
                      <a:pt x="340" y="27"/>
                      <a:pt x="327" y="14"/>
                    </a:cubicBezTo>
                    <a:lnTo>
                      <a:pt x="327" y="14"/>
                    </a:lnTo>
                    <a:cubicBezTo>
                      <a:pt x="327" y="27"/>
                      <a:pt x="327" y="56"/>
                      <a:pt x="340" y="70"/>
                    </a:cubicBezTo>
                    <a:cubicBezTo>
                      <a:pt x="340" y="83"/>
                      <a:pt x="340" y="83"/>
                      <a:pt x="353" y="96"/>
                    </a:cubicBezTo>
                    <a:lnTo>
                      <a:pt x="379" y="122"/>
                    </a:lnTo>
                    <a:cubicBezTo>
                      <a:pt x="379" y="138"/>
                      <a:pt x="395" y="177"/>
                      <a:pt x="379" y="177"/>
                    </a:cubicBezTo>
                    <a:lnTo>
                      <a:pt x="477" y="177"/>
                    </a:lnTo>
                    <a:lnTo>
                      <a:pt x="477" y="190"/>
                    </a:lnTo>
                    <a:lnTo>
                      <a:pt x="477" y="340"/>
                    </a:lnTo>
                    <a:lnTo>
                      <a:pt x="477" y="367"/>
                    </a:lnTo>
                    <a:lnTo>
                      <a:pt x="477" y="383"/>
                    </a:lnTo>
                    <a:lnTo>
                      <a:pt x="461" y="383"/>
                    </a:lnTo>
                    <a:cubicBezTo>
                      <a:pt x="448" y="396"/>
                      <a:pt x="421" y="409"/>
                      <a:pt x="408" y="435"/>
                    </a:cubicBezTo>
                    <a:lnTo>
                      <a:pt x="395" y="448"/>
                    </a:lnTo>
                    <a:cubicBezTo>
                      <a:pt x="366" y="478"/>
                      <a:pt x="366" y="504"/>
                      <a:pt x="340" y="530"/>
                    </a:cubicBezTo>
                    <a:cubicBezTo>
                      <a:pt x="333" y="545"/>
                      <a:pt x="321" y="549"/>
                      <a:pt x="308" y="549"/>
                    </a:cubicBezTo>
                    <a:cubicBezTo>
                      <a:pt x="297" y="549"/>
                      <a:pt x="284" y="546"/>
                      <a:pt x="271" y="546"/>
                    </a:cubicBezTo>
                    <a:cubicBezTo>
                      <a:pt x="314" y="572"/>
                      <a:pt x="340" y="611"/>
                      <a:pt x="366" y="654"/>
                    </a:cubicBezTo>
                    <a:cubicBezTo>
                      <a:pt x="379" y="680"/>
                      <a:pt x="379" y="693"/>
                      <a:pt x="395" y="709"/>
                    </a:cubicBezTo>
                    <a:lnTo>
                      <a:pt x="395" y="722"/>
                    </a:lnTo>
                    <a:lnTo>
                      <a:pt x="408" y="722"/>
                    </a:lnTo>
                    <a:cubicBezTo>
                      <a:pt x="408" y="735"/>
                      <a:pt x="395" y="735"/>
                      <a:pt x="395" y="735"/>
                    </a:cubicBezTo>
                    <a:cubicBezTo>
                      <a:pt x="379" y="748"/>
                      <a:pt x="379" y="761"/>
                      <a:pt x="379" y="775"/>
                    </a:cubicBezTo>
                    <a:cubicBezTo>
                      <a:pt x="366" y="791"/>
                      <a:pt x="353" y="817"/>
                      <a:pt x="353" y="843"/>
                    </a:cubicBezTo>
                    <a:cubicBezTo>
                      <a:pt x="340" y="856"/>
                      <a:pt x="340" y="872"/>
                      <a:pt x="327" y="886"/>
                    </a:cubicBezTo>
                    <a:cubicBezTo>
                      <a:pt x="284" y="938"/>
                      <a:pt x="245" y="993"/>
                      <a:pt x="203" y="1049"/>
                    </a:cubicBezTo>
                    <a:cubicBezTo>
                      <a:pt x="190" y="1062"/>
                      <a:pt x="177" y="1075"/>
                      <a:pt x="164" y="1088"/>
                    </a:cubicBezTo>
                    <a:cubicBezTo>
                      <a:pt x="154" y="1097"/>
                      <a:pt x="137" y="1108"/>
                      <a:pt x="119" y="1108"/>
                    </a:cubicBezTo>
                    <a:cubicBezTo>
                      <a:pt x="111" y="1108"/>
                      <a:pt x="103" y="1106"/>
                      <a:pt x="95" y="1101"/>
                    </a:cubicBezTo>
                    <a:lnTo>
                      <a:pt x="82" y="1101"/>
                    </a:lnTo>
                    <a:cubicBezTo>
                      <a:pt x="74" y="1097"/>
                      <a:pt x="68" y="1096"/>
                      <a:pt x="63" y="1096"/>
                    </a:cubicBezTo>
                    <a:cubicBezTo>
                      <a:pt x="50" y="1096"/>
                      <a:pt x="45" y="1106"/>
                      <a:pt x="27" y="1117"/>
                    </a:cubicBezTo>
                    <a:cubicBezTo>
                      <a:pt x="27" y="1117"/>
                      <a:pt x="27" y="1130"/>
                      <a:pt x="13" y="1130"/>
                    </a:cubicBezTo>
                    <a:cubicBezTo>
                      <a:pt x="13" y="1143"/>
                      <a:pt x="0" y="1156"/>
                      <a:pt x="0" y="1156"/>
                    </a:cubicBezTo>
                    <a:cubicBezTo>
                      <a:pt x="27" y="1169"/>
                      <a:pt x="53" y="1183"/>
                      <a:pt x="82" y="1183"/>
                    </a:cubicBezTo>
                    <a:lnTo>
                      <a:pt x="108" y="1183"/>
                    </a:lnTo>
                    <a:lnTo>
                      <a:pt x="108" y="1199"/>
                    </a:lnTo>
                    <a:lnTo>
                      <a:pt x="69" y="1238"/>
                    </a:lnTo>
                    <a:cubicBezTo>
                      <a:pt x="95" y="1251"/>
                      <a:pt x="121" y="1264"/>
                      <a:pt x="134" y="1280"/>
                    </a:cubicBezTo>
                    <a:cubicBezTo>
                      <a:pt x="151" y="1264"/>
                      <a:pt x="151" y="1238"/>
                      <a:pt x="164" y="1225"/>
                    </a:cubicBezTo>
                    <a:cubicBezTo>
                      <a:pt x="177" y="1212"/>
                      <a:pt x="190" y="1183"/>
                      <a:pt x="190" y="1169"/>
                    </a:cubicBezTo>
                    <a:lnTo>
                      <a:pt x="203" y="1156"/>
                    </a:lnTo>
                    <a:lnTo>
                      <a:pt x="216" y="1143"/>
                    </a:lnTo>
                    <a:lnTo>
                      <a:pt x="216" y="1130"/>
                    </a:lnTo>
                    <a:cubicBezTo>
                      <a:pt x="245" y="1088"/>
                      <a:pt x="284" y="1062"/>
                      <a:pt x="314" y="1006"/>
                    </a:cubicBezTo>
                    <a:cubicBezTo>
                      <a:pt x="353" y="938"/>
                      <a:pt x="366" y="843"/>
                      <a:pt x="448" y="817"/>
                    </a:cubicBezTo>
                    <a:lnTo>
                      <a:pt x="461" y="817"/>
                    </a:lnTo>
                    <a:lnTo>
                      <a:pt x="461" y="804"/>
                    </a:lnTo>
                    <a:cubicBezTo>
                      <a:pt x="461" y="775"/>
                      <a:pt x="461" y="761"/>
                      <a:pt x="448" y="735"/>
                    </a:cubicBezTo>
                    <a:lnTo>
                      <a:pt x="448" y="693"/>
                    </a:lnTo>
                    <a:cubicBezTo>
                      <a:pt x="448" y="680"/>
                      <a:pt x="435" y="654"/>
                      <a:pt x="435" y="641"/>
                    </a:cubicBezTo>
                    <a:cubicBezTo>
                      <a:pt x="435" y="641"/>
                      <a:pt x="411" y="516"/>
                      <a:pt x="397" y="516"/>
                    </a:cubicBezTo>
                    <a:cubicBezTo>
                      <a:pt x="397" y="516"/>
                      <a:pt x="396" y="516"/>
                      <a:pt x="395" y="517"/>
                    </a:cubicBezTo>
                    <a:cubicBezTo>
                      <a:pt x="421" y="491"/>
                      <a:pt x="448" y="478"/>
                      <a:pt x="477" y="464"/>
                    </a:cubicBezTo>
                    <a:cubicBezTo>
                      <a:pt x="490" y="464"/>
                      <a:pt x="490" y="464"/>
                      <a:pt x="503" y="448"/>
                    </a:cubicBezTo>
                    <a:lnTo>
                      <a:pt x="503" y="435"/>
                    </a:lnTo>
                    <a:lnTo>
                      <a:pt x="503" y="422"/>
                    </a:lnTo>
                    <a:cubicBezTo>
                      <a:pt x="503" y="396"/>
                      <a:pt x="516" y="383"/>
                      <a:pt x="516" y="367"/>
                    </a:cubicBezTo>
                    <a:cubicBezTo>
                      <a:pt x="516" y="314"/>
                      <a:pt x="529" y="259"/>
                      <a:pt x="529" y="203"/>
                    </a:cubicBezTo>
                    <a:cubicBezTo>
                      <a:pt x="542" y="177"/>
                      <a:pt x="542" y="151"/>
                      <a:pt x="542" y="122"/>
                    </a:cubicBezTo>
                    <a:lnTo>
                      <a:pt x="542" y="83"/>
                    </a:lnTo>
                    <a:cubicBezTo>
                      <a:pt x="559" y="83"/>
                      <a:pt x="559" y="70"/>
                      <a:pt x="572" y="70"/>
                    </a:cubicBezTo>
                    <a:lnTo>
                      <a:pt x="572" y="40"/>
                    </a:lnTo>
                    <a:lnTo>
                      <a:pt x="572" y="27"/>
                    </a:lnTo>
                    <a:cubicBezTo>
                      <a:pt x="559" y="14"/>
                      <a:pt x="559" y="14"/>
                      <a:pt x="559" y="1"/>
                    </a:cubicBezTo>
                    <a:close/>
                  </a:path>
                </a:pathLst>
              </a:custGeom>
              <a:solidFill>
                <a:srgbClr val="87878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81" name="Google Shape;1481;p34"/>
              <p:cNvSpPr/>
              <p:nvPr/>
            </p:nvSpPr>
            <p:spPr>
              <a:xfrm>
                <a:off x="6860025" y="2119025"/>
                <a:ext cx="2725" cy="14300"/>
              </a:xfrm>
              <a:custGeom>
                <a:rect b="b" l="l" r="r" t="t"/>
                <a:pathLst>
                  <a:path extrusionOk="0" h="572" w="109">
                    <a:moveTo>
                      <a:pt x="1" y="1"/>
                    </a:moveTo>
                    <a:lnTo>
                      <a:pt x="1" y="56"/>
                    </a:lnTo>
                    <a:cubicBezTo>
                      <a:pt x="14" y="56"/>
                      <a:pt x="14" y="69"/>
                      <a:pt x="14" y="82"/>
                    </a:cubicBezTo>
                    <a:lnTo>
                      <a:pt x="14" y="99"/>
                    </a:lnTo>
                    <a:lnTo>
                      <a:pt x="14" y="112"/>
                    </a:lnTo>
                    <a:cubicBezTo>
                      <a:pt x="14" y="125"/>
                      <a:pt x="1" y="125"/>
                      <a:pt x="1" y="138"/>
                    </a:cubicBezTo>
                    <a:lnTo>
                      <a:pt x="1" y="151"/>
                    </a:lnTo>
                    <a:lnTo>
                      <a:pt x="1" y="193"/>
                    </a:lnTo>
                    <a:cubicBezTo>
                      <a:pt x="1" y="219"/>
                      <a:pt x="1" y="232"/>
                      <a:pt x="14" y="246"/>
                    </a:cubicBezTo>
                    <a:lnTo>
                      <a:pt x="14" y="327"/>
                    </a:lnTo>
                    <a:lnTo>
                      <a:pt x="14" y="343"/>
                    </a:lnTo>
                    <a:lnTo>
                      <a:pt x="14" y="370"/>
                    </a:lnTo>
                    <a:lnTo>
                      <a:pt x="14" y="425"/>
                    </a:lnTo>
                    <a:cubicBezTo>
                      <a:pt x="27" y="477"/>
                      <a:pt x="69" y="533"/>
                      <a:pt x="108" y="572"/>
                    </a:cubicBezTo>
                    <a:cubicBezTo>
                      <a:pt x="82" y="546"/>
                      <a:pt x="82" y="464"/>
                      <a:pt x="82" y="438"/>
                    </a:cubicBezTo>
                    <a:cubicBezTo>
                      <a:pt x="69" y="409"/>
                      <a:pt x="69" y="396"/>
                      <a:pt x="69" y="370"/>
                    </a:cubicBezTo>
                    <a:lnTo>
                      <a:pt x="69" y="343"/>
                    </a:lnTo>
                    <a:lnTo>
                      <a:pt x="69" y="288"/>
                    </a:lnTo>
                    <a:cubicBezTo>
                      <a:pt x="69" y="275"/>
                      <a:pt x="56" y="262"/>
                      <a:pt x="56" y="246"/>
                    </a:cubicBezTo>
                    <a:lnTo>
                      <a:pt x="56" y="219"/>
                    </a:lnTo>
                    <a:cubicBezTo>
                      <a:pt x="56" y="219"/>
                      <a:pt x="43" y="219"/>
                      <a:pt x="43" y="206"/>
                    </a:cubicBezTo>
                    <a:lnTo>
                      <a:pt x="43" y="180"/>
                    </a:lnTo>
                    <a:lnTo>
                      <a:pt x="43" y="151"/>
                    </a:lnTo>
                    <a:cubicBezTo>
                      <a:pt x="43" y="151"/>
                      <a:pt x="43" y="138"/>
                      <a:pt x="27" y="138"/>
                    </a:cubicBezTo>
                    <a:lnTo>
                      <a:pt x="27" y="125"/>
                    </a:lnTo>
                    <a:lnTo>
                      <a:pt x="27" y="112"/>
                    </a:lnTo>
                    <a:lnTo>
                      <a:pt x="27" y="56"/>
                    </a:lnTo>
                    <a:lnTo>
                      <a:pt x="27" y="30"/>
                    </a:lnTo>
                    <a:cubicBezTo>
                      <a:pt x="14" y="17"/>
                      <a:pt x="14" y="17"/>
                      <a:pt x="1" y="1"/>
                    </a:cubicBezTo>
                    <a:close/>
                  </a:path>
                </a:pathLst>
              </a:custGeom>
              <a:solidFill>
                <a:srgbClr val="87878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82" name="Google Shape;1482;p34"/>
              <p:cNvSpPr/>
              <p:nvPr/>
            </p:nvSpPr>
            <p:spPr>
              <a:xfrm>
                <a:off x="6866150" y="2120425"/>
                <a:ext cx="3450" cy="1400"/>
              </a:xfrm>
              <a:custGeom>
                <a:rect b="b" l="l" r="r" t="t"/>
                <a:pathLst>
                  <a:path extrusionOk="0" h="56" w="138">
                    <a:moveTo>
                      <a:pt x="14" y="42"/>
                    </a:moveTo>
                    <a:cubicBezTo>
                      <a:pt x="10" y="42"/>
                      <a:pt x="5" y="43"/>
                      <a:pt x="0" y="43"/>
                    </a:cubicBezTo>
                    <a:lnTo>
                      <a:pt x="0" y="56"/>
                    </a:lnTo>
                    <a:cubicBezTo>
                      <a:pt x="0" y="43"/>
                      <a:pt x="0" y="43"/>
                      <a:pt x="13" y="43"/>
                    </a:cubicBezTo>
                    <a:cubicBezTo>
                      <a:pt x="14" y="42"/>
                      <a:pt x="14" y="42"/>
                      <a:pt x="14" y="42"/>
                    </a:cubicBezTo>
                    <a:close/>
                    <a:moveTo>
                      <a:pt x="95" y="0"/>
                    </a:moveTo>
                    <a:cubicBezTo>
                      <a:pt x="69" y="13"/>
                      <a:pt x="43" y="26"/>
                      <a:pt x="14" y="42"/>
                    </a:cubicBezTo>
                    <a:lnTo>
                      <a:pt x="14" y="42"/>
                    </a:lnTo>
                    <a:cubicBezTo>
                      <a:pt x="32" y="41"/>
                      <a:pt x="48" y="38"/>
                      <a:pt x="63" y="38"/>
                    </a:cubicBezTo>
                    <a:cubicBezTo>
                      <a:pt x="80" y="38"/>
                      <a:pt x="96" y="42"/>
                      <a:pt x="108" y="56"/>
                    </a:cubicBezTo>
                    <a:cubicBezTo>
                      <a:pt x="124" y="26"/>
                      <a:pt x="124" y="13"/>
                      <a:pt x="137" y="0"/>
                    </a:cubicBezTo>
                    <a:close/>
                  </a:path>
                </a:pathLst>
              </a:custGeom>
              <a:solidFill>
                <a:srgbClr val="87878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83" name="Google Shape;1483;p34"/>
              <p:cNvSpPr/>
              <p:nvPr/>
            </p:nvSpPr>
            <p:spPr>
              <a:xfrm>
                <a:off x="6872600" y="2117725"/>
                <a:ext cx="10950" cy="41150"/>
              </a:xfrm>
              <a:custGeom>
                <a:rect b="b" l="l" r="r" t="t"/>
                <a:pathLst>
                  <a:path extrusionOk="0" h="1646" w="438">
                    <a:moveTo>
                      <a:pt x="43" y="1"/>
                    </a:moveTo>
                    <a:cubicBezTo>
                      <a:pt x="30" y="14"/>
                      <a:pt x="13" y="14"/>
                      <a:pt x="0" y="27"/>
                    </a:cubicBezTo>
                    <a:lnTo>
                      <a:pt x="13" y="40"/>
                    </a:lnTo>
                    <a:cubicBezTo>
                      <a:pt x="30" y="40"/>
                      <a:pt x="43" y="53"/>
                      <a:pt x="56" y="69"/>
                    </a:cubicBezTo>
                    <a:cubicBezTo>
                      <a:pt x="69" y="82"/>
                      <a:pt x="82" y="95"/>
                      <a:pt x="95" y="121"/>
                    </a:cubicBezTo>
                    <a:cubicBezTo>
                      <a:pt x="111" y="134"/>
                      <a:pt x="137" y="151"/>
                      <a:pt x="150" y="177"/>
                    </a:cubicBezTo>
                    <a:cubicBezTo>
                      <a:pt x="163" y="190"/>
                      <a:pt x="163" y="203"/>
                      <a:pt x="176" y="216"/>
                    </a:cubicBezTo>
                    <a:cubicBezTo>
                      <a:pt x="193" y="216"/>
                      <a:pt x="193" y="232"/>
                      <a:pt x="206" y="245"/>
                    </a:cubicBezTo>
                    <a:cubicBezTo>
                      <a:pt x="206" y="271"/>
                      <a:pt x="176" y="298"/>
                      <a:pt x="176" y="327"/>
                    </a:cubicBezTo>
                    <a:lnTo>
                      <a:pt x="193" y="340"/>
                    </a:lnTo>
                    <a:cubicBezTo>
                      <a:pt x="193" y="340"/>
                      <a:pt x="193" y="353"/>
                      <a:pt x="206" y="366"/>
                    </a:cubicBezTo>
                    <a:lnTo>
                      <a:pt x="219" y="379"/>
                    </a:lnTo>
                    <a:lnTo>
                      <a:pt x="219" y="395"/>
                    </a:lnTo>
                    <a:cubicBezTo>
                      <a:pt x="206" y="435"/>
                      <a:pt x="206" y="477"/>
                      <a:pt x="193" y="529"/>
                    </a:cubicBezTo>
                    <a:cubicBezTo>
                      <a:pt x="193" y="529"/>
                      <a:pt x="245" y="585"/>
                      <a:pt x="258" y="585"/>
                    </a:cubicBezTo>
                    <a:lnTo>
                      <a:pt x="300" y="624"/>
                    </a:lnTo>
                    <a:lnTo>
                      <a:pt x="300" y="640"/>
                    </a:lnTo>
                    <a:cubicBezTo>
                      <a:pt x="300" y="653"/>
                      <a:pt x="300" y="666"/>
                      <a:pt x="287" y="679"/>
                    </a:cubicBezTo>
                    <a:lnTo>
                      <a:pt x="287" y="706"/>
                    </a:lnTo>
                    <a:cubicBezTo>
                      <a:pt x="274" y="735"/>
                      <a:pt x="274" y="761"/>
                      <a:pt x="258" y="803"/>
                    </a:cubicBezTo>
                    <a:lnTo>
                      <a:pt x="258" y="856"/>
                    </a:lnTo>
                    <a:cubicBezTo>
                      <a:pt x="274" y="869"/>
                      <a:pt x="287" y="885"/>
                      <a:pt x="300" y="898"/>
                    </a:cubicBezTo>
                    <a:cubicBezTo>
                      <a:pt x="314" y="898"/>
                      <a:pt x="314" y="911"/>
                      <a:pt x="314" y="911"/>
                    </a:cubicBezTo>
                    <a:cubicBezTo>
                      <a:pt x="340" y="950"/>
                      <a:pt x="369" y="993"/>
                      <a:pt x="382" y="1019"/>
                    </a:cubicBezTo>
                    <a:cubicBezTo>
                      <a:pt x="382" y="1032"/>
                      <a:pt x="395" y="1032"/>
                      <a:pt x="395" y="1048"/>
                    </a:cubicBezTo>
                    <a:cubicBezTo>
                      <a:pt x="395" y="1048"/>
                      <a:pt x="382" y="1048"/>
                      <a:pt x="382" y="1061"/>
                    </a:cubicBezTo>
                    <a:cubicBezTo>
                      <a:pt x="356" y="1114"/>
                      <a:pt x="340" y="1169"/>
                      <a:pt x="327" y="1225"/>
                    </a:cubicBezTo>
                    <a:cubicBezTo>
                      <a:pt x="314" y="1264"/>
                      <a:pt x="314" y="1332"/>
                      <a:pt x="327" y="1358"/>
                    </a:cubicBezTo>
                    <a:cubicBezTo>
                      <a:pt x="340" y="1375"/>
                      <a:pt x="356" y="1388"/>
                      <a:pt x="369" y="1401"/>
                    </a:cubicBezTo>
                    <a:lnTo>
                      <a:pt x="369" y="1427"/>
                    </a:lnTo>
                    <a:lnTo>
                      <a:pt x="356" y="1440"/>
                    </a:lnTo>
                    <a:cubicBezTo>
                      <a:pt x="356" y="1456"/>
                      <a:pt x="356" y="1456"/>
                      <a:pt x="340" y="1469"/>
                    </a:cubicBezTo>
                    <a:cubicBezTo>
                      <a:pt x="327" y="1495"/>
                      <a:pt x="314" y="1522"/>
                      <a:pt x="300" y="1551"/>
                    </a:cubicBezTo>
                    <a:cubicBezTo>
                      <a:pt x="300" y="1577"/>
                      <a:pt x="287" y="1590"/>
                      <a:pt x="287" y="1603"/>
                    </a:cubicBezTo>
                    <a:cubicBezTo>
                      <a:pt x="300" y="1619"/>
                      <a:pt x="327" y="1633"/>
                      <a:pt x="340" y="1646"/>
                    </a:cubicBezTo>
                    <a:cubicBezTo>
                      <a:pt x="356" y="1633"/>
                      <a:pt x="369" y="1619"/>
                      <a:pt x="369" y="1590"/>
                    </a:cubicBezTo>
                    <a:cubicBezTo>
                      <a:pt x="382" y="1564"/>
                      <a:pt x="408" y="1538"/>
                      <a:pt x="421" y="1509"/>
                    </a:cubicBezTo>
                    <a:lnTo>
                      <a:pt x="421" y="1495"/>
                    </a:lnTo>
                    <a:cubicBezTo>
                      <a:pt x="438" y="1469"/>
                      <a:pt x="438" y="1440"/>
                      <a:pt x="421" y="1414"/>
                    </a:cubicBezTo>
                    <a:cubicBezTo>
                      <a:pt x="421" y="1401"/>
                      <a:pt x="421" y="1375"/>
                      <a:pt x="408" y="1358"/>
                    </a:cubicBezTo>
                    <a:cubicBezTo>
                      <a:pt x="408" y="1345"/>
                      <a:pt x="395" y="1332"/>
                      <a:pt x="395" y="1332"/>
                    </a:cubicBezTo>
                    <a:cubicBezTo>
                      <a:pt x="382" y="1319"/>
                      <a:pt x="356" y="1306"/>
                      <a:pt x="340" y="1293"/>
                    </a:cubicBezTo>
                    <a:cubicBezTo>
                      <a:pt x="369" y="1238"/>
                      <a:pt x="382" y="1182"/>
                      <a:pt x="408" y="1114"/>
                    </a:cubicBezTo>
                    <a:cubicBezTo>
                      <a:pt x="408" y="1100"/>
                      <a:pt x="421" y="1087"/>
                      <a:pt x="421" y="1074"/>
                    </a:cubicBezTo>
                    <a:cubicBezTo>
                      <a:pt x="438" y="1048"/>
                      <a:pt x="421" y="1032"/>
                      <a:pt x="421" y="1019"/>
                    </a:cubicBezTo>
                    <a:cubicBezTo>
                      <a:pt x="421" y="980"/>
                      <a:pt x="408" y="937"/>
                      <a:pt x="408" y="911"/>
                    </a:cubicBezTo>
                    <a:cubicBezTo>
                      <a:pt x="408" y="898"/>
                      <a:pt x="395" y="885"/>
                      <a:pt x="395" y="885"/>
                    </a:cubicBezTo>
                    <a:cubicBezTo>
                      <a:pt x="395" y="869"/>
                      <a:pt x="382" y="856"/>
                      <a:pt x="369" y="843"/>
                    </a:cubicBezTo>
                    <a:cubicBezTo>
                      <a:pt x="340" y="830"/>
                      <a:pt x="327" y="817"/>
                      <a:pt x="300" y="803"/>
                    </a:cubicBezTo>
                    <a:cubicBezTo>
                      <a:pt x="314" y="761"/>
                      <a:pt x="340" y="735"/>
                      <a:pt x="356" y="692"/>
                    </a:cubicBezTo>
                    <a:cubicBezTo>
                      <a:pt x="369" y="679"/>
                      <a:pt x="369" y="679"/>
                      <a:pt x="382" y="666"/>
                    </a:cubicBezTo>
                    <a:lnTo>
                      <a:pt x="382" y="653"/>
                    </a:lnTo>
                    <a:lnTo>
                      <a:pt x="382" y="640"/>
                    </a:lnTo>
                    <a:cubicBezTo>
                      <a:pt x="382" y="624"/>
                      <a:pt x="369" y="598"/>
                      <a:pt x="369" y="585"/>
                    </a:cubicBezTo>
                    <a:cubicBezTo>
                      <a:pt x="356" y="585"/>
                      <a:pt x="340" y="572"/>
                      <a:pt x="340" y="572"/>
                    </a:cubicBezTo>
                    <a:cubicBezTo>
                      <a:pt x="314" y="542"/>
                      <a:pt x="287" y="516"/>
                      <a:pt x="245" y="503"/>
                    </a:cubicBezTo>
                    <a:cubicBezTo>
                      <a:pt x="258" y="461"/>
                      <a:pt x="274" y="422"/>
                      <a:pt x="274" y="379"/>
                    </a:cubicBezTo>
                    <a:lnTo>
                      <a:pt x="274" y="366"/>
                    </a:lnTo>
                    <a:cubicBezTo>
                      <a:pt x="274" y="353"/>
                      <a:pt x="258" y="353"/>
                      <a:pt x="258" y="340"/>
                    </a:cubicBezTo>
                    <a:lnTo>
                      <a:pt x="245" y="327"/>
                    </a:lnTo>
                    <a:lnTo>
                      <a:pt x="232" y="314"/>
                    </a:lnTo>
                    <a:lnTo>
                      <a:pt x="219" y="298"/>
                    </a:lnTo>
                    <a:lnTo>
                      <a:pt x="219" y="284"/>
                    </a:lnTo>
                    <a:cubicBezTo>
                      <a:pt x="232" y="245"/>
                      <a:pt x="232" y="203"/>
                      <a:pt x="206" y="164"/>
                    </a:cubicBezTo>
                    <a:cubicBezTo>
                      <a:pt x="163" y="134"/>
                      <a:pt x="137" y="82"/>
                      <a:pt x="95" y="40"/>
                    </a:cubicBezTo>
                    <a:cubicBezTo>
                      <a:pt x="82" y="27"/>
                      <a:pt x="69" y="14"/>
                      <a:pt x="56" y="1"/>
                    </a:cubicBezTo>
                    <a:close/>
                  </a:path>
                </a:pathLst>
              </a:custGeom>
              <a:solidFill>
                <a:srgbClr val="87878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84" name="Google Shape;1484;p34"/>
              <p:cNvSpPr/>
              <p:nvPr/>
            </p:nvSpPr>
            <p:spPr>
              <a:xfrm>
                <a:off x="6886550" y="2119450"/>
                <a:ext cx="11275" cy="14950"/>
              </a:xfrm>
              <a:custGeom>
                <a:rect b="b" l="l" r="r" t="t"/>
                <a:pathLst>
                  <a:path extrusionOk="0" h="598" w="451">
                    <a:moveTo>
                      <a:pt x="0" y="0"/>
                    </a:moveTo>
                    <a:lnTo>
                      <a:pt x="0" y="26"/>
                    </a:lnTo>
                    <a:cubicBezTo>
                      <a:pt x="0" y="65"/>
                      <a:pt x="13" y="95"/>
                      <a:pt x="26" y="134"/>
                    </a:cubicBezTo>
                    <a:cubicBezTo>
                      <a:pt x="26" y="147"/>
                      <a:pt x="43" y="163"/>
                      <a:pt x="56" y="176"/>
                    </a:cubicBezTo>
                    <a:cubicBezTo>
                      <a:pt x="69" y="189"/>
                      <a:pt x="82" y="189"/>
                      <a:pt x="95" y="189"/>
                    </a:cubicBezTo>
                    <a:cubicBezTo>
                      <a:pt x="108" y="202"/>
                      <a:pt x="108" y="215"/>
                      <a:pt x="108" y="215"/>
                    </a:cubicBezTo>
                    <a:cubicBezTo>
                      <a:pt x="150" y="284"/>
                      <a:pt x="177" y="353"/>
                      <a:pt x="206" y="408"/>
                    </a:cubicBezTo>
                    <a:lnTo>
                      <a:pt x="206" y="447"/>
                    </a:lnTo>
                    <a:lnTo>
                      <a:pt x="206" y="460"/>
                    </a:lnTo>
                    <a:cubicBezTo>
                      <a:pt x="219" y="473"/>
                      <a:pt x="219" y="473"/>
                      <a:pt x="232" y="473"/>
                    </a:cubicBezTo>
                    <a:cubicBezTo>
                      <a:pt x="288" y="503"/>
                      <a:pt x="327" y="529"/>
                      <a:pt x="382" y="542"/>
                    </a:cubicBezTo>
                    <a:cubicBezTo>
                      <a:pt x="408" y="555"/>
                      <a:pt x="434" y="584"/>
                      <a:pt x="451" y="597"/>
                    </a:cubicBezTo>
                    <a:cubicBezTo>
                      <a:pt x="451" y="584"/>
                      <a:pt x="434" y="571"/>
                      <a:pt x="434" y="555"/>
                    </a:cubicBezTo>
                    <a:cubicBezTo>
                      <a:pt x="421" y="529"/>
                      <a:pt x="408" y="516"/>
                      <a:pt x="382" y="503"/>
                    </a:cubicBezTo>
                    <a:cubicBezTo>
                      <a:pt x="353" y="490"/>
                      <a:pt x="314" y="473"/>
                      <a:pt x="271" y="460"/>
                    </a:cubicBezTo>
                    <a:cubicBezTo>
                      <a:pt x="258" y="460"/>
                      <a:pt x="258" y="460"/>
                      <a:pt x="245" y="447"/>
                    </a:cubicBezTo>
                    <a:lnTo>
                      <a:pt x="245" y="434"/>
                    </a:lnTo>
                    <a:cubicBezTo>
                      <a:pt x="245" y="392"/>
                      <a:pt x="232" y="353"/>
                      <a:pt x="206" y="310"/>
                    </a:cubicBezTo>
                    <a:cubicBezTo>
                      <a:pt x="190" y="297"/>
                      <a:pt x="190" y="284"/>
                      <a:pt x="177" y="271"/>
                    </a:cubicBezTo>
                    <a:cubicBezTo>
                      <a:pt x="177" y="258"/>
                      <a:pt x="177" y="229"/>
                      <a:pt x="164" y="215"/>
                    </a:cubicBezTo>
                    <a:cubicBezTo>
                      <a:pt x="150" y="134"/>
                      <a:pt x="56" y="95"/>
                      <a:pt x="13" y="26"/>
                    </a:cubicBezTo>
                    <a:cubicBezTo>
                      <a:pt x="0" y="26"/>
                      <a:pt x="0" y="13"/>
                      <a:pt x="0" y="0"/>
                    </a:cubicBezTo>
                    <a:close/>
                  </a:path>
                </a:pathLst>
              </a:custGeom>
              <a:solidFill>
                <a:srgbClr val="87878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85" name="Google Shape;1485;p34"/>
              <p:cNvSpPr/>
              <p:nvPr/>
            </p:nvSpPr>
            <p:spPr>
              <a:xfrm>
                <a:off x="6897800" y="2134375"/>
                <a:ext cx="25" cy="350"/>
              </a:xfrm>
              <a:custGeom>
                <a:rect b="b" l="l" r="r" t="t"/>
                <a:pathLst>
                  <a:path extrusionOk="0" h="14" w="1">
                    <a:moveTo>
                      <a:pt x="1" y="0"/>
                    </a:moveTo>
                    <a:lnTo>
                      <a:pt x="1" y="13"/>
                    </a:lnTo>
                    <a:lnTo>
                      <a:pt x="1" y="13"/>
                    </a:lnTo>
                    <a:close/>
                  </a:path>
                </a:pathLst>
              </a:custGeom>
              <a:solidFill>
                <a:srgbClr val="87878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86" name="Google Shape;1486;p34"/>
              <p:cNvSpPr/>
              <p:nvPr/>
            </p:nvSpPr>
            <p:spPr>
              <a:xfrm>
                <a:off x="6896750" y="2134700"/>
                <a:ext cx="5825" cy="34700"/>
              </a:xfrm>
              <a:custGeom>
                <a:rect b="b" l="l" r="r" t="t"/>
                <a:pathLst>
                  <a:path extrusionOk="0" h="1388" w="233">
                    <a:moveTo>
                      <a:pt x="43" y="0"/>
                    </a:moveTo>
                    <a:lnTo>
                      <a:pt x="43" y="27"/>
                    </a:lnTo>
                    <a:lnTo>
                      <a:pt x="43" y="69"/>
                    </a:lnTo>
                    <a:cubicBezTo>
                      <a:pt x="26" y="108"/>
                      <a:pt x="13" y="164"/>
                      <a:pt x="0" y="190"/>
                    </a:cubicBezTo>
                    <a:cubicBezTo>
                      <a:pt x="26" y="219"/>
                      <a:pt x="26" y="245"/>
                      <a:pt x="43" y="271"/>
                    </a:cubicBezTo>
                    <a:cubicBezTo>
                      <a:pt x="43" y="301"/>
                      <a:pt x="43" y="327"/>
                      <a:pt x="26" y="340"/>
                    </a:cubicBezTo>
                    <a:cubicBezTo>
                      <a:pt x="26" y="382"/>
                      <a:pt x="13" y="421"/>
                      <a:pt x="13" y="451"/>
                    </a:cubicBezTo>
                    <a:cubicBezTo>
                      <a:pt x="0" y="490"/>
                      <a:pt x="26" y="559"/>
                      <a:pt x="43" y="598"/>
                    </a:cubicBezTo>
                    <a:cubicBezTo>
                      <a:pt x="56" y="640"/>
                      <a:pt x="108" y="640"/>
                      <a:pt x="137" y="679"/>
                    </a:cubicBezTo>
                    <a:cubicBezTo>
                      <a:pt x="177" y="722"/>
                      <a:pt x="164" y="803"/>
                      <a:pt x="137" y="859"/>
                    </a:cubicBezTo>
                    <a:cubicBezTo>
                      <a:pt x="124" y="898"/>
                      <a:pt x="124" y="924"/>
                      <a:pt x="108" y="967"/>
                    </a:cubicBezTo>
                    <a:lnTo>
                      <a:pt x="95" y="1074"/>
                    </a:lnTo>
                    <a:cubicBezTo>
                      <a:pt x="124" y="1087"/>
                      <a:pt x="150" y="1087"/>
                      <a:pt x="164" y="1104"/>
                    </a:cubicBezTo>
                    <a:cubicBezTo>
                      <a:pt x="177" y="1104"/>
                      <a:pt x="177" y="1104"/>
                      <a:pt x="177" y="1117"/>
                    </a:cubicBezTo>
                    <a:lnTo>
                      <a:pt x="190" y="1130"/>
                    </a:lnTo>
                    <a:cubicBezTo>
                      <a:pt x="190" y="1185"/>
                      <a:pt x="190" y="1238"/>
                      <a:pt x="177" y="1293"/>
                    </a:cubicBezTo>
                    <a:cubicBezTo>
                      <a:pt x="177" y="1306"/>
                      <a:pt x="164" y="1319"/>
                      <a:pt x="164" y="1332"/>
                    </a:cubicBezTo>
                    <a:cubicBezTo>
                      <a:pt x="164" y="1348"/>
                      <a:pt x="150" y="1362"/>
                      <a:pt x="150" y="1388"/>
                    </a:cubicBezTo>
                    <a:lnTo>
                      <a:pt x="177" y="1388"/>
                    </a:lnTo>
                    <a:lnTo>
                      <a:pt x="190" y="1375"/>
                    </a:lnTo>
                    <a:cubicBezTo>
                      <a:pt x="206" y="1362"/>
                      <a:pt x="206" y="1362"/>
                      <a:pt x="219" y="1348"/>
                    </a:cubicBezTo>
                    <a:cubicBezTo>
                      <a:pt x="232" y="1319"/>
                      <a:pt x="232" y="1306"/>
                      <a:pt x="232" y="1267"/>
                    </a:cubicBezTo>
                    <a:cubicBezTo>
                      <a:pt x="232" y="1224"/>
                      <a:pt x="232" y="1169"/>
                      <a:pt x="219" y="1117"/>
                    </a:cubicBezTo>
                    <a:cubicBezTo>
                      <a:pt x="219" y="1087"/>
                      <a:pt x="219" y="1048"/>
                      <a:pt x="190" y="1035"/>
                    </a:cubicBezTo>
                    <a:cubicBezTo>
                      <a:pt x="177" y="1035"/>
                      <a:pt x="164" y="1022"/>
                      <a:pt x="164" y="1022"/>
                    </a:cubicBezTo>
                    <a:cubicBezTo>
                      <a:pt x="150" y="1006"/>
                      <a:pt x="150" y="993"/>
                      <a:pt x="164" y="980"/>
                    </a:cubicBezTo>
                    <a:cubicBezTo>
                      <a:pt x="177" y="940"/>
                      <a:pt x="177" y="885"/>
                      <a:pt x="190" y="843"/>
                    </a:cubicBezTo>
                    <a:lnTo>
                      <a:pt x="190" y="830"/>
                    </a:lnTo>
                    <a:lnTo>
                      <a:pt x="206" y="816"/>
                    </a:lnTo>
                    <a:lnTo>
                      <a:pt x="206" y="777"/>
                    </a:lnTo>
                    <a:cubicBezTo>
                      <a:pt x="206" y="748"/>
                      <a:pt x="190" y="722"/>
                      <a:pt x="177" y="696"/>
                    </a:cubicBezTo>
                    <a:cubicBezTo>
                      <a:pt x="150" y="653"/>
                      <a:pt x="150" y="614"/>
                      <a:pt x="137" y="572"/>
                    </a:cubicBezTo>
                    <a:cubicBezTo>
                      <a:pt x="124" y="559"/>
                      <a:pt x="95" y="546"/>
                      <a:pt x="82" y="532"/>
                    </a:cubicBezTo>
                    <a:lnTo>
                      <a:pt x="69" y="516"/>
                    </a:lnTo>
                    <a:lnTo>
                      <a:pt x="69" y="503"/>
                    </a:lnTo>
                    <a:cubicBezTo>
                      <a:pt x="82" y="435"/>
                      <a:pt x="56" y="382"/>
                      <a:pt x="69" y="314"/>
                    </a:cubicBezTo>
                    <a:cubicBezTo>
                      <a:pt x="69" y="301"/>
                      <a:pt x="82" y="288"/>
                      <a:pt x="95" y="271"/>
                    </a:cubicBezTo>
                    <a:cubicBezTo>
                      <a:pt x="95" y="245"/>
                      <a:pt x="82" y="232"/>
                      <a:pt x="82" y="206"/>
                    </a:cubicBezTo>
                    <a:cubicBezTo>
                      <a:pt x="69" y="206"/>
                      <a:pt x="69" y="190"/>
                      <a:pt x="69" y="190"/>
                    </a:cubicBezTo>
                    <a:cubicBezTo>
                      <a:pt x="69" y="177"/>
                      <a:pt x="82" y="177"/>
                      <a:pt x="82" y="164"/>
                    </a:cubicBezTo>
                    <a:cubicBezTo>
                      <a:pt x="82" y="138"/>
                      <a:pt x="95" y="108"/>
                      <a:pt x="95" y="69"/>
                    </a:cubicBezTo>
                    <a:cubicBezTo>
                      <a:pt x="95" y="56"/>
                      <a:pt x="95" y="43"/>
                      <a:pt x="82" y="27"/>
                    </a:cubicBezTo>
                    <a:cubicBezTo>
                      <a:pt x="82" y="0"/>
                      <a:pt x="69" y="0"/>
                      <a:pt x="43" y="0"/>
                    </a:cubicBezTo>
                    <a:close/>
                  </a:path>
                </a:pathLst>
              </a:custGeom>
              <a:solidFill>
                <a:srgbClr val="87878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87" name="Google Shape;1487;p34"/>
              <p:cNvSpPr/>
              <p:nvPr/>
            </p:nvSpPr>
            <p:spPr>
              <a:xfrm>
                <a:off x="6900825" y="2152075"/>
                <a:ext cx="13975" cy="5425"/>
              </a:xfrm>
              <a:custGeom>
                <a:rect b="b" l="l" r="r" t="t"/>
                <a:pathLst>
                  <a:path extrusionOk="0" h="217" w="559">
                    <a:moveTo>
                      <a:pt x="151" y="1"/>
                    </a:moveTo>
                    <a:lnTo>
                      <a:pt x="138" y="14"/>
                    </a:lnTo>
                    <a:cubicBezTo>
                      <a:pt x="82" y="66"/>
                      <a:pt x="43" y="108"/>
                      <a:pt x="1" y="164"/>
                    </a:cubicBezTo>
                    <a:cubicBezTo>
                      <a:pt x="43" y="135"/>
                      <a:pt x="82" y="95"/>
                      <a:pt x="125" y="66"/>
                    </a:cubicBezTo>
                    <a:cubicBezTo>
                      <a:pt x="125" y="53"/>
                      <a:pt x="138" y="40"/>
                      <a:pt x="151" y="40"/>
                    </a:cubicBezTo>
                    <a:lnTo>
                      <a:pt x="177" y="40"/>
                    </a:lnTo>
                    <a:cubicBezTo>
                      <a:pt x="190" y="53"/>
                      <a:pt x="219" y="53"/>
                      <a:pt x="232" y="66"/>
                    </a:cubicBezTo>
                    <a:cubicBezTo>
                      <a:pt x="278" y="90"/>
                      <a:pt x="330" y="112"/>
                      <a:pt x="385" y="112"/>
                    </a:cubicBezTo>
                    <a:cubicBezTo>
                      <a:pt x="397" y="112"/>
                      <a:pt x="409" y="111"/>
                      <a:pt x="422" y="108"/>
                    </a:cubicBezTo>
                    <a:lnTo>
                      <a:pt x="422" y="108"/>
                    </a:lnTo>
                    <a:cubicBezTo>
                      <a:pt x="382" y="148"/>
                      <a:pt x="340" y="177"/>
                      <a:pt x="301" y="216"/>
                    </a:cubicBezTo>
                    <a:cubicBezTo>
                      <a:pt x="314" y="203"/>
                      <a:pt x="353" y="203"/>
                      <a:pt x="369" y="203"/>
                    </a:cubicBezTo>
                    <a:cubicBezTo>
                      <a:pt x="382" y="203"/>
                      <a:pt x="409" y="190"/>
                      <a:pt x="435" y="190"/>
                    </a:cubicBezTo>
                    <a:cubicBezTo>
                      <a:pt x="477" y="177"/>
                      <a:pt x="533" y="164"/>
                      <a:pt x="559" y="148"/>
                    </a:cubicBezTo>
                    <a:cubicBezTo>
                      <a:pt x="554" y="139"/>
                      <a:pt x="544" y="136"/>
                      <a:pt x="531" y="136"/>
                    </a:cubicBezTo>
                    <a:cubicBezTo>
                      <a:pt x="505" y="136"/>
                      <a:pt x="468" y="148"/>
                      <a:pt x="451" y="148"/>
                    </a:cubicBezTo>
                    <a:cubicBezTo>
                      <a:pt x="451" y="121"/>
                      <a:pt x="451" y="108"/>
                      <a:pt x="464" y="82"/>
                    </a:cubicBezTo>
                    <a:cubicBezTo>
                      <a:pt x="369" y="66"/>
                      <a:pt x="271" y="40"/>
                      <a:pt x="190" y="1"/>
                    </a:cubicBezTo>
                    <a:close/>
                  </a:path>
                </a:pathLst>
              </a:custGeom>
              <a:solidFill>
                <a:srgbClr val="87878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88" name="Google Shape;1488;p34"/>
              <p:cNvSpPr/>
              <p:nvPr/>
            </p:nvSpPr>
            <p:spPr>
              <a:xfrm>
                <a:off x="6857650" y="2132000"/>
                <a:ext cx="51675" cy="5100"/>
              </a:xfrm>
              <a:custGeom>
                <a:rect b="b" l="l" r="r" t="t"/>
                <a:pathLst>
                  <a:path extrusionOk="0" h="204" w="2067">
                    <a:moveTo>
                      <a:pt x="2067" y="1"/>
                    </a:moveTo>
                    <a:cubicBezTo>
                      <a:pt x="2064" y="2"/>
                      <a:pt x="2061" y="4"/>
                      <a:pt x="2058" y="5"/>
                    </a:cubicBezTo>
                    <a:lnTo>
                      <a:pt x="2058" y="5"/>
                    </a:lnTo>
                    <a:cubicBezTo>
                      <a:pt x="2061" y="5"/>
                      <a:pt x="2065" y="3"/>
                      <a:pt x="2067" y="1"/>
                    </a:cubicBezTo>
                    <a:close/>
                    <a:moveTo>
                      <a:pt x="1985" y="1"/>
                    </a:moveTo>
                    <a:cubicBezTo>
                      <a:pt x="1959" y="14"/>
                      <a:pt x="1959" y="27"/>
                      <a:pt x="1933" y="40"/>
                    </a:cubicBezTo>
                    <a:cubicBezTo>
                      <a:pt x="1865" y="69"/>
                      <a:pt x="1796" y="95"/>
                      <a:pt x="1728" y="135"/>
                    </a:cubicBezTo>
                    <a:cubicBezTo>
                      <a:pt x="1714" y="135"/>
                      <a:pt x="1701" y="151"/>
                      <a:pt x="1688" y="151"/>
                    </a:cubicBezTo>
                    <a:cubicBezTo>
                      <a:pt x="1672" y="151"/>
                      <a:pt x="1659" y="135"/>
                      <a:pt x="1646" y="135"/>
                    </a:cubicBezTo>
                    <a:cubicBezTo>
                      <a:pt x="1602" y="109"/>
                      <a:pt x="1552" y="95"/>
                      <a:pt x="1504" y="95"/>
                    </a:cubicBezTo>
                    <a:cubicBezTo>
                      <a:pt x="1477" y="95"/>
                      <a:pt x="1452" y="99"/>
                      <a:pt x="1427" y="108"/>
                    </a:cubicBezTo>
                    <a:cubicBezTo>
                      <a:pt x="1375" y="121"/>
                      <a:pt x="1320" y="151"/>
                      <a:pt x="1280" y="164"/>
                    </a:cubicBezTo>
                    <a:cubicBezTo>
                      <a:pt x="1251" y="121"/>
                      <a:pt x="1238" y="82"/>
                      <a:pt x="1182" y="82"/>
                    </a:cubicBezTo>
                    <a:cubicBezTo>
                      <a:pt x="1130" y="82"/>
                      <a:pt x="1075" y="82"/>
                      <a:pt x="1019" y="95"/>
                    </a:cubicBezTo>
                    <a:cubicBezTo>
                      <a:pt x="967" y="95"/>
                      <a:pt x="938" y="82"/>
                      <a:pt x="898" y="69"/>
                    </a:cubicBezTo>
                    <a:cubicBezTo>
                      <a:pt x="889" y="66"/>
                      <a:pt x="881" y="64"/>
                      <a:pt x="873" y="64"/>
                    </a:cubicBezTo>
                    <a:cubicBezTo>
                      <a:pt x="844" y="64"/>
                      <a:pt x="821" y="82"/>
                      <a:pt x="791" y="82"/>
                    </a:cubicBezTo>
                    <a:lnTo>
                      <a:pt x="709" y="82"/>
                    </a:lnTo>
                    <a:cubicBezTo>
                      <a:pt x="654" y="69"/>
                      <a:pt x="611" y="69"/>
                      <a:pt x="559" y="53"/>
                    </a:cubicBezTo>
                    <a:lnTo>
                      <a:pt x="504" y="53"/>
                    </a:lnTo>
                    <a:cubicBezTo>
                      <a:pt x="490" y="69"/>
                      <a:pt x="477" y="69"/>
                      <a:pt x="464" y="82"/>
                    </a:cubicBezTo>
                    <a:cubicBezTo>
                      <a:pt x="422" y="95"/>
                      <a:pt x="366" y="95"/>
                      <a:pt x="314" y="95"/>
                    </a:cubicBezTo>
                    <a:cubicBezTo>
                      <a:pt x="203" y="95"/>
                      <a:pt x="96" y="135"/>
                      <a:pt x="1" y="203"/>
                    </a:cubicBezTo>
                    <a:cubicBezTo>
                      <a:pt x="122" y="164"/>
                      <a:pt x="233" y="151"/>
                      <a:pt x="353" y="151"/>
                    </a:cubicBezTo>
                    <a:cubicBezTo>
                      <a:pt x="383" y="151"/>
                      <a:pt x="422" y="151"/>
                      <a:pt x="448" y="121"/>
                    </a:cubicBezTo>
                    <a:cubicBezTo>
                      <a:pt x="464" y="121"/>
                      <a:pt x="464" y="108"/>
                      <a:pt x="477" y="108"/>
                    </a:cubicBezTo>
                    <a:lnTo>
                      <a:pt x="504" y="108"/>
                    </a:lnTo>
                    <a:cubicBezTo>
                      <a:pt x="531" y="102"/>
                      <a:pt x="558" y="99"/>
                      <a:pt x="583" y="99"/>
                    </a:cubicBezTo>
                    <a:cubicBezTo>
                      <a:pt x="609" y="99"/>
                      <a:pt x="632" y="102"/>
                      <a:pt x="654" y="108"/>
                    </a:cubicBezTo>
                    <a:cubicBezTo>
                      <a:pt x="698" y="108"/>
                      <a:pt x="749" y="125"/>
                      <a:pt x="796" y="125"/>
                    </a:cubicBezTo>
                    <a:cubicBezTo>
                      <a:pt x="807" y="125"/>
                      <a:pt x="819" y="124"/>
                      <a:pt x="830" y="121"/>
                    </a:cubicBezTo>
                    <a:cubicBezTo>
                      <a:pt x="843" y="121"/>
                      <a:pt x="872" y="108"/>
                      <a:pt x="898" y="108"/>
                    </a:cubicBezTo>
                    <a:cubicBezTo>
                      <a:pt x="925" y="108"/>
                      <a:pt x="938" y="121"/>
                      <a:pt x="954" y="121"/>
                    </a:cubicBezTo>
                    <a:cubicBezTo>
                      <a:pt x="967" y="126"/>
                      <a:pt x="980" y="127"/>
                      <a:pt x="994" y="127"/>
                    </a:cubicBezTo>
                    <a:cubicBezTo>
                      <a:pt x="1021" y="127"/>
                      <a:pt x="1049" y="121"/>
                      <a:pt x="1075" y="121"/>
                    </a:cubicBezTo>
                    <a:cubicBezTo>
                      <a:pt x="1096" y="121"/>
                      <a:pt x="1120" y="118"/>
                      <a:pt x="1142" y="118"/>
                    </a:cubicBezTo>
                    <a:cubicBezTo>
                      <a:pt x="1164" y="118"/>
                      <a:pt x="1184" y="121"/>
                      <a:pt x="1199" y="135"/>
                    </a:cubicBezTo>
                    <a:cubicBezTo>
                      <a:pt x="1212" y="164"/>
                      <a:pt x="1225" y="177"/>
                      <a:pt x="1238" y="190"/>
                    </a:cubicBezTo>
                    <a:cubicBezTo>
                      <a:pt x="1251" y="197"/>
                      <a:pt x="1262" y="200"/>
                      <a:pt x="1271" y="200"/>
                    </a:cubicBezTo>
                    <a:cubicBezTo>
                      <a:pt x="1280" y="200"/>
                      <a:pt x="1287" y="197"/>
                      <a:pt x="1293" y="190"/>
                    </a:cubicBezTo>
                    <a:cubicBezTo>
                      <a:pt x="1333" y="190"/>
                      <a:pt x="1375" y="177"/>
                      <a:pt x="1401" y="177"/>
                    </a:cubicBezTo>
                    <a:cubicBezTo>
                      <a:pt x="1433" y="168"/>
                      <a:pt x="1461" y="165"/>
                      <a:pt x="1489" y="165"/>
                    </a:cubicBezTo>
                    <a:cubicBezTo>
                      <a:pt x="1544" y="165"/>
                      <a:pt x="1596" y="177"/>
                      <a:pt x="1659" y="177"/>
                    </a:cubicBezTo>
                    <a:cubicBezTo>
                      <a:pt x="1754" y="177"/>
                      <a:pt x="1852" y="121"/>
                      <a:pt x="1933" y="82"/>
                    </a:cubicBezTo>
                    <a:cubicBezTo>
                      <a:pt x="1970" y="55"/>
                      <a:pt x="2010" y="30"/>
                      <a:pt x="2058" y="5"/>
                    </a:cubicBezTo>
                    <a:lnTo>
                      <a:pt x="2058" y="5"/>
                    </a:lnTo>
                    <a:cubicBezTo>
                      <a:pt x="2054" y="6"/>
                      <a:pt x="2051" y="7"/>
                      <a:pt x="2047" y="7"/>
                    </a:cubicBezTo>
                    <a:cubicBezTo>
                      <a:pt x="2029" y="7"/>
                      <a:pt x="2005" y="1"/>
                      <a:pt x="1985" y="1"/>
                    </a:cubicBezTo>
                    <a:close/>
                  </a:path>
                </a:pathLst>
              </a:custGeom>
              <a:solidFill>
                <a:srgbClr val="87878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89" name="Google Shape;1489;p34"/>
              <p:cNvSpPr/>
              <p:nvPr/>
            </p:nvSpPr>
            <p:spPr>
              <a:xfrm>
                <a:off x="6880100" y="2119025"/>
                <a:ext cx="25900" cy="12675"/>
              </a:xfrm>
              <a:custGeom>
                <a:rect b="b" l="l" r="r" t="t"/>
                <a:pathLst>
                  <a:path extrusionOk="0" h="507" w="1036">
                    <a:moveTo>
                      <a:pt x="27" y="1"/>
                    </a:moveTo>
                    <a:cubicBezTo>
                      <a:pt x="27" y="17"/>
                      <a:pt x="14" y="30"/>
                      <a:pt x="0" y="43"/>
                    </a:cubicBezTo>
                    <a:cubicBezTo>
                      <a:pt x="14" y="43"/>
                      <a:pt x="14" y="56"/>
                      <a:pt x="14" y="56"/>
                    </a:cubicBezTo>
                    <a:cubicBezTo>
                      <a:pt x="69" y="82"/>
                      <a:pt x="69" y="138"/>
                      <a:pt x="82" y="193"/>
                    </a:cubicBezTo>
                    <a:cubicBezTo>
                      <a:pt x="151" y="193"/>
                      <a:pt x="219" y="206"/>
                      <a:pt x="284" y="206"/>
                    </a:cubicBezTo>
                    <a:cubicBezTo>
                      <a:pt x="314" y="206"/>
                      <a:pt x="327" y="206"/>
                      <a:pt x="340" y="219"/>
                    </a:cubicBezTo>
                    <a:cubicBezTo>
                      <a:pt x="366" y="232"/>
                      <a:pt x="366" y="246"/>
                      <a:pt x="382" y="262"/>
                    </a:cubicBezTo>
                    <a:cubicBezTo>
                      <a:pt x="408" y="297"/>
                      <a:pt x="448" y="302"/>
                      <a:pt x="491" y="302"/>
                    </a:cubicBezTo>
                    <a:cubicBezTo>
                      <a:pt x="513" y="302"/>
                      <a:pt x="536" y="301"/>
                      <a:pt x="559" y="301"/>
                    </a:cubicBezTo>
                    <a:cubicBezTo>
                      <a:pt x="611" y="314"/>
                      <a:pt x="679" y="327"/>
                      <a:pt x="735" y="357"/>
                    </a:cubicBezTo>
                    <a:cubicBezTo>
                      <a:pt x="790" y="383"/>
                      <a:pt x="843" y="396"/>
                      <a:pt x="898" y="438"/>
                    </a:cubicBezTo>
                    <a:cubicBezTo>
                      <a:pt x="937" y="451"/>
                      <a:pt x="980" y="477"/>
                      <a:pt x="1006" y="507"/>
                    </a:cubicBezTo>
                    <a:cubicBezTo>
                      <a:pt x="1019" y="477"/>
                      <a:pt x="1035" y="451"/>
                      <a:pt x="1006" y="425"/>
                    </a:cubicBezTo>
                    <a:cubicBezTo>
                      <a:pt x="996" y="435"/>
                      <a:pt x="984" y="439"/>
                      <a:pt x="971" y="439"/>
                    </a:cubicBezTo>
                    <a:cubicBezTo>
                      <a:pt x="948" y="439"/>
                      <a:pt x="923" y="427"/>
                      <a:pt x="898" y="409"/>
                    </a:cubicBezTo>
                    <a:cubicBezTo>
                      <a:pt x="843" y="370"/>
                      <a:pt x="774" y="301"/>
                      <a:pt x="709" y="301"/>
                    </a:cubicBezTo>
                    <a:cubicBezTo>
                      <a:pt x="627" y="288"/>
                      <a:pt x="611" y="301"/>
                      <a:pt x="546" y="246"/>
                    </a:cubicBezTo>
                    <a:cubicBezTo>
                      <a:pt x="448" y="151"/>
                      <a:pt x="258" y="219"/>
                      <a:pt x="164" y="125"/>
                    </a:cubicBezTo>
                    <a:cubicBezTo>
                      <a:pt x="151" y="99"/>
                      <a:pt x="138" y="82"/>
                      <a:pt x="121" y="56"/>
                    </a:cubicBezTo>
                    <a:cubicBezTo>
                      <a:pt x="95" y="30"/>
                      <a:pt x="69" y="17"/>
                      <a:pt x="40" y="17"/>
                    </a:cubicBezTo>
                    <a:lnTo>
                      <a:pt x="27" y="1"/>
                    </a:lnTo>
                    <a:close/>
                  </a:path>
                </a:pathLst>
              </a:custGeom>
              <a:solidFill>
                <a:srgbClr val="87878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90" name="Google Shape;1490;p34"/>
              <p:cNvSpPr/>
              <p:nvPr/>
            </p:nvSpPr>
            <p:spPr>
              <a:xfrm>
                <a:off x="6861750" y="2144900"/>
                <a:ext cx="35025" cy="22475"/>
              </a:xfrm>
              <a:custGeom>
                <a:rect b="b" l="l" r="r" t="t"/>
                <a:pathLst>
                  <a:path extrusionOk="0" h="899" w="1401">
                    <a:moveTo>
                      <a:pt x="0" y="0"/>
                    </a:moveTo>
                    <a:cubicBezTo>
                      <a:pt x="39" y="0"/>
                      <a:pt x="69" y="13"/>
                      <a:pt x="95" y="13"/>
                    </a:cubicBezTo>
                    <a:cubicBezTo>
                      <a:pt x="137" y="27"/>
                      <a:pt x="163" y="27"/>
                      <a:pt x="189" y="43"/>
                    </a:cubicBezTo>
                    <a:cubicBezTo>
                      <a:pt x="219" y="56"/>
                      <a:pt x="245" y="69"/>
                      <a:pt x="258" y="82"/>
                    </a:cubicBezTo>
                    <a:cubicBezTo>
                      <a:pt x="271" y="108"/>
                      <a:pt x="271" y="138"/>
                      <a:pt x="258" y="151"/>
                    </a:cubicBezTo>
                    <a:cubicBezTo>
                      <a:pt x="353" y="164"/>
                      <a:pt x="447" y="206"/>
                      <a:pt x="545" y="258"/>
                    </a:cubicBezTo>
                    <a:cubicBezTo>
                      <a:pt x="545" y="271"/>
                      <a:pt x="545" y="288"/>
                      <a:pt x="529" y="301"/>
                    </a:cubicBezTo>
                    <a:cubicBezTo>
                      <a:pt x="530" y="300"/>
                      <a:pt x="533" y="299"/>
                      <a:pt x="537" y="299"/>
                    </a:cubicBezTo>
                    <a:cubicBezTo>
                      <a:pt x="580" y="299"/>
                      <a:pt x="749" y="354"/>
                      <a:pt x="761" y="369"/>
                    </a:cubicBezTo>
                    <a:cubicBezTo>
                      <a:pt x="774" y="369"/>
                      <a:pt x="774" y="382"/>
                      <a:pt x="774" y="382"/>
                    </a:cubicBezTo>
                    <a:cubicBezTo>
                      <a:pt x="803" y="395"/>
                      <a:pt x="816" y="422"/>
                      <a:pt x="842" y="422"/>
                    </a:cubicBezTo>
                    <a:lnTo>
                      <a:pt x="855" y="422"/>
                    </a:lnTo>
                    <a:cubicBezTo>
                      <a:pt x="872" y="408"/>
                      <a:pt x="885" y="382"/>
                      <a:pt x="911" y="382"/>
                    </a:cubicBezTo>
                    <a:lnTo>
                      <a:pt x="937" y="382"/>
                    </a:lnTo>
                    <a:cubicBezTo>
                      <a:pt x="979" y="395"/>
                      <a:pt x="1018" y="408"/>
                      <a:pt x="1048" y="422"/>
                    </a:cubicBezTo>
                    <a:cubicBezTo>
                      <a:pt x="1087" y="435"/>
                      <a:pt x="1129" y="464"/>
                      <a:pt x="1142" y="503"/>
                    </a:cubicBezTo>
                    <a:cubicBezTo>
                      <a:pt x="1142" y="546"/>
                      <a:pt x="1116" y="572"/>
                      <a:pt x="1116" y="614"/>
                    </a:cubicBezTo>
                    <a:cubicBezTo>
                      <a:pt x="1100" y="640"/>
                      <a:pt x="1100" y="666"/>
                      <a:pt x="1116" y="679"/>
                    </a:cubicBezTo>
                    <a:cubicBezTo>
                      <a:pt x="1116" y="709"/>
                      <a:pt x="1129" y="722"/>
                      <a:pt x="1129" y="735"/>
                    </a:cubicBezTo>
                    <a:cubicBezTo>
                      <a:pt x="1129" y="748"/>
                      <a:pt x="1142" y="748"/>
                      <a:pt x="1142" y="761"/>
                    </a:cubicBezTo>
                    <a:cubicBezTo>
                      <a:pt x="1169" y="777"/>
                      <a:pt x="1198" y="790"/>
                      <a:pt x="1224" y="803"/>
                    </a:cubicBezTo>
                    <a:cubicBezTo>
                      <a:pt x="1280" y="843"/>
                      <a:pt x="1345" y="872"/>
                      <a:pt x="1400" y="898"/>
                    </a:cubicBezTo>
                    <a:cubicBezTo>
                      <a:pt x="1345" y="859"/>
                      <a:pt x="1306" y="830"/>
                      <a:pt x="1263" y="777"/>
                    </a:cubicBezTo>
                    <a:cubicBezTo>
                      <a:pt x="1250" y="777"/>
                      <a:pt x="1250" y="761"/>
                      <a:pt x="1250" y="761"/>
                    </a:cubicBezTo>
                    <a:cubicBezTo>
                      <a:pt x="1211" y="722"/>
                      <a:pt x="1198" y="666"/>
                      <a:pt x="1198" y="627"/>
                    </a:cubicBezTo>
                    <a:cubicBezTo>
                      <a:pt x="1198" y="598"/>
                      <a:pt x="1211" y="572"/>
                      <a:pt x="1211" y="559"/>
                    </a:cubicBezTo>
                    <a:cubicBezTo>
                      <a:pt x="1211" y="516"/>
                      <a:pt x="1198" y="477"/>
                      <a:pt x="1198" y="435"/>
                    </a:cubicBezTo>
                    <a:cubicBezTo>
                      <a:pt x="1129" y="422"/>
                      <a:pt x="1074" y="395"/>
                      <a:pt x="1035" y="340"/>
                    </a:cubicBezTo>
                    <a:cubicBezTo>
                      <a:pt x="1116" y="301"/>
                      <a:pt x="1182" y="258"/>
                      <a:pt x="1250" y="190"/>
                    </a:cubicBezTo>
                    <a:lnTo>
                      <a:pt x="1250" y="190"/>
                    </a:lnTo>
                    <a:cubicBezTo>
                      <a:pt x="1182" y="245"/>
                      <a:pt x="1116" y="271"/>
                      <a:pt x="1035" y="288"/>
                    </a:cubicBezTo>
                    <a:cubicBezTo>
                      <a:pt x="1005" y="288"/>
                      <a:pt x="979" y="288"/>
                      <a:pt x="953" y="301"/>
                    </a:cubicBezTo>
                    <a:cubicBezTo>
                      <a:pt x="924" y="301"/>
                      <a:pt x="911" y="314"/>
                      <a:pt x="898" y="314"/>
                    </a:cubicBezTo>
                    <a:cubicBezTo>
                      <a:pt x="885" y="327"/>
                      <a:pt x="872" y="327"/>
                      <a:pt x="855" y="327"/>
                    </a:cubicBezTo>
                    <a:cubicBezTo>
                      <a:pt x="842" y="327"/>
                      <a:pt x="816" y="327"/>
                      <a:pt x="803" y="314"/>
                    </a:cubicBezTo>
                    <a:cubicBezTo>
                      <a:pt x="721" y="314"/>
                      <a:pt x="640" y="288"/>
                      <a:pt x="597" y="232"/>
                    </a:cubicBezTo>
                    <a:cubicBezTo>
                      <a:pt x="584" y="219"/>
                      <a:pt x="584" y="206"/>
                      <a:pt x="571" y="190"/>
                    </a:cubicBezTo>
                    <a:cubicBezTo>
                      <a:pt x="558" y="190"/>
                      <a:pt x="545" y="177"/>
                      <a:pt x="529" y="177"/>
                    </a:cubicBezTo>
                    <a:cubicBezTo>
                      <a:pt x="447" y="151"/>
                      <a:pt x="382" y="124"/>
                      <a:pt x="326" y="82"/>
                    </a:cubicBezTo>
                    <a:cubicBezTo>
                      <a:pt x="313" y="82"/>
                      <a:pt x="300" y="82"/>
                      <a:pt x="300" y="69"/>
                    </a:cubicBezTo>
                    <a:cubicBezTo>
                      <a:pt x="284" y="56"/>
                      <a:pt x="300" y="27"/>
                      <a:pt x="284" y="13"/>
                    </a:cubicBezTo>
                    <a:cubicBezTo>
                      <a:pt x="284" y="0"/>
                      <a:pt x="258" y="0"/>
                      <a:pt x="245" y="0"/>
                    </a:cubicBezTo>
                    <a:close/>
                  </a:path>
                </a:pathLst>
              </a:custGeom>
              <a:solidFill>
                <a:srgbClr val="87878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91" name="Google Shape;1491;p34"/>
              <p:cNvSpPr/>
              <p:nvPr/>
            </p:nvSpPr>
            <p:spPr>
              <a:xfrm>
                <a:off x="6844775" y="2122775"/>
                <a:ext cx="14300" cy="15050"/>
              </a:xfrm>
              <a:custGeom>
                <a:rect b="b" l="l" r="r" t="t"/>
                <a:pathLst>
                  <a:path extrusionOk="0" h="602" w="572">
                    <a:moveTo>
                      <a:pt x="297" y="177"/>
                    </a:moveTo>
                    <a:cubicBezTo>
                      <a:pt x="327" y="177"/>
                      <a:pt x="353" y="177"/>
                      <a:pt x="379" y="207"/>
                    </a:cubicBezTo>
                    <a:lnTo>
                      <a:pt x="392" y="220"/>
                    </a:lnTo>
                    <a:lnTo>
                      <a:pt x="434" y="259"/>
                    </a:lnTo>
                    <a:cubicBezTo>
                      <a:pt x="460" y="275"/>
                      <a:pt x="473" y="301"/>
                      <a:pt x="490" y="314"/>
                    </a:cubicBezTo>
                    <a:cubicBezTo>
                      <a:pt x="490" y="327"/>
                      <a:pt x="503" y="327"/>
                      <a:pt x="503" y="340"/>
                    </a:cubicBezTo>
                    <a:lnTo>
                      <a:pt x="490" y="357"/>
                    </a:lnTo>
                    <a:cubicBezTo>
                      <a:pt x="490" y="383"/>
                      <a:pt x="516" y="396"/>
                      <a:pt x="516" y="422"/>
                    </a:cubicBezTo>
                    <a:cubicBezTo>
                      <a:pt x="516" y="451"/>
                      <a:pt x="503" y="464"/>
                      <a:pt x="490" y="477"/>
                    </a:cubicBezTo>
                    <a:cubicBezTo>
                      <a:pt x="473" y="490"/>
                      <a:pt x="473" y="533"/>
                      <a:pt x="490" y="546"/>
                    </a:cubicBezTo>
                    <a:cubicBezTo>
                      <a:pt x="447" y="533"/>
                      <a:pt x="408" y="520"/>
                      <a:pt x="353" y="504"/>
                    </a:cubicBezTo>
                    <a:cubicBezTo>
                      <a:pt x="366" y="477"/>
                      <a:pt x="366" y="451"/>
                      <a:pt x="353" y="422"/>
                    </a:cubicBezTo>
                    <a:cubicBezTo>
                      <a:pt x="340" y="409"/>
                      <a:pt x="310" y="396"/>
                      <a:pt x="284" y="396"/>
                    </a:cubicBezTo>
                    <a:cubicBezTo>
                      <a:pt x="297" y="370"/>
                      <a:pt x="297" y="357"/>
                      <a:pt x="297" y="327"/>
                    </a:cubicBezTo>
                    <a:cubicBezTo>
                      <a:pt x="297" y="314"/>
                      <a:pt x="284" y="288"/>
                      <a:pt x="284" y="275"/>
                    </a:cubicBezTo>
                    <a:lnTo>
                      <a:pt x="284" y="193"/>
                    </a:lnTo>
                    <a:cubicBezTo>
                      <a:pt x="297" y="193"/>
                      <a:pt x="297" y="177"/>
                      <a:pt x="297" y="177"/>
                    </a:cubicBezTo>
                    <a:close/>
                    <a:moveTo>
                      <a:pt x="258" y="1"/>
                    </a:moveTo>
                    <a:lnTo>
                      <a:pt x="258" y="56"/>
                    </a:lnTo>
                    <a:cubicBezTo>
                      <a:pt x="245" y="69"/>
                      <a:pt x="258" y="82"/>
                      <a:pt x="258" y="96"/>
                    </a:cubicBezTo>
                    <a:cubicBezTo>
                      <a:pt x="258" y="112"/>
                      <a:pt x="258" y="125"/>
                      <a:pt x="245" y="125"/>
                    </a:cubicBezTo>
                    <a:cubicBezTo>
                      <a:pt x="245" y="129"/>
                      <a:pt x="243" y="131"/>
                      <a:pt x="241" y="131"/>
                    </a:cubicBezTo>
                    <a:cubicBezTo>
                      <a:pt x="236" y="131"/>
                      <a:pt x="229" y="125"/>
                      <a:pt x="229" y="125"/>
                    </a:cubicBezTo>
                    <a:cubicBezTo>
                      <a:pt x="203" y="125"/>
                      <a:pt x="189" y="125"/>
                      <a:pt x="176" y="138"/>
                    </a:cubicBezTo>
                    <a:cubicBezTo>
                      <a:pt x="163" y="138"/>
                      <a:pt x="147" y="151"/>
                      <a:pt x="134" y="151"/>
                    </a:cubicBezTo>
                    <a:cubicBezTo>
                      <a:pt x="121" y="164"/>
                      <a:pt x="95" y="164"/>
                      <a:pt x="65" y="164"/>
                    </a:cubicBezTo>
                    <a:lnTo>
                      <a:pt x="0" y="164"/>
                    </a:lnTo>
                    <a:cubicBezTo>
                      <a:pt x="26" y="164"/>
                      <a:pt x="52" y="177"/>
                      <a:pt x="82" y="177"/>
                    </a:cubicBezTo>
                    <a:cubicBezTo>
                      <a:pt x="95" y="177"/>
                      <a:pt x="108" y="177"/>
                      <a:pt x="121" y="164"/>
                    </a:cubicBezTo>
                    <a:lnTo>
                      <a:pt x="147" y="164"/>
                    </a:lnTo>
                    <a:cubicBezTo>
                      <a:pt x="176" y="151"/>
                      <a:pt x="203" y="151"/>
                      <a:pt x="229" y="151"/>
                    </a:cubicBezTo>
                    <a:cubicBezTo>
                      <a:pt x="229" y="164"/>
                      <a:pt x="216" y="177"/>
                      <a:pt x="216" y="177"/>
                    </a:cubicBezTo>
                    <a:lnTo>
                      <a:pt x="258" y="177"/>
                    </a:lnTo>
                    <a:cubicBezTo>
                      <a:pt x="258" y="177"/>
                      <a:pt x="258" y="164"/>
                      <a:pt x="271" y="164"/>
                    </a:cubicBezTo>
                    <a:lnTo>
                      <a:pt x="271" y="164"/>
                    </a:lnTo>
                    <a:cubicBezTo>
                      <a:pt x="271" y="177"/>
                      <a:pt x="271" y="193"/>
                      <a:pt x="258" y="207"/>
                    </a:cubicBezTo>
                    <a:lnTo>
                      <a:pt x="258" y="246"/>
                    </a:lnTo>
                    <a:cubicBezTo>
                      <a:pt x="258" y="275"/>
                      <a:pt x="258" y="314"/>
                      <a:pt x="245" y="340"/>
                    </a:cubicBezTo>
                    <a:cubicBezTo>
                      <a:pt x="245" y="357"/>
                      <a:pt x="229" y="396"/>
                      <a:pt x="229" y="409"/>
                    </a:cubicBezTo>
                    <a:lnTo>
                      <a:pt x="245" y="422"/>
                    </a:lnTo>
                    <a:cubicBezTo>
                      <a:pt x="284" y="438"/>
                      <a:pt x="310" y="477"/>
                      <a:pt x="340" y="520"/>
                    </a:cubicBezTo>
                    <a:cubicBezTo>
                      <a:pt x="340" y="533"/>
                      <a:pt x="353" y="559"/>
                      <a:pt x="366" y="559"/>
                    </a:cubicBezTo>
                    <a:cubicBezTo>
                      <a:pt x="372" y="566"/>
                      <a:pt x="386" y="566"/>
                      <a:pt x="402" y="566"/>
                    </a:cubicBezTo>
                    <a:cubicBezTo>
                      <a:pt x="417" y="566"/>
                      <a:pt x="434" y="566"/>
                      <a:pt x="447" y="572"/>
                    </a:cubicBezTo>
                    <a:cubicBezTo>
                      <a:pt x="473" y="572"/>
                      <a:pt x="503" y="585"/>
                      <a:pt x="529" y="601"/>
                    </a:cubicBezTo>
                    <a:cubicBezTo>
                      <a:pt x="529" y="559"/>
                      <a:pt x="529" y="520"/>
                      <a:pt x="542" y="477"/>
                    </a:cubicBezTo>
                    <a:cubicBezTo>
                      <a:pt x="555" y="451"/>
                      <a:pt x="571" y="438"/>
                      <a:pt x="555" y="409"/>
                    </a:cubicBezTo>
                    <a:cubicBezTo>
                      <a:pt x="542" y="370"/>
                      <a:pt x="542" y="327"/>
                      <a:pt x="516" y="288"/>
                    </a:cubicBezTo>
                    <a:cubicBezTo>
                      <a:pt x="503" y="275"/>
                      <a:pt x="473" y="259"/>
                      <a:pt x="460" y="233"/>
                    </a:cubicBezTo>
                    <a:cubicBezTo>
                      <a:pt x="434" y="220"/>
                      <a:pt x="421" y="193"/>
                      <a:pt x="392" y="164"/>
                    </a:cubicBezTo>
                    <a:cubicBezTo>
                      <a:pt x="366" y="151"/>
                      <a:pt x="340" y="151"/>
                      <a:pt x="297" y="151"/>
                    </a:cubicBezTo>
                    <a:cubicBezTo>
                      <a:pt x="284" y="151"/>
                      <a:pt x="271" y="151"/>
                      <a:pt x="271" y="138"/>
                    </a:cubicBezTo>
                    <a:lnTo>
                      <a:pt x="271" y="112"/>
                    </a:lnTo>
                    <a:lnTo>
                      <a:pt x="271" y="96"/>
                    </a:lnTo>
                    <a:cubicBezTo>
                      <a:pt x="258" y="82"/>
                      <a:pt x="271" y="69"/>
                      <a:pt x="271" y="56"/>
                    </a:cubicBezTo>
                    <a:cubicBezTo>
                      <a:pt x="271" y="30"/>
                      <a:pt x="271" y="14"/>
                      <a:pt x="258" y="1"/>
                    </a:cubicBezTo>
                    <a:close/>
                  </a:path>
                </a:pathLst>
              </a:custGeom>
              <a:solidFill>
                <a:srgbClr val="87878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92" name="Google Shape;1492;p34"/>
              <p:cNvSpPr/>
              <p:nvPr/>
            </p:nvSpPr>
            <p:spPr>
              <a:xfrm>
                <a:off x="6853575" y="2120100"/>
                <a:ext cx="3450" cy="8175"/>
              </a:xfrm>
              <a:custGeom>
                <a:rect b="b" l="l" r="r" t="t"/>
                <a:pathLst>
                  <a:path extrusionOk="0" h="327" w="138">
                    <a:moveTo>
                      <a:pt x="138" y="0"/>
                    </a:moveTo>
                    <a:cubicBezTo>
                      <a:pt x="138" y="13"/>
                      <a:pt x="121" y="39"/>
                      <a:pt x="95" y="69"/>
                    </a:cubicBezTo>
                    <a:cubicBezTo>
                      <a:pt x="95" y="82"/>
                      <a:pt x="82" y="95"/>
                      <a:pt x="82" y="108"/>
                    </a:cubicBezTo>
                    <a:lnTo>
                      <a:pt x="82" y="121"/>
                    </a:lnTo>
                    <a:lnTo>
                      <a:pt x="82" y="176"/>
                    </a:lnTo>
                    <a:cubicBezTo>
                      <a:pt x="82" y="189"/>
                      <a:pt x="82" y="189"/>
                      <a:pt x="69" y="203"/>
                    </a:cubicBezTo>
                    <a:lnTo>
                      <a:pt x="40" y="232"/>
                    </a:lnTo>
                    <a:lnTo>
                      <a:pt x="27" y="245"/>
                    </a:lnTo>
                    <a:lnTo>
                      <a:pt x="14" y="245"/>
                    </a:lnTo>
                    <a:cubicBezTo>
                      <a:pt x="14" y="271"/>
                      <a:pt x="1" y="300"/>
                      <a:pt x="14" y="327"/>
                    </a:cubicBezTo>
                    <a:cubicBezTo>
                      <a:pt x="27" y="314"/>
                      <a:pt x="40" y="284"/>
                      <a:pt x="56" y="271"/>
                    </a:cubicBezTo>
                    <a:cubicBezTo>
                      <a:pt x="56" y="271"/>
                      <a:pt x="56" y="258"/>
                      <a:pt x="69" y="258"/>
                    </a:cubicBezTo>
                    <a:cubicBezTo>
                      <a:pt x="69" y="245"/>
                      <a:pt x="69" y="245"/>
                      <a:pt x="82" y="245"/>
                    </a:cubicBezTo>
                    <a:cubicBezTo>
                      <a:pt x="82" y="232"/>
                      <a:pt x="95" y="232"/>
                      <a:pt x="108" y="219"/>
                    </a:cubicBezTo>
                    <a:cubicBezTo>
                      <a:pt x="108" y="203"/>
                      <a:pt x="95" y="189"/>
                      <a:pt x="95" y="176"/>
                    </a:cubicBezTo>
                    <a:cubicBezTo>
                      <a:pt x="95" y="163"/>
                      <a:pt x="108" y="150"/>
                      <a:pt x="108" y="137"/>
                    </a:cubicBezTo>
                    <a:lnTo>
                      <a:pt x="108" y="95"/>
                    </a:lnTo>
                    <a:lnTo>
                      <a:pt x="108" y="82"/>
                    </a:lnTo>
                    <a:cubicBezTo>
                      <a:pt x="121" y="56"/>
                      <a:pt x="138" y="26"/>
                      <a:pt x="138" y="0"/>
                    </a:cubicBezTo>
                    <a:close/>
                  </a:path>
                </a:pathLst>
              </a:custGeom>
              <a:solidFill>
                <a:srgbClr val="87878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93" name="Google Shape;1493;p34"/>
              <p:cNvSpPr/>
              <p:nvPr/>
            </p:nvSpPr>
            <p:spPr>
              <a:xfrm>
                <a:off x="6857325" y="2135750"/>
                <a:ext cx="7450" cy="9175"/>
              </a:xfrm>
              <a:custGeom>
                <a:rect b="b" l="l" r="r" t="t"/>
                <a:pathLst>
                  <a:path extrusionOk="0" h="367" w="298">
                    <a:moveTo>
                      <a:pt x="1" y="1"/>
                    </a:moveTo>
                    <a:cubicBezTo>
                      <a:pt x="27" y="27"/>
                      <a:pt x="69" y="66"/>
                      <a:pt x="95" y="109"/>
                    </a:cubicBezTo>
                    <a:cubicBezTo>
                      <a:pt x="109" y="122"/>
                      <a:pt x="122" y="135"/>
                      <a:pt x="122" y="164"/>
                    </a:cubicBezTo>
                    <a:cubicBezTo>
                      <a:pt x="122" y="190"/>
                      <a:pt x="122" y="216"/>
                      <a:pt x="109" y="229"/>
                    </a:cubicBezTo>
                    <a:cubicBezTo>
                      <a:pt x="151" y="285"/>
                      <a:pt x="203" y="366"/>
                      <a:pt x="285" y="366"/>
                    </a:cubicBezTo>
                    <a:lnTo>
                      <a:pt x="298" y="366"/>
                    </a:lnTo>
                    <a:lnTo>
                      <a:pt x="298" y="353"/>
                    </a:lnTo>
                    <a:cubicBezTo>
                      <a:pt x="285" y="327"/>
                      <a:pt x="246" y="298"/>
                      <a:pt x="216" y="272"/>
                    </a:cubicBezTo>
                    <a:cubicBezTo>
                      <a:pt x="190" y="259"/>
                      <a:pt x="151" y="216"/>
                      <a:pt x="151" y="177"/>
                    </a:cubicBezTo>
                    <a:cubicBezTo>
                      <a:pt x="151" y="177"/>
                      <a:pt x="164" y="164"/>
                      <a:pt x="164" y="148"/>
                    </a:cubicBezTo>
                    <a:cubicBezTo>
                      <a:pt x="164" y="122"/>
                      <a:pt x="151" y="109"/>
                      <a:pt x="135" y="96"/>
                    </a:cubicBezTo>
                    <a:cubicBezTo>
                      <a:pt x="122" y="66"/>
                      <a:pt x="95" y="40"/>
                      <a:pt x="82" y="27"/>
                    </a:cubicBezTo>
                    <a:cubicBezTo>
                      <a:pt x="53" y="14"/>
                      <a:pt x="27" y="1"/>
                      <a:pt x="1" y="1"/>
                    </a:cubicBezTo>
                    <a:close/>
                  </a:path>
                </a:pathLst>
              </a:custGeom>
              <a:solidFill>
                <a:srgbClr val="87878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94" name="Google Shape;1494;p34"/>
              <p:cNvSpPr/>
              <p:nvPr/>
            </p:nvSpPr>
            <p:spPr>
              <a:xfrm>
                <a:off x="6856275" y="2119775"/>
                <a:ext cx="28900" cy="10875"/>
              </a:xfrm>
              <a:custGeom>
                <a:rect b="b" l="l" r="r" t="t"/>
                <a:pathLst>
                  <a:path extrusionOk="0" h="435" w="1156">
                    <a:moveTo>
                      <a:pt x="1156" y="0"/>
                    </a:moveTo>
                    <a:cubicBezTo>
                      <a:pt x="1143" y="0"/>
                      <a:pt x="1117" y="0"/>
                      <a:pt x="1117" y="13"/>
                    </a:cubicBezTo>
                    <a:cubicBezTo>
                      <a:pt x="1104" y="26"/>
                      <a:pt x="1091" y="52"/>
                      <a:pt x="1091" y="69"/>
                    </a:cubicBezTo>
                    <a:cubicBezTo>
                      <a:pt x="1075" y="81"/>
                      <a:pt x="1025" y="183"/>
                      <a:pt x="1034" y="189"/>
                    </a:cubicBezTo>
                    <a:lnTo>
                      <a:pt x="1034" y="189"/>
                    </a:lnTo>
                    <a:cubicBezTo>
                      <a:pt x="1022" y="186"/>
                      <a:pt x="1010" y="184"/>
                      <a:pt x="999" y="184"/>
                    </a:cubicBezTo>
                    <a:cubicBezTo>
                      <a:pt x="971" y="184"/>
                      <a:pt x="946" y="193"/>
                      <a:pt x="927" y="202"/>
                    </a:cubicBezTo>
                    <a:cubicBezTo>
                      <a:pt x="885" y="232"/>
                      <a:pt x="859" y="245"/>
                      <a:pt x="816" y="245"/>
                    </a:cubicBezTo>
                    <a:cubicBezTo>
                      <a:pt x="790" y="245"/>
                      <a:pt x="764" y="232"/>
                      <a:pt x="735" y="216"/>
                    </a:cubicBezTo>
                    <a:cubicBezTo>
                      <a:pt x="724" y="212"/>
                      <a:pt x="711" y="210"/>
                      <a:pt x="698" y="210"/>
                    </a:cubicBezTo>
                    <a:cubicBezTo>
                      <a:pt x="665" y="210"/>
                      <a:pt x="629" y="220"/>
                      <a:pt x="601" y="232"/>
                    </a:cubicBezTo>
                    <a:cubicBezTo>
                      <a:pt x="519" y="245"/>
                      <a:pt x="438" y="245"/>
                      <a:pt x="369" y="245"/>
                    </a:cubicBezTo>
                    <a:lnTo>
                      <a:pt x="314" y="245"/>
                    </a:lnTo>
                    <a:cubicBezTo>
                      <a:pt x="290" y="257"/>
                      <a:pt x="277" y="315"/>
                      <a:pt x="242" y="315"/>
                    </a:cubicBezTo>
                    <a:cubicBezTo>
                      <a:pt x="239" y="315"/>
                      <a:pt x="236" y="315"/>
                      <a:pt x="232" y="313"/>
                    </a:cubicBezTo>
                    <a:cubicBezTo>
                      <a:pt x="219" y="313"/>
                      <a:pt x="206" y="297"/>
                      <a:pt x="193" y="297"/>
                    </a:cubicBezTo>
                    <a:cubicBezTo>
                      <a:pt x="188" y="295"/>
                      <a:pt x="183" y="294"/>
                      <a:pt x="178" y="294"/>
                    </a:cubicBezTo>
                    <a:cubicBezTo>
                      <a:pt x="154" y="294"/>
                      <a:pt x="133" y="316"/>
                      <a:pt x="111" y="327"/>
                    </a:cubicBezTo>
                    <a:lnTo>
                      <a:pt x="0" y="434"/>
                    </a:lnTo>
                    <a:cubicBezTo>
                      <a:pt x="69" y="434"/>
                      <a:pt x="111" y="353"/>
                      <a:pt x="164" y="340"/>
                    </a:cubicBezTo>
                    <a:cubicBezTo>
                      <a:pt x="206" y="340"/>
                      <a:pt x="232" y="340"/>
                      <a:pt x="258" y="353"/>
                    </a:cubicBezTo>
                    <a:lnTo>
                      <a:pt x="301" y="353"/>
                    </a:lnTo>
                    <a:cubicBezTo>
                      <a:pt x="314" y="340"/>
                      <a:pt x="314" y="327"/>
                      <a:pt x="327" y="327"/>
                    </a:cubicBezTo>
                    <a:cubicBezTo>
                      <a:pt x="327" y="313"/>
                      <a:pt x="340" y="313"/>
                      <a:pt x="356" y="313"/>
                    </a:cubicBezTo>
                    <a:cubicBezTo>
                      <a:pt x="464" y="297"/>
                      <a:pt x="572" y="271"/>
                      <a:pt x="683" y="258"/>
                    </a:cubicBezTo>
                    <a:lnTo>
                      <a:pt x="722" y="258"/>
                    </a:lnTo>
                    <a:cubicBezTo>
                      <a:pt x="764" y="271"/>
                      <a:pt x="790" y="313"/>
                      <a:pt x="829" y="313"/>
                    </a:cubicBezTo>
                    <a:cubicBezTo>
                      <a:pt x="846" y="297"/>
                      <a:pt x="859" y="284"/>
                      <a:pt x="872" y="271"/>
                    </a:cubicBezTo>
                    <a:cubicBezTo>
                      <a:pt x="911" y="216"/>
                      <a:pt x="993" y="232"/>
                      <a:pt x="1061" y="216"/>
                    </a:cubicBezTo>
                    <a:cubicBezTo>
                      <a:pt x="1074" y="202"/>
                      <a:pt x="1074" y="202"/>
                      <a:pt x="1091" y="202"/>
                    </a:cubicBezTo>
                    <a:lnTo>
                      <a:pt x="1091" y="176"/>
                    </a:lnTo>
                    <a:cubicBezTo>
                      <a:pt x="1091" y="134"/>
                      <a:pt x="1117" y="108"/>
                      <a:pt x="1130" y="82"/>
                    </a:cubicBezTo>
                    <a:cubicBezTo>
                      <a:pt x="1143" y="69"/>
                      <a:pt x="1143" y="52"/>
                      <a:pt x="1156" y="39"/>
                    </a:cubicBezTo>
                    <a:lnTo>
                      <a:pt x="1156" y="0"/>
                    </a:lnTo>
                    <a:close/>
                  </a:path>
                </a:pathLst>
              </a:custGeom>
              <a:solidFill>
                <a:srgbClr val="87878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95" name="Google Shape;1495;p34"/>
              <p:cNvSpPr/>
              <p:nvPr/>
            </p:nvSpPr>
            <p:spPr>
              <a:xfrm>
                <a:off x="6897800" y="2138450"/>
                <a:ext cx="12275" cy="15275"/>
              </a:xfrm>
              <a:custGeom>
                <a:rect b="b" l="l" r="r" t="t"/>
                <a:pathLst>
                  <a:path extrusionOk="0" h="611" w="491">
                    <a:moveTo>
                      <a:pt x="490" y="138"/>
                    </a:moveTo>
                    <a:lnTo>
                      <a:pt x="490" y="138"/>
                    </a:lnTo>
                    <a:cubicBezTo>
                      <a:pt x="480" y="142"/>
                      <a:pt x="471" y="150"/>
                      <a:pt x="464" y="159"/>
                    </a:cubicBezTo>
                    <a:lnTo>
                      <a:pt x="464" y="159"/>
                    </a:lnTo>
                    <a:cubicBezTo>
                      <a:pt x="473" y="153"/>
                      <a:pt x="482" y="145"/>
                      <a:pt x="490" y="138"/>
                    </a:cubicBezTo>
                    <a:close/>
                    <a:moveTo>
                      <a:pt x="1" y="1"/>
                    </a:moveTo>
                    <a:lnTo>
                      <a:pt x="1" y="1"/>
                    </a:lnTo>
                    <a:cubicBezTo>
                      <a:pt x="108" y="95"/>
                      <a:pt x="216" y="203"/>
                      <a:pt x="259" y="353"/>
                    </a:cubicBezTo>
                    <a:cubicBezTo>
                      <a:pt x="259" y="353"/>
                      <a:pt x="259" y="366"/>
                      <a:pt x="272" y="382"/>
                    </a:cubicBezTo>
                    <a:cubicBezTo>
                      <a:pt x="285" y="396"/>
                      <a:pt x="311" y="396"/>
                      <a:pt x="340" y="409"/>
                    </a:cubicBezTo>
                    <a:cubicBezTo>
                      <a:pt x="388" y="432"/>
                      <a:pt x="392" y="527"/>
                      <a:pt x="405" y="593"/>
                    </a:cubicBezTo>
                    <a:lnTo>
                      <a:pt x="405" y="593"/>
                    </a:lnTo>
                    <a:cubicBezTo>
                      <a:pt x="399" y="546"/>
                      <a:pt x="420" y="499"/>
                      <a:pt x="409" y="464"/>
                    </a:cubicBezTo>
                    <a:cubicBezTo>
                      <a:pt x="409" y="409"/>
                      <a:pt x="366" y="422"/>
                      <a:pt x="327" y="396"/>
                    </a:cubicBezTo>
                    <a:cubicBezTo>
                      <a:pt x="311" y="382"/>
                      <a:pt x="311" y="366"/>
                      <a:pt x="298" y="353"/>
                    </a:cubicBezTo>
                    <a:cubicBezTo>
                      <a:pt x="285" y="327"/>
                      <a:pt x="285" y="314"/>
                      <a:pt x="285" y="285"/>
                    </a:cubicBezTo>
                    <a:cubicBezTo>
                      <a:pt x="340" y="258"/>
                      <a:pt x="379" y="245"/>
                      <a:pt x="422" y="203"/>
                    </a:cubicBezTo>
                    <a:cubicBezTo>
                      <a:pt x="439" y="195"/>
                      <a:pt x="450" y="175"/>
                      <a:pt x="464" y="159"/>
                    </a:cubicBezTo>
                    <a:lnTo>
                      <a:pt x="464" y="159"/>
                    </a:lnTo>
                    <a:cubicBezTo>
                      <a:pt x="426" y="187"/>
                      <a:pt x="380" y="206"/>
                      <a:pt x="327" y="219"/>
                    </a:cubicBezTo>
                    <a:cubicBezTo>
                      <a:pt x="311" y="219"/>
                      <a:pt x="285" y="232"/>
                      <a:pt x="272" y="258"/>
                    </a:cubicBezTo>
                    <a:cubicBezTo>
                      <a:pt x="229" y="219"/>
                      <a:pt x="216" y="177"/>
                      <a:pt x="177" y="138"/>
                    </a:cubicBezTo>
                    <a:cubicBezTo>
                      <a:pt x="135" y="82"/>
                      <a:pt x="66" y="27"/>
                      <a:pt x="1" y="1"/>
                    </a:cubicBezTo>
                    <a:close/>
                    <a:moveTo>
                      <a:pt x="405" y="593"/>
                    </a:moveTo>
                    <a:cubicBezTo>
                      <a:pt x="406" y="599"/>
                      <a:pt x="407" y="605"/>
                      <a:pt x="409" y="611"/>
                    </a:cubicBezTo>
                    <a:cubicBezTo>
                      <a:pt x="407" y="605"/>
                      <a:pt x="406" y="599"/>
                      <a:pt x="405" y="593"/>
                    </a:cubicBezTo>
                    <a:close/>
                  </a:path>
                </a:pathLst>
              </a:custGeom>
              <a:solidFill>
                <a:srgbClr val="87878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96" name="Google Shape;1496;p34"/>
              <p:cNvSpPr/>
              <p:nvPr/>
            </p:nvSpPr>
            <p:spPr>
              <a:xfrm>
                <a:off x="6741700" y="2030325"/>
                <a:ext cx="101375" cy="55450"/>
              </a:xfrm>
              <a:custGeom>
                <a:rect b="b" l="l" r="r" t="t"/>
                <a:pathLst>
                  <a:path extrusionOk="0" h="2218" w="4055">
                    <a:moveTo>
                      <a:pt x="4055" y="1"/>
                    </a:moveTo>
                    <a:lnTo>
                      <a:pt x="3402" y="246"/>
                    </a:lnTo>
                    <a:lnTo>
                      <a:pt x="2693" y="285"/>
                    </a:lnTo>
                    <a:lnTo>
                      <a:pt x="1646" y="774"/>
                    </a:lnTo>
                    <a:lnTo>
                      <a:pt x="559" y="1306"/>
                    </a:lnTo>
                    <a:lnTo>
                      <a:pt x="1" y="2217"/>
                    </a:lnTo>
                    <a:lnTo>
                      <a:pt x="954" y="2217"/>
                    </a:lnTo>
                    <a:lnTo>
                      <a:pt x="1251" y="1688"/>
                    </a:lnTo>
                    <a:lnTo>
                      <a:pt x="3415" y="654"/>
                    </a:lnTo>
                    <a:lnTo>
                      <a:pt x="4055" y="1"/>
                    </a:lnTo>
                    <a:close/>
                  </a:path>
                </a:pathLst>
              </a:custGeom>
              <a:solidFill>
                <a:srgbClr val="FFE03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97" name="Google Shape;1497;p34"/>
              <p:cNvSpPr/>
              <p:nvPr/>
            </p:nvSpPr>
            <p:spPr>
              <a:xfrm>
                <a:off x="6730525" y="2080675"/>
                <a:ext cx="73050" cy="34700"/>
              </a:xfrm>
              <a:custGeom>
                <a:rect b="b" l="l" r="r" t="t"/>
                <a:pathLst>
                  <a:path extrusionOk="0" h="1388" w="2922">
                    <a:moveTo>
                      <a:pt x="27" y="1"/>
                    </a:moveTo>
                    <a:cubicBezTo>
                      <a:pt x="27" y="1"/>
                      <a:pt x="0" y="53"/>
                      <a:pt x="0" y="66"/>
                    </a:cubicBezTo>
                    <a:cubicBezTo>
                      <a:pt x="0" y="95"/>
                      <a:pt x="1251" y="667"/>
                      <a:pt x="1251" y="667"/>
                    </a:cubicBezTo>
                    <a:lnTo>
                      <a:pt x="2922" y="1388"/>
                    </a:lnTo>
                    <a:lnTo>
                      <a:pt x="2759" y="1208"/>
                    </a:lnTo>
                    <a:lnTo>
                      <a:pt x="1796" y="637"/>
                    </a:lnTo>
                    <a:lnTo>
                      <a:pt x="1332" y="556"/>
                    </a:lnTo>
                    <a:lnTo>
                      <a:pt x="1019" y="1"/>
                    </a:lnTo>
                    <a:close/>
                  </a:path>
                </a:pathLst>
              </a:custGeom>
              <a:solidFill>
                <a:srgbClr val="2D2C3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98" name="Google Shape;1498;p34"/>
              <p:cNvSpPr/>
              <p:nvPr/>
            </p:nvSpPr>
            <p:spPr>
              <a:xfrm>
                <a:off x="6772625" y="2035400"/>
                <a:ext cx="114600" cy="65300"/>
              </a:xfrm>
              <a:custGeom>
                <a:rect b="b" l="l" r="r" t="t"/>
                <a:pathLst>
                  <a:path extrusionOk="0" h="2612" w="4584">
                    <a:moveTo>
                      <a:pt x="4583" y="0"/>
                    </a:moveTo>
                    <a:lnTo>
                      <a:pt x="3999" y="408"/>
                    </a:lnTo>
                    <a:lnTo>
                      <a:pt x="2857" y="653"/>
                    </a:lnTo>
                    <a:lnTo>
                      <a:pt x="898" y="1551"/>
                    </a:lnTo>
                    <a:lnTo>
                      <a:pt x="1" y="2530"/>
                    </a:lnTo>
                    <a:lnTo>
                      <a:pt x="451" y="2611"/>
                    </a:lnTo>
                    <a:lnTo>
                      <a:pt x="2178" y="1404"/>
                    </a:lnTo>
                    <a:lnTo>
                      <a:pt x="4081" y="545"/>
                    </a:lnTo>
                    <a:lnTo>
                      <a:pt x="4583" y="0"/>
                    </a:lnTo>
                    <a:close/>
                  </a:path>
                </a:pathLst>
              </a:custGeom>
              <a:solidFill>
                <a:srgbClr val="DBAE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99" name="Google Shape;1499;p34"/>
              <p:cNvSpPr/>
              <p:nvPr/>
            </p:nvSpPr>
            <p:spPr>
              <a:xfrm>
                <a:off x="6765525" y="2030325"/>
                <a:ext cx="121700" cy="68325"/>
              </a:xfrm>
              <a:custGeom>
                <a:rect b="b" l="l" r="r" t="t"/>
                <a:pathLst>
                  <a:path extrusionOk="0" h="2733" w="4868">
                    <a:moveTo>
                      <a:pt x="3102" y="1"/>
                    </a:moveTo>
                    <a:lnTo>
                      <a:pt x="2462" y="654"/>
                    </a:lnTo>
                    <a:lnTo>
                      <a:pt x="314" y="1688"/>
                    </a:lnTo>
                    <a:lnTo>
                      <a:pt x="1" y="2217"/>
                    </a:lnTo>
                    <a:lnTo>
                      <a:pt x="285" y="2733"/>
                    </a:lnTo>
                    <a:lnTo>
                      <a:pt x="1182" y="1754"/>
                    </a:lnTo>
                    <a:lnTo>
                      <a:pt x="3141" y="856"/>
                    </a:lnTo>
                    <a:lnTo>
                      <a:pt x="4283" y="611"/>
                    </a:lnTo>
                    <a:lnTo>
                      <a:pt x="4867" y="203"/>
                    </a:lnTo>
                    <a:lnTo>
                      <a:pt x="3102" y="1"/>
                    </a:lnTo>
                    <a:close/>
                  </a:path>
                </a:pathLst>
              </a:custGeom>
              <a:solidFill>
                <a:srgbClr val="DBAE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00" name="Google Shape;1500;p34"/>
              <p:cNvSpPr/>
              <p:nvPr/>
            </p:nvSpPr>
            <p:spPr>
              <a:xfrm>
                <a:off x="6806650" y="2045600"/>
                <a:ext cx="121050" cy="72800"/>
              </a:xfrm>
              <a:custGeom>
                <a:rect b="b" l="l" r="r" t="t"/>
                <a:pathLst>
                  <a:path extrusionOk="0" h="2912" w="4842">
                    <a:moveTo>
                      <a:pt x="4841" y="0"/>
                    </a:moveTo>
                    <a:lnTo>
                      <a:pt x="4025" y="163"/>
                    </a:lnTo>
                    <a:lnTo>
                      <a:pt x="3467" y="571"/>
                    </a:lnTo>
                    <a:lnTo>
                      <a:pt x="2243" y="1061"/>
                    </a:lnTo>
                    <a:lnTo>
                      <a:pt x="1483" y="1537"/>
                    </a:lnTo>
                    <a:lnTo>
                      <a:pt x="654" y="1945"/>
                    </a:lnTo>
                    <a:lnTo>
                      <a:pt x="1" y="2748"/>
                    </a:lnTo>
                    <a:lnTo>
                      <a:pt x="164" y="2912"/>
                    </a:lnTo>
                    <a:lnTo>
                      <a:pt x="804" y="2190"/>
                    </a:lnTo>
                    <a:lnTo>
                      <a:pt x="2217" y="1267"/>
                    </a:lnTo>
                    <a:lnTo>
                      <a:pt x="3510" y="640"/>
                    </a:lnTo>
                    <a:lnTo>
                      <a:pt x="4068" y="313"/>
                    </a:lnTo>
                    <a:lnTo>
                      <a:pt x="4841" y="0"/>
                    </a:lnTo>
                    <a:close/>
                  </a:path>
                </a:pathLst>
              </a:custGeom>
              <a:solidFill>
                <a:srgbClr val="DBAE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01" name="Google Shape;1501;p34"/>
              <p:cNvSpPr/>
              <p:nvPr/>
            </p:nvSpPr>
            <p:spPr>
              <a:xfrm>
                <a:off x="6966750" y="2218900"/>
                <a:ext cx="17425" cy="13125"/>
              </a:xfrm>
              <a:custGeom>
                <a:rect b="b" l="l" r="r" t="t"/>
                <a:pathLst>
                  <a:path extrusionOk="0" h="525" w="697">
                    <a:moveTo>
                      <a:pt x="50" y="1"/>
                    </a:moveTo>
                    <a:cubicBezTo>
                      <a:pt x="46" y="1"/>
                      <a:pt x="43" y="2"/>
                      <a:pt x="43" y="4"/>
                    </a:cubicBezTo>
                    <a:cubicBezTo>
                      <a:pt x="30" y="34"/>
                      <a:pt x="1" y="154"/>
                      <a:pt x="43" y="210"/>
                    </a:cubicBezTo>
                    <a:cubicBezTo>
                      <a:pt x="96" y="247"/>
                      <a:pt x="548" y="525"/>
                      <a:pt x="609" y="525"/>
                    </a:cubicBezTo>
                    <a:cubicBezTo>
                      <a:pt x="612" y="525"/>
                      <a:pt x="613" y="524"/>
                      <a:pt x="615" y="523"/>
                    </a:cubicBezTo>
                    <a:cubicBezTo>
                      <a:pt x="641" y="481"/>
                      <a:pt x="696" y="399"/>
                      <a:pt x="641" y="265"/>
                    </a:cubicBezTo>
                    <a:cubicBezTo>
                      <a:pt x="641" y="265"/>
                      <a:pt x="114" y="1"/>
                      <a:pt x="50" y="1"/>
                    </a:cubicBezTo>
                    <a:close/>
                  </a:path>
                </a:pathLst>
              </a:custGeom>
              <a:solidFill>
                <a:srgbClr val="DBAE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02" name="Google Shape;1502;p34"/>
              <p:cNvSpPr/>
              <p:nvPr/>
            </p:nvSpPr>
            <p:spPr>
              <a:xfrm>
                <a:off x="6967500" y="2217975"/>
                <a:ext cx="15275" cy="10925"/>
              </a:xfrm>
              <a:custGeom>
                <a:rect b="b" l="l" r="r" t="t"/>
                <a:pathLst>
                  <a:path extrusionOk="0" h="437" w="611">
                    <a:moveTo>
                      <a:pt x="93" y="1"/>
                    </a:moveTo>
                    <a:cubicBezTo>
                      <a:pt x="73" y="1"/>
                      <a:pt x="56" y="5"/>
                      <a:pt x="39" y="15"/>
                    </a:cubicBezTo>
                    <a:cubicBezTo>
                      <a:pt x="0" y="41"/>
                      <a:pt x="26" y="123"/>
                      <a:pt x="82" y="165"/>
                    </a:cubicBezTo>
                    <a:lnTo>
                      <a:pt x="542" y="423"/>
                    </a:lnTo>
                    <a:cubicBezTo>
                      <a:pt x="556" y="432"/>
                      <a:pt x="569" y="436"/>
                      <a:pt x="579" y="436"/>
                    </a:cubicBezTo>
                    <a:cubicBezTo>
                      <a:pt x="599" y="436"/>
                      <a:pt x="611" y="419"/>
                      <a:pt x="611" y="384"/>
                    </a:cubicBezTo>
                    <a:lnTo>
                      <a:pt x="611" y="368"/>
                    </a:lnTo>
                    <a:cubicBezTo>
                      <a:pt x="611" y="315"/>
                      <a:pt x="585" y="260"/>
                      <a:pt x="542" y="234"/>
                    </a:cubicBezTo>
                    <a:lnTo>
                      <a:pt x="203" y="28"/>
                    </a:lnTo>
                    <a:cubicBezTo>
                      <a:pt x="160" y="12"/>
                      <a:pt x="124" y="1"/>
                      <a:pt x="93" y="1"/>
                    </a:cubicBezTo>
                    <a:close/>
                  </a:path>
                </a:pathLst>
              </a:custGeom>
              <a:solidFill>
                <a:srgbClr val="DBAE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03" name="Google Shape;1503;p34"/>
              <p:cNvSpPr/>
              <p:nvPr/>
            </p:nvSpPr>
            <p:spPr>
              <a:xfrm>
                <a:off x="6967500" y="2217750"/>
                <a:ext cx="15600" cy="11475"/>
              </a:xfrm>
              <a:custGeom>
                <a:rect b="b" l="l" r="r" t="t"/>
                <a:pathLst>
                  <a:path extrusionOk="0" h="459" w="624">
                    <a:moveTo>
                      <a:pt x="95" y="24"/>
                    </a:moveTo>
                    <a:cubicBezTo>
                      <a:pt x="121" y="24"/>
                      <a:pt x="163" y="37"/>
                      <a:pt x="203" y="50"/>
                    </a:cubicBezTo>
                    <a:lnTo>
                      <a:pt x="529" y="256"/>
                    </a:lnTo>
                    <a:cubicBezTo>
                      <a:pt x="571" y="269"/>
                      <a:pt x="611" y="324"/>
                      <a:pt x="611" y="377"/>
                    </a:cubicBezTo>
                    <a:lnTo>
                      <a:pt x="611" y="393"/>
                    </a:lnTo>
                    <a:cubicBezTo>
                      <a:pt x="611" y="406"/>
                      <a:pt x="598" y="432"/>
                      <a:pt x="585" y="432"/>
                    </a:cubicBezTo>
                    <a:lnTo>
                      <a:pt x="542" y="432"/>
                    </a:lnTo>
                    <a:lnTo>
                      <a:pt x="82" y="161"/>
                    </a:lnTo>
                    <a:cubicBezTo>
                      <a:pt x="52" y="148"/>
                      <a:pt x="26" y="93"/>
                      <a:pt x="26" y="66"/>
                    </a:cubicBezTo>
                    <a:cubicBezTo>
                      <a:pt x="26" y="66"/>
                      <a:pt x="26" y="50"/>
                      <a:pt x="39" y="37"/>
                    </a:cubicBezTo>
                    <a:cubicBezTo>
                      <a:pt x="52" y="24"/>
                      <a:pt x="82" y="24"/>
                      <a:pt x="95" y="24"/>
                    </a:cubicBezTo>
                    <a:close/>
                    <a:moveTo>
                      <a:pt x="96" y="0"/>
                    </a:moveTo>
                    <a:cubicBezTo>
                      <a:pt x="72" y="0"/>
                      <a:pt x="50" y="8"/>
                      <a:pt x="26" y="24"/>
                    </a:cubicBezTo>
                    <a:cubicBezTo>
                      <a:pt x="13" y="24"/>
                      <a:pt x="0" y="50"/>
                      <a:pt x="0" y="66"/>
                    </a:cubicBezTo>
                    <a:cubicBezTo>
                      <a:pt x="0" y="106"/>
                      <a:pt x="26" y="161"/>
                      <a:pt x="69" y="174"/>
                    </a:cubicBezTo>
                    <a:lnTo>
                      <a:pt x="529" y="445"/>
                    </a:lnTo>
                    <a:cubicBezTo>
                      <a:pt x="542" y="458"/>
                      <a:pt x="558" y="458"/>
                      <a:pt x="571" y="458"/>
                    </a:cubicBezTo>
                    <a:lnTo>
                      <a:pt x="598" y="458"/>
                    </a:lnTo>
                    <a:cubicBezTo>
                      <a:pt x="624" y="445"/>
                      <a:pt x="624" y="419"/>
                      <a:pt x="624" y="393"/>
                    </a:cubicBezTo>
                    <a:lnTo>
                      <a:pt x="624" y="377"/>
                    </a:lnTo>
                    <a:cubicBezTo>
                      <a:pt x="624" y="324"/>
                      <a:pt x="598" y="256"/>
                      <a:pt x="542" y="230"/>
                    </a:cubicBezTo>
                    <a:lnTo>
                      <a:pt x="203" y="37"/>
                    </a:lnTo>
                    <a:cubicBezTo>
                      <a:pt x="163" y="14"/>
                      <a:pt x="128" y="0"/>
                      <a:pt x="96" y="0"/>
                    </a:cubicBezTo>
                    <a:close/>
                  </a:path>
                </a:pathLst>
              </a:custGeom>
              <a:solidFill>
                <a:srgbClr val="DBAE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04" name="Google Shape;1504;p34"/>
              <p:cNvSpPr/>
              <p:nvPr/>
            </p:nvSpPr>
            <p:spPr>
              <a:xfrm>
                <a:off x="6979725" y="2224650"/>
                <a:ext cx="2075" cy="2700"/>
              </a:xfrm>
              <a:custGeom>
                <a:rect b="b" l="l" r="r" t="t"/>
                <a:pathLst>
                  <a:path extrusionOk="0" h="108" w="83">
                    <a:moveTo>
                      <a:pt x="22" y="1"/>
                    </a:moveTo>
                    <a:cubicBezTo>
                      <a:pt x="8" y="1"/>
                      <a:pt x="1" y="14"/>
                      <a:pt x="1" y="35"/>
                    </a:cubicBezTo>
                    <a:cubicBezTo>
                      <a:pt x="1" y="61"/>
                      <a:pt x="14" y="88"/>
                      <a:pt x="40" y="101"/>
                    </a:cubicBezTo>
                    <a:cubicBezTo>
                      <a:pt x="44" y="105"/>
                      <a:pt x="48" y="107"/>
                      <a:pt x="54" y="107"/>
                    </a:cubicBezTo>
                    <a:cubicBezTo>
                      <a:pt x="67" y="107"/>
                      <a:pt x="82" y="93"/>
                      <a:pt x="82" y="74"/>
                    </a:cubicBezTo>
                    <a:cubicBezTo>
                      <a:pt x="82" y="48"/>
                      <a:pt x="53" y="19"/>
                      <a:pt x="40" y="6"/>
                    </a:cubicBezTo>
                    <a:cubicBezTo>
                      <a:pt x="33" y="2"/>
                      <a:pt x="27" y="1"/>
                      <a:pt x="22" y="1"/>
                    </a:cubicBezTo>
                    <a:close/>
                  </a:path>
                </a:pathLst>
              </a:custGeom>
              <a:solidFill>
                <a:srgbClr val="2D2C3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05" name="Google Shape;1505;p34"/>
              <p:cNvSpPr/>
              <p:nvPr/>
            </p:nvSpPr>
            <p:spPr>
              <a:xfrm>
                <a:off x="6874300" y="2170325"/>
                <a:ext cx="17725" cy="13075"/>
              </a:xfrm>
              <a:custGeom>
                <a:rect b="b" l="l" r="r" t="t"/>
                <a:pathLst>
                  <a:path extrusionOk="0" h="523" w="709">
                    <a:moveTo>
                      <a:pt x="53" y="1"/>
                    </a:moveTo>
                    <a:cubicBezTo>
                      <a:pt x="47" y="1"/>
                      <a:pt x="44" y="2"/>
                      <a:pt x="43" y="5"/>
                    </a:cubicBezTo>
                    <a:cubicBezTo>
                      <a:pt x="43" y="31"/>
                      <a:pt x="1" y="152"/>
                      <a:pt x="56" y="207"/>
                    </a:cubicBezTo>
                    <a:cubicBezTo>
                      <a:pt x="94" y="248"/>
                      <a:pt x="557" y="522"/>
                      <a:pt x="621" y="522"/>
                    </a:cubicBezTo>
                    <a:cubicBezTo>
                      <a:pt x="624" y="522"/>
                      <a:pt x="626" y="522"/>
                      <a:pt x="627" y="521"/>
                    </a:cubicBezTo>
                    <a:cubicBezTo>
                      <a:pt x="654" y="478"/>
                      <a:pt x="709" y="397"/>
                      <a:pt x="654" y="263"/>
                    </a:cubicBezTo>
                    <a:cubicBezTo>
                      <a:pt x="654" y="263"/>
                      <a:pt x="132" y="1"/>
                      <a:pt x="53" y="1"/>
                    </a:cubicBezTo>
                    <a:close/>
                  </a:path>
                </a:pathLst>
              </a:custGeom>
              <a:solidFill>
                <a:srgbClr val="DBAE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06" name="Google Shape;1506;p34"/>
              <p:cNvSpPr/>
              <p:nvPr/>
            </p:nvSpPr>
            <p:spPr>
              <a:xfrm>
                <a:off x="6874950" y="2169350"/>
                <a:ext cx="15700" cy="10950"/>
              </a:xfrm>
              <a:custGeom>
                <a:rect b="b" l="l" r="r" t="t"/>
                <a:pathLst>
                  <a:path extrusionOk="0" h="438" w="628">
                    <a:moveTo>
                      <a:pt x="99" y="0"/>
                    </a:moveTo>
                    <a:cubicBezTo>
                      <a:pt x="77" y="0"/>
                      <a:pt x="58" y="5"/>
                      <a:pt x="43" y="15"/>
                    </a:cubicBezTo>
                    <a:cubicBezTo>
                      <a:pt x="1" y="44"/>
                      <a:pt x="30" y="126"/>
                      <a:pt x="82" y="165"/>
                    </a:cubicBezTo>
                    <a:lnTo>
                      <a:pt x="546" y="423"/>
                    </a:lnTo>
                    <a:cubicBezTo>
                      <a:pt x="560" y="432"/>
                      <a:pt x="574" y="437"/>
                      <a:pt x="586" y="437"/>
                    </a:cubicBezTo>
                    <a:cubicBezTo>
                      <a:pt x="610" y="437"/>
                      <a:pt x="628" y="418"/>
                      <a:pt x="628" y="384"/>
                    </a:cubicBezTo>
                    <a:lnTo>
                      <a:pt x="628" y="370"/>
                    </a:lnTo>
                    <a:cubicBezTo>
                      <a:pt x="628" y="315"/>
                      <a:pt x="588" y="260"/>
                      <a:pt x="546" y="233"/>
                    </a:cubicBezTo>
                    <a:lnTo>
                      <a:pt x="220" y="28"/>
                    </a:lnTo>
                    <a:cubicBezTo>
                      <a:pt x="177" y="12"/>
                      <a:pt x="135" y="0"/>
                      <a:pt x="99" y="0"/>
                    </a:cubicBezTo>
                    <a:close/>
                  </a:path>
                </a:pathLst>
              </a:custGeom>
              <a:solidFill>
                <a:srgbClr val="DBAE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07" name="Google Shape;1507;p34"/>
              <p:cNvSpPr/>
              <p:nvPr/>
            </p:nvSpPr>
            <p:spPr>
              <a:xfrm>
                <a:off x="6875375" y="2169125"/>
                <a:ext cx="15600" cy="11550"/>
              </a:xfrm>
              <a:custGeom>
                <a:rect b="b" l="l" r="r" t="t"/>
                <a:pathLst>
                  <a:path extrusionOk="0" h="462" w="624">
                    <a:moveTo>
                      <a:pt x="95" y="24"/>
                    </a:moveTo>
                    <a:cubicBezTo>
                      <a:pt x="121" y="24"/>
                      <a:pt x="163" y="37"/>
                      <a:pt x="189" y="53"/>
                    </a:cubicBezTo>
                    <a:lnTo>
                      <a:pt x="529" y="242"/>
                    </a:lnTo>
                    <a:cubicBezTo>
                      <a:pt x="571" y="269"/>
                      <a:pt x="597" y="324"/>
                      <a:pt x="597" y="379"/>
                    </a:cubicBezTo>
                    <a:lnTo>
                      <a:pt x="597" y="393"/>
                    </a:lnTo>
                    <a:cubicBezTo>
                      <a:pt x="597" y="406"/>
                      <a:pt x="597" y="419"/>
                      <a:pt x="584" y="432"/>
                    </a:cubicBezTo>
                    <a:cubicBezTo>
                      <a:pt x="571" y="432"/>
                      <a:pt x="555" y="432"/>
                      <a:pt x="542" y="419"/>
                    </a:cubicBezTo>
                    <a:lnTo>
                      <a:pt x="82" y="161"/>
                    </a:lnTo>
                    <a:cubicBezTo>
                      <a:pt x="39" y="135"/>
                      <a:pt x="26" y="92"/>
                      <a:pt x="26" y="66"/>
                    </a:cubicBezTo>
                    <a:cubicBezTo>
                      <a:pt x="26" y="66"/>
                      <a:pt x="26" y="53"/>
                      <a:pt x="39" y="37"/>
                    </a:cubicBezTo>
                    <a:cubicBezTo>
                      <a:pt x="52" y="24"/>
                      <a:pt x="65" y="24"/>
                      <a:pt x="95" y="24"/>
                    </a:cubicBezTo>
                    <a:close/>
                    <a:moveTo>
                      <a:pt x="89" y="0"/>
                    </a:moveTo>
                    <a:cubicBezTo>
                      <a:pt x="64" y="0"/>
                      <a:pt x="43" y="7"/>
                      <a:pt x="26" y="24"/>
                    </a:cubicBezTo>
                    <a:cubicBezTo>
                      <a:pt x="13" y="24"/>
                      <a:pt x="0" y="53"/>
                      <a:pt x="0" y="66"/>
                    </a:cubicBezTo>
                    <a:cubicBezTo>
                      <a:pt x="0" y="105"/>
                      <a:pt x="26" y="161"/>
                      <a:pt x="65" y="174"/>
                    </a:cubicBezTo>
                    <a:lnTo>
                      <a:pt x="529" y="445"/>
                    </a:lnTo>
                    <a:cubicBezTo>
                      <a:pt x="542" y="461"/>
                      <a:pt x="555" y="461"/>
                      <a:pt x="571" y="461"/>
                    </a:cubicBezTo>
                    <a:cubicBezTo>
                      <a:pt x="584" y="461"/>
                      <a:pt x="584" y="461"/>
                      <a:pt x="597" y="445"/>
                    </a:cubicBezTo>
                    <a:cubicBezTo>
                      <a:pt x="611" y="445"/>
                      <a:pt x="624" y="419"/>
                      <a:pt x="624" y="393"/>
                    </a:cubicBezTo>
                    <a:lnTo>
                      <a:pt x="624" y="379"/>
                    </a:lnTo>
                    <a:cubicBezTo>
                      <a:pt x="624" y="324"/>
                      <a:pt x="584" y="255"/>
                      <a:pt x="542" y="229"/>
                    </a:cubicBezTo>
                    <a:lnTo>
                      <a:pt x="203" y="37"/>
                    </a:lnTo>
                    <a:cubicBezTo>
                      <a:pt x="163" y="14"/>
                      <a:pt x="123" y="0"/>
                      <a:pt x="89" y="0"/>
                    </a:cubicBezTo>
                    <a:close/>
                  </a:path>
                </a:pathLst>
              </a:custGeom>
              <a:solidFill>
                <a:srgbClr val="DBAE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08" name="Google Shape;1508;p34"/>
              <p:cNvSpPr/>
              <p:nvPr/>
            </p:nvSpPr>
            <p:spPr>
              <a:xfrm>
                <a:off x="6887200" y="2176025"/>
                <a:ext cx="2075" cy="2725"/>
              </a:xfrm>
              <a:custGeom>
                <a:rect b="b" l="l" r="r" t="t"/>
                <a:pathLst>
                  <a:path extrusionOk="0" h="109" w="83">
                    <a:moveTo>
                      <a:pt x="30" y="1"/>
                    </a:moveTo>
                    <a:cubicBezTo>
                      <a:pt x="16" y="1"/>
                      <a:pt x="0" y="13"/>
                      <a:pt x="0" y="35"/>
                    </a:cubicBezTo>
                    <a:cubicBezTo>
                      <a:pt x="0" y="61"/>
                      <a:pt x="30" y="87"/>
                      <a:pt x="43" y="103"/>
                    </a:cubicBezTo>
                    <a:cubicBezTo>
                      <a:pt x="50" y="107"/>
                      <a:pt x="56" y="109"/>
                      <a:pt x="61" y="109"/>
                    </a:cubicBezTo>
                    <a:cubicBezTo>
                      <a:pt x="75" y="109"/>
                      <a:pt x="82" y="96"/>
                      <a:pt x="82" y="74"/>
                    </a:cubicBezTo>
                    <a:cubicBezTo>
                      <a:pt x="82" y="48"/>
                      <a:pt x="69" y="22"/>
                      <a:pt x="43" y="6"/>
                    </a:cubicBezTo>
                    <a:cubicBezTo>
                      <a:pt x="39" y="2"/>
                      <a:pt x="35" y="1"/>
                      <a:pt x="30" y="1"/>
                    </a:cubicBezTo>
                    <a:close/>
                  </a:path>
                </a:pathLst>
              </a:custGeom>
              <a:solidFill>
                <a:srgbClr val="2D2C3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09" name="Google Shape;1509;p34"/>
              <p:cNvSpPr/>
              <p:nvPr/>
            </p:nvSpPr>
            <p:spPr>
              <a:xfrm>
                <a:off x="6900175" y="2129650"/>
                <a:ext cx="22450" cy="47925"/>
              </a:xfrm>
              <a:custGeom>
                <a:rect b="b" l="l" r="r" t="t"/>
                <a:pathLst>
                  <a:path extrusionOk="0" h="1917" w="898">
                    <a:moveTo>
                      <a:pt x="408" y="0"/>
                    </a:moveTo>
                    <a:lnTo>
                      <a:pt x="0" y="1603"/>
                    </a:lnTo>
                    <a:lnTo>
                      <a:pt x="572" y="1916"/>
                    </a:lnTo>
                    <a:lnTo>
                      <a:pt x="898" y="271"/>
                    </a:lnTo>
                    <a:lnTo>
                      <a:pt x="408" y="0"/>
                    </a:lnTo>
                    <a:close/>
                  </a:path>
                </a:pathLst>
              </a:custGeom>
              <a:solidFill>
                <a:srgbClr val="2D2C37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510" name="Google Shape;1510;p34"/>
            <p:cNvGrpSpPr/>
            <p:nvPr/>
          </p:nvGrpSpPr>
          <p:grpSpPr>
            <a:xfrm>
              <a:off x="7351479" y="327242"/>
              <a:ext cx="1278643" cy="977227"/>
              <a:chOff x="7530779" y="405217"/>
              <a:chExt cx="1278643" cy="977227"/>
            </a:xfrm>
          </p:grpSpPr>
          <p:grpSp>
            <p:nvGrpSpPr>
              <p:cNvPr id="1511" name="Google Shape;1511;p34"/>
              <p:cNvGrpSpPr/>
              <p:nvPr/>
            </p:nvGrpSpPr>
            <p:grpSpPr>
              <a:xfrm>
                <a:off x="7530779" y="943876"/>
                <a:ext cx="469024" cy="438568"/>
                <a:chOff x="5322044" y="3586624"/>
                <a:chExt cx="1349322" cy="1261704"/>
              </a:xfrm>
            </p:grpSpPr>
            <p:sp>
              <p:nvSpPr>
                <p:cNvPr id="1512" name="Google Shape;1512;p34"/>
                <p:cNvSpPr/>
                <p:nvPr/>
              </p:nvSpPr>
              <p:spPr>
                <a:xfrm>
                  <a:off x="5322044" y="3586624"/>
                  <a:ext cx="1349322" cy="1261704"/>
                </a:xfrm>
                <a:custGeom>
                  <a:rect b="b" l="l" r="r" t="t"/>
                  <a:pathLst>
                    <a:path extrusionOk="0" h="6048" w="6468">
                      <a:moveTo>
                        <a:pt x="3300" y="0"/>
                      </a:moveTo>
                      <a:lnTo>
                        <a:pt x="2377" y="532"/>
                      </a:lnTo>
                      <a:lnTo>
                        <a:pt x="1657" y="1717"/>
                      </a:lnTo>
                      <a:lnTo>
                        <a:pt x="1672" y="2280"/>
                      </a:lnTo>
                      <a:lnTo>
                        <a:pt x="705" y="2812"/>
                      </a:lnTo>
                      <a:lnTo>
                        <a:pt x="0" y="4031"/>
                      </a:lnTo>
                      <a:lnTo>
                        <a:pt x="0" y="5156"/>
                      </a:lnTo>
                      <a:lnTo>
                        <a:pt x="1519" y="6048"/>
                      </a:lnTo>
                      <a:lnTo>
                        <a:pt x="5797" y="3577"/>
                      </a:lnTo>
                      <a:lnTo>
                        <a:pt x="6468" y="2392"/>
                      </a:lnTo>
                      <a:lnTo>
                        <a:pt x="6468" y="1282"/>
                      </a:lnTo>
                      <a:lnTo>
                        <a:pt x="4953" y="390"/>
                      </a:lnTo>
                      <a:lnTo>
                        <a:pt x="4470" y="671"/>
                      </a:lnTo>
                      <a:lnTo>
                        <a:pt x="3300" y="0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513" name="Google Shape;1513;p34"/>
                <p:cNvSpPr/>
                <p:nvPr/>
              </p:nvSpPr>
              <p:spPr>
                <a:xfrm>
                  <a:off x="5807699" y="3586624"/>
                  <a:ext cx="378845" cy="218420"/>
                </a:xfrm>
                <a:custGeom>
                  <a:rect b="b" l="l" r="r" t="t"/>
                  <a:pathLst>
                    <a:path extrusionOk="0" h="1047" w="1816">
                      <a:moveTo>
                        <a:pt x="972" y="0"/>
                      </a:moveTo>
                      <a:lnTo>
                        <a:pt x="1" y="562"/>
                      </a:lnTo>
                      <a:lnTo>
                        <a:pt x="844" y="1046"/>
                      </a:lnTo>
                      <a:lnTo>
                        <a:pt x="1815" y="484"/>
                      </a:lnTo>
                      <a:lnTo>
                        <a:pt x="972" y="0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514" name="Google Shape;1514;p34"/>
                <p:cNvSpPr/>
                <p:nvPr/>
              </p:nvSpPr>
              <p:spPr>
                <a:xfrm>
                  <a:off x="5469117" y="4062053"/>
                  <a:ext cx="374881" cy="219254"/>
                </a:xfrm>
                <a:custGeom>
                  <a:rect b="b" l="l" r="r" t="t"/>
                  <a:pathLst>
                    <a:path extrusionOk="0" h="1051" w="1797">
                      <a:moveTo>
                        <a:pt x="967" y="1"/>
                      </a:moveTo>
                      <a:lnTo>
                        <a:pt x="0" y="533"/>
                      </a:lnTo>
                      <a:lnTo>
                        <a:pt x="829" y="1051"/>
                      </a:lnTo>
                      <a:lnTo>
                        <a:pt x="1796" y="488"/>
                      </a:lnTo>
                      <a:lnTo>
                        <a:pt x="967" y="1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515" name="Google Shape;1515;p34"/>
                <p:cNvSpPr/>
                <p:nvPr/>
              </p:nvSpPr>
              <p:spPr>
                <a:xfrm>
                  <a:off x="5322044" y="4173244"/>
                  <a:ext cx="320015" cy="355271"/>
                </a:xfrm>
                <a:custGeom>
                  <a:rect b="b" l="l" r="r" t="t"/>
                  <a:pathLst>
                    <a:path extrusionOk="0" h="1703" w="1534">
                      <a:moveTo>
                        <a:pt x="705" y="0"/>
                      </a:moveTo>
                      <a:lnTo>
                        <a:pt x="0" y="1219"/>
                      </a:lnTo>
                      <a:lnTo>
                        <a:pt x="844" y="1702"/>
                      </a:lnTo>
                      <a:lnTo>
                        <a:pt x="1534" y="518"/>
                      </a:lnTo>
                      <a:lnTo>
                        <a:pt x="705" y="0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516" name="Google Shape;1516;p34"/>
                <p:cNvSpPr/>
                <p:nvPr/>
              </p:nvSpPr>
              <p:spPr>
                <a:xfrm>
                  <a:off x="5667719" y="3944813"/>
                  <a:ext cx="176280" cy="219254"/>
                </a:xfrm>
                <a:custGeom>
                  <a:rect b="b" l="l" r="r" t="t"/>
                  <a:pathLst>
                    <a:path extrusionOk="0" h="1051" w="845">
                      <a:moveTo>
                        <a:pt x="0" y="0"/>
                      </a:moveTo>
                      <a:lnTo>
                        <a:pt x="0" y="563"/>
                      </a:lnTo>
                      <a:lnTo>
                        <a:pt x="844" y="1050"/>
                      </a:lnTo>
                      <a:lnTo>
                        <a:pt x="844" y="488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517" name="Google Shape;1517;p34"/>
                <p:cNvSpPr/>
                <p:nvPr/>
              </p:nvSpPr>
              <p:spPr>
                <a:xfrm>
                  <a:off x="5322044" y="4427335"/>
                  <a:ext cx="176071" cy="335870"/>
                </a:xfrm>
                <a:custGeom>
                  <a:rect b="b" l="l" r="r" t="t"/>
                  <a:pathLst>
                    <a:path extrusionOk="0" h="1610" w="844">
                      <a:moveTo>
                        <a:pt x="0" y="1"/>
                      </a:moveTo>
                      <a:lnTo>
                        <a:pt x="0" y="1126"/>
                      </a:lnTo>
                      <a:lnTo>
                        <a:pt x="844" y="1609"/>
                      </a:lnTo>
                      <a:lnTo>
                        <a:pt x="844" y="484"/>
                      </a:lnTo>
                      <a:lnTo>
                        <a:pt x="0" y="1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518" name="Google Shape;1518;p34"/>
                <p:cNvSpPr/>
                <p:nvPr/>
              </p:nvSpPr>
              <p:spPr>
                <a:xfrm>
                  <a:off x="6254343" y="3667774"/>
                  <a:ext cx="277041" cy="218629"/>
                </a:xfrm>
                <a:custGeom>
                  <a:rect b="b" l="l" r="r" t="t"/>
                  <a:pathLst>
                    <a:path extrusionOk="0" h="1048" w="1328">
                      <a:moveTo>
                        <a:pt x="484" y="1"/>
                      </a:moveTo>
                      <a:lnTo>
                        <a:pt x="1" y="282"/>
                      </a:lnTo>
                      <a:lnTo>
                        <a:pt x="360" y="1047"/>
                      </a:lnTo>
                      <a:lnTo>
                        <a:pt x="1328" y="485"/>
                      </a:lnTo>
                      <a:lnTo>
                        <a:pt x="484" y="1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519" name="Google Shape;1519;p34"/>
                <p:cNvSpPr/>
                <p:nvPr/>
              </p:nvSpPr>
              <p:spPr>
                <a:xfrm>
                  <a:off x="5667719" y="3694477"/>
                  <a:ext cx="319390" cy="352142"/>
                </a:xfrm>
                <a:custGeom>
                  <a:rect b="b" l="l" r="r" t="t"/>
                  <a:pathLst>
                    <a:path extrusionOk="0" h="1688" w="1531">
                      <a:moveTo>
                        <a:pt x="687" y="0"/>
                      </a:moveTo>
                      <a:lnTo>
                        <a:pt x="0" y="1200"/>
                      </a:lnTo>
                      <a:lnTo>
                        <a:pt x="844" y="1688"/>
                      </a:lnTo>
                      <a:lnTo>
                        <a:pt x="1530" y="499"/>
                      </a:lnTo>
                      <a:lnTo>
                        <a:pt x="687" y="0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grpSp>
            <p:nvGrpSpPr>
              <p:cNvPr id="1520" name="Google Shape;1520;p34"/>
              <p:cNvGrpSpPr/>
              <p:nvPr/>
            </p:nvGrpSpPr>
            <p:grpSpPr>
              <a:xfrm>
                <a:off x="8142182" y="405217"/>
                <a:ext cx="667240" cy="623912"/>
                <a:chOff x="5322044" y="3586624"/>
                <a:chExt cx="1349322" cy="1261704"/>
              </a:xfrm>
            </p:grpSpPr>
            <p:sp>
              <p:nvSpPr>
                <p:cNvPr id="1521" name="Google Shape;1521;p34"/>
                <p:cNvSpPr/>
                <p:nvPr/>
              </p:nvSpPr>
              <p:spPr>
                <a:xfrm>
                  <a:off x="5322044" y="3586624"/>
                  <a:ext cx="1349322" cy="1261704"/>
                </a:xfrm>
                <a:custGeom>
                  <a:rect b="b" l="l" r="r" t="t"/>
                  <a:pathLst>
                    <a:path extrusionOk="0" h="6048" w="6468">
                      <a:moveTo>
                        <a:pt x="3300" y="0"/>
                      </a:moveTo>
                      <a:lnTo>
                        <a:pt x="2377" y="532"/>
                      </a:lnTo>
                      <a:lnTo>
                        <a:pt x="1657" y="1717"/>
                      </a:lnTo>
                      <a:lnTo>
                        <a:pt x="1672" y="2280"/>
                      </a:lnTo>
                      <a:lnTo>
                        <a:pt x="705" y="2812"/>
                      </a:lnTo>
                      <a:lnTo>
                        <a:pt x="0" y="4031"/>
                      </a:lnTo>
                      <a:lnTo>
                        <a:pt x="0" y="5156"/>
                      </a:lnTo>
                      <a:lnTo>
                        <a:pt x="1519" y="6048"/>
                      </a:lnTo>
                      <a:lnTo>
                        <a:pt x="5797" y="3577"/>
                      </a:lnTo>
                      <a:lnTo>
                        <a:pt x="6468" y="2392"/>
                      </a:lnTo>
                      <a:lnTo>
                        <a:pt x="6468" y="1282"/>
                      </a:lnTo>
                      <a:lnTo>
                        <a:pt x="4953" y="390"/>
                      </a:lnTo>
                      <a:lnTo>
                        <a:pt x="4470" y="671"/>
                      </a:lnTo>
                      <a:lnTo>
                        <a:pt x="3300" y="0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522" name="Google Shape;1522;p34"/>
                <p:cNvSpPr/>
                <p:nvPr/>
              </p:nvSpPr>
              <p:spPr>
                <a:xfrm>
                  <a:off x="5807699" y="3586624"/>
                  <a:ext cx="378845" cy="218420"/>
                </a:xfrm>
                <a:custGeom>
                  <a:rect b="b" l="l" r="r" t="t"/>
                  <a:pathLst>
                    <a:path extrusionOk="0" h="1047" w="1816">
                      <a:moveTo>
                        <a:pt x="972" y="0"/>
                      </a:moveTo>
                      <a:lnTo>
                        <a:pt x="1" y="562"/>
                      </a:lnTo>
                      <a:lnTo>
                        <a:pt x="844" y="1046"/>
                      </a:lnTo>
                      <a:lnTo>
                        <a:pt x="1815" y="484"/>
                      </a:lnTo>
                      <a:lnTo>
                        <a:pt x="972" y="0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523" name="Google Shape;1523;p34"/>
                <p:cNvSpPr/>
                <p:nvPr/>
              </p:nvSpPr>
              <p:spPr>
                <a:xfrm>
                  <a:off x="5469117" y="4062053"/>
                  <a:ext cx="374881" cy="219254"/>
                </a:xfrm>
                <a:custGeom>
                  <a:rect b="b" l="l" r="r" t="t"/>
                  <a:pathLst>
                    <a:path extrusionOk="0" h="1051" w="1797">
                      <a:moveTo>
                        <a:pt x="967" y="1"/>
                      </a:moveTo>
                      <a:lnTo>
                        <a:pt x="0" y="533"/>
                      </a:lnTo>
                      <a:lnTo>
                        <a:pt x="829" y="1051"/>
                      </a:lnTo>
                      <a:lnTo>
                        <a:pt x="1796" y="488"/>
                      </a:lnTo>
                      <a:lnTo>
                        <a:pt x="967" y="1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524" name="Google Shape;1524;p34"/>
                <p:cNvSpPr/>
                <p:nvPr/>
              </p:nvSpPr>
              <p:spPr>
                <a:xfrm>
                  <a:off x="5322044" y="4173244"/>
                  <a:ext cx="320015" cy="355271"/>
                </a:xfrm>
                <a:custGeom>
                  <a:rect b="b" l="l" r="r" t="t"/>
                  <a:pathLst>
                    <a:path extrusionOk="0" h="1703" w="1534">
                      <a:moveTo>
                        <a:pt x="705" y="0"/>
                      </a:moveTo>
                      <a:lnTo>
                        <a:pt x="0" y="1219"/>
                      </a:lnTo>
                      <a:lnTo>
                        <a:pt x="844" y="1702"/>
                      </a:lnTo>
                      <a:lnTo>
                        <a:pt x="1534" y="518"/>
                      </a:lnTo>
                      <a:lnTo>
                        <a:pt x="705" y="0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525" name="Google Shape;1525;p34"/>
                <p:cNvSpPr/>
                <p:nvPr/>
              </p:nvSpPr>
              <p:spPr>
                <a:xfrm>
                  <a:off x="5667719" y="3944813"/>
                  <a:ext cx="176280" cy="219254"/>
                </a:xfrm>
                <a:custGeom>
                  <a:rect b="b" l="l" r="r" t="t"/>
                  <a:pathLst>
                    <a:path extrusionOk="0" h="1051" w="845">
                      <a:moveTo>
                        <a:pt x="0" y="0"/>
                      </a:moveTo>
                      <a:lnTo>
                        <a:pt x="0" y="563"/>
                      </a:lnTo>
                      <a:lnTo>
                        <a:pt x="844" y="1050"/>
                      </a:lnTo>
                      <a:lnTo>
                        <a:pt x="844" y="488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526" name="Google Shape;1526;p34"/>
                <p:cNvSpPr/>
                <p:nvPr/>
              </p:nvSpPr>
              <p:spPr>
                <a:xfrm>
                  <a:off x="5322044" y="4427335"/>
                  <a:ext cx="176071" cy="335870"/>
                </a:xfrm>
                <a:custGeom>
                  <a:rect b="b" l="l" r="r" t="t"/>
                  <a:pathLst>
                    <a:path extrusionOk="0" h="1610" w="844">
                      <a:moveTo>
                        <a:pt x="0" y="1"/>
                      </a:moveTo>
                      <a:lnTo>
                        <a:pt x="0" y="1126"/>
                      </a:lnTo>
                      <a:lnTo>
                        <a:pt x="844" y="1609"/>
                      </a:lnTo>
                      <a:lnTo>
                        <a:pt x="844" y="484"/>
                      </a:lnTo>
                      <a:lnTo>
                        <a:pt x="0" y="1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527" name="Google Shape;1527;p34"/>
                <p:cNvSpPr/>
                <p:nvPr/>
              </p:nvSpPr>
              <p:spPr>
                <a:xfrm>
                  <a:off x="6254343" y="3667774"/>
                  <a:ext cx="277041" cy="218629"/>
                </a:xfrm>
                <a:custGeom>
                  <a:rect b="b" l="l" r="r" t="t"/>
                  <a:pathLst>
                    <a:path extrusionOk="0" h="1048" w="1328">
                      <a:moveTo>
                        <a:pt x="484" y="1"/>
                      </a:moveTo>
                      <a:lnTo>
                        <a:pt x="1" y="282"/>
                      </a:lnTo>
                      <a:lnTo>
                        <a:pt x="360" y="1047"/>
                      </a:lnTo>
                      <a:lnTo>
                        <a:pt x="1328" y="485"/>
                      </a:lnTo>
                      <a:lnTo>
                        <a:pt x="484" y="1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528" name="Google Shape;1528;p34"/>
                <p:cNvSpPr/>
                <p:nvPr/>
              </p:nvSpPr>
              <p:spPr>
                <a:xfrm>
                  <a:off x="5667719" y="3694477"/>
                  <a:ext cx="319390" cy="352142"/>
                </a:xfrm>
                <a:custGeom>
                  <a:rect b="b" l="l" r="r" t="t"/>
                  <a:pathLst>
                    <a:path extrusionOk="0" h="1688" w="1531">
                      <a:moveTo>
                        <a:pt x="687" y="0"/>
                      </a:moveTo>
                      <a:lnTo>
                        <a:pt x="0" y="1200"/>
                      </a:lnTo>
                      <a:lnTo>
                        <a:pt x="844" y="1688"/>
                      </a:lnTo>
                      <a:lnTo>
                        <a:pt x="1530" y="499"/>
                      </a:lnTo>
                      <a:lnTo>
                        <a:pt x="687" y="0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grpSp>
            <p:nvGrpSpPr>
              <p:cNvPr id="1529" name="Google Shape;1529;p34"/>
              <p:cNvGrpSpPr/>
              <p:nvPr/>
            </p:nvGrpSpPr>
            <p:grpSpPr>
              <a:xfrm>
                <a:off x="7771127" y="482971"/>
                <a:ext cx="340164" cy="318075"/>
                <a:chOff x="5322044" y="3586624"/>
                <a:chExt cx="1349322" cy="1261704"/>
              </a:xfrm>
            </p:grpSpPr>
            <p:sp>
              <p:nvSpPr>
                <p:cNvPr id="1530" name="Google Shape;1530;p34"/>
                <p:cNvSpPr/>
                <p:nvPr/>
              </p:nvSpPr>
              <p:spPr>
                <a:xfrm>
                  <a:off x="5322044" y="3586624"/>
                  <a:ext cx="1349322" cy="1261704"/>
                </a:xfrm>
                <a:custGeom>
                  <a:rect b="b" l="l" r="r" t="t"/>
                  <a:pathLst>
                    <a:path extrusionOk="0" h="6048" w="6468">
                      <a:moveTo>
                        <a:pt x="3300" y="0"/>
                      </a:moveTo>
                      <a:lnTo>
                        <a:pt x="2377" y="532"/>
                      </a:lnTo>
                      <a:lnTo>
                        <a:pt x="1657" y="1717"/>
                      </a:lnTo>
                      <a:lnTo>
                        <a:pt x="1672" y="2280"/>
                      </a:lnTo>
                      <a:lnTo>
                        <a:pt x="705" y="2812"/>
                      </a:lnTo>
                      <a:lnTo>
                        <a:pt x="0" y="4031"/>
                      </a:lnTo>
                      <a:lnTo>
                        <a:pt x="0" y="5156"/>
                      </a:lnTo>
                      <a:lnTo>
                        <a:pt x="1519" y="6048"/>
                      </a:lnTo>
                      <a:lnTo>
                        <a:pt x="5797" y="3577"/>
                      </a:lnTo>
                      <a:lnTo>
                        <a:pt x="6468" y="2392"/>
                      </a:lnTo>
                      <a:lnTo>
                        <a:pt x="6468" y="1282"/>
                      </a:lnTo>
                      <a:lnTo>
                        <a:pt x="4953" y="390"/>
                      </a:lnTo>
                      <a:lnTo>
                        <a:pt x="4470" y="671"/>
                      </a:lnTo>
                      <a:lnTo>
                        <a:pt x="3300" y="0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531" name="Google Shape;1531;p34"/>
                <p:cNvSpPr/>
                <p:nvPr/>
              </p:nvSpPr>
              <p:spPr>
                <a:xfrm>
                  <a:off x="5807699" y="3586624"/>
                  <a:ext cx="378845" cy="218420"/>
                </a:xfrm>
                <a:custGeom>
                  <a:rect b="b" l="l" r="r" t="t"/>
                  <a:pathLst>
                    <a:path extrusionOk="0" h="1047" w="1816">
                      <a:moveTo>
                        <a:pt x="972" y="0"/>
                      </a:moveTo>
                      <a:lnTo>
                        <a:pt x="1" y="562"/>
                      </a:lnTo>
                      <a:lnTo>
                        <a:pt x="844" y="1046"/>
                      </a:lnTo>
                      <a:lnTo>
                        <a:pt x="1815" y="484"/>
                      </a:lnTo>
                      <a:lnTo>
                        <a:pt x="972" y="0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532" name="Google Shape;1532;p34"/>
                <p:cNvSpPr/>
                <p:nvPr/>
              </p:nvSpPr>
              <p:spPr>
                <a:xfrm>
                  <a:off x="5469117" y="4062053"/>
                  <a:ext cx="374881" cy="219254"/>
                </a:xfrm>
                <a:custGeom>
                  <a:rect b="b" l="l" r="r" t="t"/>
                  <a:pathLst>
                    <a:path extrusionOk="0" h="1051" w="1797">
                      <a:moveTo>
                        <a:pt x="967" y="1"/>
                      </a:moveTo>
                      <a:lnTo>
                        <a:pt x="0" y="533"/>
                      </a:lnTo>
                      <a:lnTo>
                        <a:pt x="829" y="1051"/>
                      </a:lnTo>
                      <a:lnTo>
                        <a:pt x="1796" y="488"/>
                      </a:lnTo>
                      <a:lnTo>
                        <a:pt x="967" y="1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533" name="Google Shape;1533;p34"/>
                <p:cNvSpPr/>
                <p:nvPr/>
              </p:nvSpPr>
              <p:spPr>
                <a:xfrm>
                  <a:off x="5322044" y="4173244"/>
                  <a:ext cx="320015" cy="355271"/>
                </a:xfrm>
                <a:custGeom>
                  <a:rect b="b" l="l" r="r" t="t"/>
                  <a:pathLst>
                    <a:path extrusionOk="0" h="1703" w="1534">
                      <a:moveTo>
                        <a:pt x="705" y="0"/>
                      </a:moveTo>
                      <a:lnTo>
                        <a:pt x="0" y="1219"/>
                      </a:lnTo>
                      <a:lnTo>
                        <a:pt x="844" y="1702"/>
                      </a:lnTo>
                      <a:lnTo>
                        <a:pt x="1534" y="518"/>
                      </a:lnTo>
                      <a:lnTo>
                        <a:pt x="705" y="0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534" name="Google Shape;1534;p34"/>
                <p:cNvSpPr/>
                <p:nvPr/>
              </p:nvSpPr>
              <p:spPr>
                <a:xfrm>
                  <a:off x="5667719" y="3944813"/>
                  <a:ext cx="176280" cy="219254"/>
                </a:xfrm>
                <a:custGeom>
                  <a:rect b="b" l="l" r="r" t="t"/>
                  <a:pathLst>
                    <a:path extrusionOk="0" h="1051" w="845">
                      <a:moveTo>
                        <a:pt x="0" y="0"/>
                      </a:moveTo>
                      <a:lnTo>
                        <a:pt x="0" y="563"/>
                      </a:lnTo>
                      <a:lnTo>
                        <a:pt x="844" y="1050"/>
                      </a:lnTo>
                      <a:lnTo>
                        <a:pt x="844" y="488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535" name="Google Shape;1535;p34"/>
                <p:cNvSpPr/>
                <p:nvPr/>
              </p:nvSpPr>
              <p:spPr>
                <a:xfrm>
                  <a:off x="5322044" y="4427335"/>
                  <a:ext cx="176071" cy="335870"/>
                </a:xfrm>
                <a:custGeom>
                  <a:rect b="b" l="l" r="r" t="t"/>
                  <a:pathLst>
                    <a:path extrusionOk="0" h="1610" w="844">
                      <a:moveTo>
                        <a:pt x="0" y="1"/>
                      </a:moveTo>
                      <a:lnTo>
                        <a:pt x="0" y="1126"/>
                      </a:lnTo>
                      <a:lnTo>
                        <a:pt x="844" y="1609"/>
                      </a:lnTo>
                      <a:lnTo>
                        <a:pt x="844" y="484"/>
                      </a:lnTo>
                      <a:lnTo>
                        <a:pt x="0" y="1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536" name="Google Shape;1536;p34"/>
                <p:cNvSpPr/>
                <p:nvPr/>
              </p:nvSpPr>
              <p:spPr>
                <a:xfrm>
                  <a:off x="6254343" y="3667774"/>
                  <a:ext cx="277041" cy="218629"/>
                </a:xfrm>
                <a:custGeom>
                  <a:rect b="b" l="l" r="r" t="t"/>
                  <a:pathLst>
                    <a:path extrusionOk="0" h="1048" w="1328">
                      <a:moveTo>
                        <a:pt x="484" y="1"/>
                      </a:moveTo>
                      <a:lnTo>
                        <a:pt x="1" y="282"/>
                      </a:lnTo>
                      <a:lnTo>
                        <a:pt x="360" y="1047"/>
                      </a:lnTo>
                      <a:lnTo>
                        <a:pt x="1328" y="485"/>
                      </a:lnTo>
                      <a:lnTo>
                        <a:pt x="484" y="1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537" name="Google Shape;1537;p34"/>
                <p:cNvSpPr/>
                <p:nvPr/>
              </p:nvSpPr>
              <p:spPr>
                <a:xfrm>
                  <a:off x="5667719" y="3694477"/>
                  <a:ext cx="319390" cy="352142"/>
                </a:xfrm>
                <a:custGeom>
                  <a:rect b="b" l="l" r="r" t="t"/>
                  <a:pathLst>
                    <a:path extrusionOk="0" h="1688" w="1531">
                      <a:moveTo>
                        <a:pt x="687" y="0"/>
                      </a:moveTo>
                      <a:lnTo>
                        <a:pt x="0" y="1200"/>
                      </a:lnTo>
                      <a:lnTo>
                        <a:pt x="844" y="1688"/>
                      </a:lnTo>
                      <a:lnTo>
                        <a:pt x="1530" y="499"/>
                      </a:lnTo>
                      <a:lnTo>
                        <a:pt x="687" y="0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</p:grpSp>
      </p:grpSp>
      <p:sp>
        <p:nvSpPr>
          <p:cNvPr id="1538" name="Google Shape;1538;p34"/>
          <p:cNvSpPr txBox="1"/>
          <p:nvPr>
            <p:ph idx="1" type="subTitle"/>
          </p:nvPr>
        </p:nvSpPr>
        <p:spPr>
          <a:xfrm>
            <a:off x="557085" y="4532270"/>
            <a:ext cx="4500000" cy="475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latin typeface="Lexend"/>
                <a:ea typeface="Lexend"/>
                <a:cs typeface="Lexend"/>
                <a:sym typeface="Lexend"/>
              </a:rPr>
              <a:t>Vinícius Santos Monteiro - ICMC/USP - 2025</a:t>
            </a:r>
            <a:endParaRPr b="1" sz="1000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42" name="Shape 15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3" name="Google Shape;1543;p35"/>
          <p:cNvSpPr txBox="1"/>
          <p:nvPr>
            <p:ph type="title"/>
          </p:nvPr>
        </p:nvSpPr>
        <p:spPr>
          <a:xfrm>
            <a:off x="720000" y="5212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 Problema e o Desafio</a:t>
            </a:r>
            <a:endParaRPr/>
          </a:p>
        </p:txBody>
      </p:sp>
      <p:sp>
        <p:nvSpPr>
          <p:cNvPr id="1544" name="Google Shape;1544;p35"/>
          <p:cNvSpPr txBox="1"/>
          <p:nvPr>
            <p:ph idx="1" type="body"/>
          </p:nvPr>
        </p:nvSpPr>
        <p:spPr>
          <a:xfrm>
            <a:off x="720000" y="1106489"/>
            <a:ext cx="7704000" cy="470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Os dados da PRF são públicos e de livre e fácil acesso.</a:t>
            </a:r>
            <a:endParaRPr/>
          </a:p>
        </p:txBody>
      </p:sp>
      <p:sp>
        <p:nvSpPr>
          <p:cNvPr id="1545" name="Google Shape;1545;p35"/>
          <p:cNvSpPr txBox="1"/>
          <p:nvPr/>
        </p:nvSpPr>
        <p:spPr>
          <a:xfrm>
            <a:off x="1777199" y="4299575"/>
            <a:ext cx="6323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PRF - Dados Abertos</a:t>
            </a:r>
            <a:r>
              <a:rPr b="1" lang="en" sz="1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:</a:t>
            </a:r>
            <a:br>
              <a:rPr lang="en" sz="10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rPr>
            </a:br>
            <a:r>
              <a:rPr lang="en" sz="10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https://www.gov.br/prf/pt-br/acesso-a-informacao/dados-abertos/dados-abertos-da-prf</a:t>
            </a:r>
            <a:endParaRPr sz="10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pic>
        <p:nvPicPr>
          <p:cNvPr id="1546" name="Google Shape;1546;p3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64962" y="1508986"/>
            <a:ext cx="4156077" cy="2125525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28575">
              <a:srgbClr val="000000"/>
            </a:outerShdw>
          </a:effectLst>
        </p:spPr>
      </p:pic>
      <p:pic>
        <p:nvPicPr>
          <p:cNvPr id="1547" name="Google Shape;1547;p3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377088" y="2186152"/>
            <a:ext cx="4156075" cy="2113433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28575">
              <a:srgbClr val="000000"/>
            </a:outerShdw>
          </a:effectLst>
        </p:spPr>
      </p:pic>
      <p:grpSp>
        <p:nvGrpSpPr>
          <p:cNvPr id="1548" name="Google Shape;1548;p35"/>
          <p:cNvGrpSpPr/>
          <p:nvPr/>
        </p:nvGrpSpPr>
        <p:grpSpPr>
          <a:xfrm>
            <a:off x="6435788" y="1367959"/>
            <a:ext cx="736835" cy="715960"/>
            <a:chOff x="1245075" y="1721956"/>
            <a:chExt cx="323898" cy="314735"/>
          </a:xfrm>
        </p:grpSpPr>
        <p:sp>
          <p:nvSpPr>
            <p:cNvPr id="1549" name="Google Shape;1549;p35"/>
            <p:cNvSpPr/>
            <p:nvPr/>
          </p:nvSpPr>
          <p:spPr>
            <a:xfrm>
              <a:off x="1245075" y="1914357"/>
              <a:ext cx="56548" cy="45134"/>
            </a:xfrm>
            <a:custGeom>
              <a:rect b="b" l="l" r="r" t="t"/>
              <a:pathLst>
                <a:path extrusionOk="0" h="601" w="753">
                  <a:moveTo>
                    <a:pt x="0" y="0"/>
                  </a:moveTo>
                  <a:lnTo>
                    <a:pt x="0" y="601"/>
                  </a:lnTo>
                  <a:lnTo>
                    <a:pt x="427" y="601"/>
                  </a:lnTo>
                  <a:lnTo>
                    <a:pt x="753" y="2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207975" lIns="207975" spcFirstLastPara="1" rIns="207975" wrap="square" tIns="2079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3184">
                <a:solidFill>
                  <a:srgbClr val="897FBB"/>
                </a:solidFill>
              </a:endParaRPr>
            </a:p>
          </p:txBody>
        </p:sp>
        <p:sp>
          <p:nvSpPr>
            <p:cNvPr id="1550" name="Google Shape;1550;p35"/>
            <p:cNvSpPr/>
            <p:nvPr/>
          </p:nvSpPr>
          <p:spPr>
            <a:xfrm>
              <a:off x="1245075" y="1796453"/>
              <a:ext cx="154400" cy="133674"/>
            </a:xfrm>
            <a:custGeom>
              <a:rect b="b" l="l" r="r" t="t"/>
              <a:pathLst>
                <a:path extrusionOk="0" h="1780" w="2056">
                  <a:moveTo>
                    <a:pt x="0" y="0"/>
                  </a:moveTo>
                  <a:lnTo>
                    <a:pt x="0" y="1266"/>
                  </a:lnTo>
                  <a:lnTo>
                    <a:pt x="1361" y="1780"/>
                  </a:lnTo>
                  <a:lnTo>
                    <a:pt x="2055" y="1056"/>
                  </a:lnTo>
                  <a:lnTo>
                    <a:pt x="2055" y="210"/>
                  </a:lnTo>
                  <a:lnTo>
                    <a:pt x="1751" y="275"/>
                  </a:lnTo>
                  <a:cubicBezTo>
                    <a:pt x="1542" y="695"/>
                    <a:pt x="1238" y="999"/>
                    <a:pt x="1209" y="1028"/>
                  </a:cubicBezTo>
                  <a:lnTo>
                    <a:pt x="1115" y="1114"/>
                  </a:lnTo>
                  <a:lnTo>
                    <a:pt x="1028" y="1028"/>
                  </a:lnTo>
                  <a:cubicBezTo>
                    <a:pt x="999" y="999"/>
                    <a:pt x="572" y="572"/>
                    <a:pt x="391" y="94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207975" lIns="207975" spcFirstLastPara="1" rIns="207975" wrap="square" tIns="2079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3184">
                <a:solidFill>
                  <a:srgbClr val="897FBB"/>
                </a:solidFill>
              </a:endParaRPr>
            </a:p>
          </p:txBody>
        </p:sp>
        <p:sp>
          <p:nvSpPr>
            <p:cNvPr id="1551" name="Google Shape;1551;p35"/>
            <p:cNvSpPr/>
            <p:nvPr/>
          </p:nvSpPr>
          <p:spPr>
            <a:xfrm>
              <a:off x="1245075" y="1927950"/>
              <a:ext cx="156578" cy="108741"/>
            </a:xfrm>
            <a:custGeom>
              <a:rect b="b" l="l" r="r" t="t"/>
              <a:pathLst>
                <a:path extrusionOk="0" h="1448" w="2085">
                  <a:moveTo>
                    <a:pt x="1751" y="0"/>
                  </a:moveTo>
                  <a:lnTo>
                    <a:pt x="1419" y="333"/>
                  </a:lnTo>
                  <a:lnTo>
                    <a:pt x="1028" y="181"/>
                  </a:lnTo>
                  <a:lnTo>
                    <a:pt x="543" y="695"/>
                  </a:lnTo>
                  <a:lnTo>
                    <a:pt x="0" y="695"/>
                  </a:lnTo>
                  <a:lnTo>
                    <a:pt x="0" y="1056"/>
                  </a:lnTo>
                  <a:lnTo>
                    <a:pt x="1447" y="1447"/>
                  </a:lnTo>
                  <a:lnTo>
                    <a:pt x="2084" y="1266"/>
                  </a:lnTo>
                  <a:lnTo>
                    <a:pt x="2084" y="268"/>
                  </a:lnTo>
                  <a:lnTo>
                    <a:pt x="175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207975" lIns="207975" spcFirstLastPara="1" rIns="207975" wrap="square" tIns="2079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3184">
                <a:solidFill>
                  <a:srgbClr val="897FBB"/>
                </a:solidFill>
              </a:endParaRPr>
            </a:p>
          </p:txBody>
        </p:sp>
        <p:sp>
          <p:nvSpPr>
            <p:cNvPr id="1552" name="Google Shape;1552;p35"/>
            <p:cNvSpPr/>
            <p:nvPr/>
          </p:nvSpPr>
          <p:spPr>
            <a:xfrm>
              <a:off x="1392342" y="1798631"/>
              <a:ext cx="106563" cy="133674"/>
            </a:xfrm>
            <a:custGeom>
              <a:rect b="b" l="l" r="r" t="t"/>
              <a:pathLst>
                <a:path extrusionOk="0" h="1780" w="1419">
                  <a:moveTo>
                    <a:pt x="753" y="0"/>
                  </a:moveTo>
                  <a:lnTo>
                    <a:pt x="362" y="123"/>
                  </a:lnTo>
                  <a:lnTo>
                    <a:pt x="362" y="1150"/>
                  </a:lnTo>
                  <a:lnTo>
                    <a:pt x="0" y="1512"/>
                  </a:lnTo>
                  <a:lnTo>
                    <a:pt x="304" y="1780"/>
                  </a:lnTo>
                  <a:lnTo>
                    <a:pt x="905" y="1266"/>
                  </a:lnTo>
                  <a:lnTo>
                    <a:pt x="1360" y="1179"/>
                  </a:lnTo>
                  <a:lnTo>
                    <a:pt x="1418" y="876"/>
                  </a:lnTo>
                  <a:lnTo>
                    <a:pt x="876" y="760"/>
                  </a:lnTo>
                  <a:lnTo>
                    <a:pt x="75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207975" lIns="207975" spcFirstLastPara="1" rIns="207975" wrap="square" tIns="2079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3184">
                <a:solidFill>
                  <a:srgbClr val="897FBB"/>
                </a:solidFill>
              </a:endParaRPr>
            </a:p>
          </p:txBody>
        </p:sp>
        <p:sp>
          <p:nvSpPr>
            <p:cNvPr id="1553" name="Google Shape;1553;p35"/>
            <p:cNvSpPr/>
            <p:nvPr/>
          </p:nvSpPr>
          <p:spPr>
            <a:xfrm>
              <a:off x="1469468" y="1798631"/>
              <a:ext cx="35972" cy="45659"/>
            </a:xfrm>
            <a:custGeom>
              <a:rect b="b" l="l" r="r" t="t"/>
              <a:pathLst>
                <a:path extrusionOk="0" h="608" w="479">
                  <a:moveTo>
                    <a:pt x="1" y="0"/>
                  </a:moveTo>
                  <a:lnTo>
                    <a:pt x="87" y="514"/>
                  </a:lnTo>
                  <a:lnTo>
                    <a:pt x="420" y="608"/>
                  </a:lnTo>
                  <a:lnTo>
                    <a:pt x="478" y="123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207975" lIns="207975" spcFirstLastPara="1" rIns="207975" wrap="square" tIns="2079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3184">
                <a:solidFill>
                  <a:srgbClr val="897FBB"/>
                </a:solidFill>
              </a:endParaRPr>
            </a:p>
          </p:txBody>
        </p:sp>
        <p:sp>
          <p:nvSpPr>
            <p:cNvPr id="1554" name="Google Shape;1554;p35"/>
            <p:cNvSpPr/>
            <p:nvPr/>
          </p:nvSpPr>
          <p:spPr>
            <a:xfrm>
              <a:off x="1516705" y="1812148"/>
              <a:ext cx="52268" cy="70742"/>
            </a:xfrm>
            <a:custGeom>
              <a:rect b="b" l="l" r="r" t="t"/>
              <a:pathLst>
                <a:path extrusionOk="0" h="942" w="696">
                  <a:moveTo>
                    <a:pt x="124" y="1"/>
                  </a:moveTo>
                  <a:lnTo>
                    <a:pt x="1" y="942"/>
                  </a:lnTo>
                  <a:lnTo>
                    <a:pt x="696" y="819"/>
                  </a:lnTo>
                  <a:lnTo>
                    <a:pt x="696" y="153"/>
                  </a:lnTo>
                  <a:lnTo>
                    <a:pt x="12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207975" lIns="207975" spcFirstLastPara="1" rIns="207975" wrap="square" tIns="2079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3184">
                <a:solidFill>
                  <a:srgbClr val="897FBB"/>
                </a:solidFill>
              </a:endParaRPr>
            </a:p>
          </p:txBody>
        </p:sp>
        <p:sp>
          <p:nvSpPr>
            <p:cNvPr id="1555" name="Google Shape;1555;p35"/>
            <p:cNvSpPr/>
            <p:nvPr/>
          </p:nvSpPr>
          <p:spPr>
            <a:xfrm>
              <a:off x="1483061" y="1893705"/>
              <a:ext cx="85912" cy="79378"/>
            </a:xfrm>
            <a:custGeom>
              <a:rect b="b" l="l" r="r" t="t"/>
              <a:pathLst>
                <a:path extrusionOk="0" h="1057" w="1144">
                  <a:moveTo>
                    <a:pt x="1144" y="0"/>
                  </a:moveTo>
                  <a:lnTo>
                    <a:pt x="0" y="246"/>
                  </a:lnTo>
                  <a:lnTo>
                    <a:pt x="478" y="818"/>
                  </a:lnTo>
                  <a:lnTo>
                    <a:pt x="1144" y="1057"/>
                  </a:lnTo>
                  <a:lnTo>
                    <a:pt x="114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207975" lIns="207975" spcFirstLastPara="1" rIns="207975" wrap="square" tIns="2079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3184">
                <a:solidFill>
                  <a:srgbClr val="897FBB"/>
                </a:solidFill>
              </a:endParaRPr>
            </a:p>
          </p:txBody>
        </p:sp>
        <p:sp>
          <p:nvSpPr>
            <p:cNvPr id="1556" name="Google Shape;1556;p35"/>
            <p:cNvSpPr/>
            <p:nvPr/>
          </p:nvSpPr>
          <p:spPr>
            <a:xfrm>
              <a:off x="1421631" y="1918713"/>
              <a:ext cx="147341" cy="117978"/>
            </a:xfrm>
            <a:custGeom>
              <a:rect b="b" l="l" r="r" t="t"/>
              <a:pathLst>
                <a:path extrusionOk="0" h="1571" w="1962">
                  <a:moveTo>
                    <a:pt x="543" y="0"/>
                  </a:moveTo>
                  <a:lnTo>
                    <a:pt x="1" y="427"/>
                  </a:lnTo>
                  <a:lnTo>
                    <a:pt x="1" y="1331"/>
                  </a:lnTo>
                  <a:lnTo>
                    <a:pt x="515" y="1179"/>
                  </a:lnTo>
                  <a:lnTo>
                    <a:pt x="1962" y="1570"/>
                  </a:lnTo>
                  <a:lnTo>
                    <a:pt x="1962" y="1027"/>
                  </a:lnTo>
                  <a:lnTo>
                    <a:pt x="1115" y="724"/>
                  </a:lnTo>
                  <a:lnTo>
                    <a:pt x="54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207975" lIns="207975" spcFirstLastPara="1" rIns="207975" wrap="square" tIns="2079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3184">
                <a:solidFill>
                  <a:srgbClr val="897FBB"/>
                </a:solidFill>
              </a:endParaRPr>
            </a:p>
          </p:txBody>
        </p:sp>
        <p:sp>
          <p:nvSpPr>
            <p:cNvPr id="1557" name="Google Shape;1557;p35"/>
            <p:cNvSpPr/>
            <p:nvPr/>
          </p:nvSpPr>
          <p:spPr>
            <a:xfrm>
              <a:off x="1285853" y="1721956"/>
              <a:ext cx="86437" cy="128867"/>
            </a:xfrm>
            <a:custGeom>
              <a:rect b="b" l="l" r="r" t="t"/>
              <a:pathLst>
                <a:path extrusionOk="0" h="1716" w="1151">
                  <a:moveTo>
                    <a:pt x="753" y="421"/>
                  </a:moveTo>
                  <a:lnTo>
                    <a:pt x="753" y="696"/>
                  </a:lnTo>
                  <a:lnTo>
                    <a:pt x="391" y="696"/>
                  </a:lnTo>
                  <a:lnTo>
                    <a:pt x="391" y="421"/>
                  </a:lnTo>
                  <a:close/>
                  <a:moveTo>
                    <a:pt x="572" y="1"/>
                  </a:moveTo>
                  <a:cubicBezTo>
                    <a:pt x="275" y="1"/>
                    <a:pt x="0" y="269"/>
                    <a:pt x="0" y="601"/>
                  </a:cubicBezTo>
                  <a:cubicBezTo>
                    <a:pt x="0" y="753"/>
                    <a:pt x="65" y="963"/>
                    <a:pt x="181" y="1173"/>
                  </a:cubicBezTo>
                  <a:cubicBezTo>
                    <a:pt x="275" y="1325"/>
                    <a:pt x="456" y="1600"/>
                    <a:pt x="572" y="1716"/>
                  </a:cubicBezTo>
                  <a:cubicBezTo>
                    <a:pt x="666" y="1629"/>
                    <a:pt x="818" y="1419"/>
                    <a:pt x="876" y="1296"/>
                  </a:cubicBezTo>
                  <a:cubicBezTo>
                    <a:pt x="1056" y="1021"/>
                    <a:pt x="1150" y="782"/>
                    <a:pt x="1150" y="601"/>
                  </a:cubicBezTo>
                  <a:cubicBezTo>
                    <a:pt x="1150" y="269"/>
                    <a:pt x="876" y="1"/>
                    <a:pt x="57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207975" lIns="207975" spcFirstLastPara="1" rIns="207975" wrap="square" tIns="2079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3184">
                <a:solidFill>
                  <a:srgbClr val="897FBB"/>
                </a:solidFill>
              </a:endParaRP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61" name="Shape 15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2" name="Google Shape;1562;p36"/>
          <p:cNvSpPr txBox="1"/>
          <p:nvPr>
            <p:ph type="title"/>
          </p:nvPr>
        </p:nvSpPr>
        <p:spPr>
          <a:xfrm>
            <a:off x="720000" y="5212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 Problema e o Desafio</a:t>
            </a:r>
            <a:endParaRPr/>
          </a:p>
        </p:txBody>
      </p:sp>
      <p:sp>
        <p:nvSpPr>
          <p:cNvPr id="1563" name="Google Shape;1563;p36"/>
          <p:cNvSpPr txBox="1"/>
          <p:nvPr>
            <p:ph idx="1" type="body"/>
          </p:nvPr>
        </p:nvSpPr>
        <p:spPr>
          <a:xfrm>
            <a:off x="720000" y="1106489"/>
            <a:ext cx="7704000" cy="470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Os dados da PRF são públicos, mas muito fragmentados.</a:t>
            </a:r>
            <a:endParaRPr/>
          </a:p>
        </p:txBody>
      </p:sp>
      <p:sp>
        <p:nvSpPr>
          <p:cNvPr id="1564" name="Google Shape;1564;p36"/>
          <p:cNvSpPr txBox="1"/>
          <p:nvPr/>
        </p:nvSpPr>
        <p:spPr>
          <a:xfrm>
            <a:off x="1777199" y="4299575"/>
            <a:ext cx="6323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PRF - Dados Abertos:</a:t>
            </a:r>
            <a:br>
              <a:rPr lang="en" sz="10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rPr>
            </a:br>
            <a:r>
              <a:rPr lang="en" sz="10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https://www.gov.br/prf/pt-br/acesso-a-informacao/dados-abertos/dados-abertos-da-prf</a:t>
            </a:r>
            <a:endParaRPr sz="10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pic>
        <p:nvPicPr>
          <p:cNvPr id="1565" name="Google Shape;1565;p3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94275" y="1490327"/>
            <a:ext cx="5150323" cy="179555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28575">
              <a:srgbClr val="000000"/>
            </a:outerShdw>
          </a:effectLst>
        </p:spPr>
      </p:pic>
      <p:pic>
        <p:nvPicPr>
          <p:cNvPr id="1566" name="Google Shape;1566;p3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046350" y="2830540"/>
            <a:ext cx="4377649" cy="1626324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28575">
              <a:srgbClr val="000000"/>
            </a:outerShdw>
          </a:effectLst>
        </p:spPr>
      </p:pic>
      <p:sp>
        <p:nvSpPr>
          <p:cNvPr id="1567" name="Google Shape;1567;p36"/>
          <p:cNvSpPr txBox="1"/>
          <p:nvPr>
            <p:ph idx="4294967295" type="ctrTitle"/>
          </p:nvPr>
        </p:nvSpPr>
        <p:spPr>
          <a:xfrm>
            <a:off x="7046750" y="2465900"/>
            <a:ext cx="1344900" cy="461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 u="sng">
                <a:solidFill>
                  <a:schemeClr val="lt1"/>
                </a:solidFill>
              </a:rPr>
              <a:t>2007 - 2016</a:t>
            </a:r>
            <a:endParaRPr sz="1300" u="sng">
              <a:solidFill>
                <a:schemeClr val="lt1"/>
              </a:solidFill>
            </a:endParaRPr>
          </a:p>
        </p:txBody>
      </p:sp>
      <p:sp>
        <p:nvSpPr>
          <p:cNvPr id="1568" name="Google Shape;1568;p36"/>
          <p:cNvSpPr txBox="1"/>
          <p:nvPr/>
        </p:nvSpPr>
        <p:spPr>
          <a:xfrm>
            <a:off x="841500" y="3469738"/>
            <a:ext cx="15885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 u="sng">
                <a:solidFill>
                  <a:schemeClr val="lt1"/>
                </a:solidFill>
                <a:latin typeface="Lexend Black"/>
                <a:ea typeface="Lexend Black"/>
                <a:cs typeface="Lexend Black"/>
                <a:sym typeface="Lexend Black"/>
              </a:rPr>
              <a:t>26 </a:t>
            </a:r>
            <a:r>
              <a:rPr lang="en" sz="1300" u="sng">
                <a:solidFill>
                  <a:schemeClr val="lt1"/>
                </a:solidFill>
                <a:latin typeface="Lexend Black"/>
                <a:ea typeface="Lexend Black"/>
                <a:cs typeface="Lexend Black"/>
                <a:sym typeface="Lexend Black"/>
              </a:rPr>
              <a:t>variáveis</a:t>
            </a:r>
            <a:endParaRPr sz="1300" u="sng">
              <a:solidFill>
                <a:schemeClr val="lt1"/>
              </a:solidFill>
              <a:latin typeface="Lexend Black"/>
              <a:ea typeface="Lexend Black"/>
              <a:cs typeface="Lexend Black"/>
              <a:sym typeface="Lexend Black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72" name="Shape 15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3" name="Google Shape;1573;p37"/>
          <p:cNvSpPr txBox="1"/>
          <p:nvPr>
            <p:ph type="title"/>
          </p:nvPr>
        </p:nvSpPr>
        <p:spPr>
          <a:xfrm>
            <a:off x="720000" y="5212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 Problema e o Desafio</a:t>
            </a:r>
            <a:endParaRPr/>
          </a:p>
        </p:txBody>
      </p:sp>
      <p:sp>
        <p:nvSpPr>
          <p:cNvPr id="1574" name="Google Shape;1574;p37"/>
          <p:cNvSpPr txBox="1"/>
          <p:nvPr>
            <p:ph idx="1" type="body"/>
          </p:nvPr>
        </p:nvSpPr>
        <p:spPr>
          <a:xfrm>
            <a:off x="720000" y="1106489"/>
            <a:ext cx="7704000" cy="470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Os dados da PRF são públicos, mas muito fragmentados.</a:t>
            </a:r>
            <a:endParaRPr/>
          </a:p>
        </p:txBody>
      </p:sp>
      <p:sp>
        <p:nvSpPr>
          <p:cNvPr id="1575" name="Google Shape;1575;p37"/>
          <p:cNvSpPr txBox="1"/>
          <p:nvPr/>
        </p:nvSpPr>
        <p:spPr>
          <a:xfrm>
            <a:off x="1777199" y="4299575"/>
            <a:ext cx="6323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PRF - Dados Abertos:</a:t>
            </a:r>
            <a:br>
              <a:rPr lang="en" sz="10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rPr>
            </a:br>
            <a:r>
              <a:rPr lang="en" sz="10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https://www.gov.br/prf/pt-br/acesso-a-informacao/dados-abertos/dados-abertos-da-prf</a:t>
            </a:r>
            <a:endParaRPr sz="10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pic>
        <p:nvPicPr>
          <p:cNvPr id="1576" name="Google Shape;1576;p3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94275" y="1490327"/>
            <a:ext cx="5150323" cy="179555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28575">
              <a:srgbClr val="000000"/>
            </a:outerShdw>
          </a:effectLst>
        </p:spPr>
      </p:pic>
      <p:pic>
        <p:nvPicPr>
          <p:cNvPr id="1577" name="Google Shape;1577;p3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046350" y="2940667"/>
            <a:ext cx="4377648" cy="1443037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28575">
              <a:srgbClr val="000000"/>
            </a:outerShdw>
          </a:effectLst>
        </p:spPr>
      </p:pic>
      <p:sp>
        <p:nvSpPr>
          <p:cNvPr id="1578" name="Google Shape;1578;p37"/>
          <p:cNvSpPr txBox="1"/>
          <p:nvPr>
            <p:ph idx="4294967295" type="ctrTitle"/>
          </p:nvPr>
        </p:nvSpPr>
        <p:spPr>
          <a:xfrm>
            <a:off x="7046750" y="2465900"/>
            <a:ext cx="1344900" cy="461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 u="sng">
                <a:solidFill>
                  <a:schemeClr val="lt1"/>
                </a:solidFill>
              </a:rPr>
              <a:t>2017 - Atual</a:t>
            </a:r>
            <a:endParaRPr sz="1300" u="sng">
              <a:solidFill>
                <a:schemeClr val="lt1"/>
              </a:solidFill>
            </a:endParaRPr>
          </a:p>
        </p:txBody>
      </p:sp>
      <p:sp>
        <p:nvSpPr>
          <p:cNvPr id="1579" name="Google Shape;1579;p37"/>
          <p:cNvSpPr txBox="1"/>
          <p:nvPr/>
        </p:nvSpPr>
        <p:spPr>
          <a:xfrm>
            <a:off x="841500" y="3469738"/>
            <a:ext cx="15885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 u="sng">
                <a:solidFill>
                  <a:schemeClr val="lt1"/>
                </a:solidFill>
                <a:latin typeface="Lexend Black"/>
                <a:ea typeface="Lexend Black"/>
                <a:cs typeface="Lexend Black"/>
                <a:sym typeface="Lexend Black"/>
              </a:rPr>
              <a:t>30</a:t>
            </a:r>
            <a:r>
              <a:rPr lang="en" sz="1300" u="sng">
                <a:solidFill>
                  <a:schemeClr val="lt1"/>
                </a:solidFill>
                <a:latin typeface="Lexend Black"/>
                <a:ea typeface="Lexend Black"/>
                <a:cs typeface="Lexend Black"/>
                <a:sym typeface="Lexend Black"/>
              </a:rPr>
              <a:t> variáveis</a:t>
            </a:r>
            <a:endParaRPr sz="1300" u="sng">
              <a:solidFill>
                <a:schemeClr val="lt1"/>
              </a:solidFill>
              <a:latin typeface="Lexend Black"/>
              <a:ea typeface="Lexend Black"/>
              <a:cs typeface="Lexend Black"/>
              <a:sym typeface="Lexend Black"/>
            </a:endParaRPr>
          </a:p>
        </p:txBody>
      </p:sp>
      <p:sp>
        <p:nvSpPr>
          <p:cNvPr id="1580" name="Google Shape;1580;p37"/>
          <p:cNvSpPr txBox="1"/>
          <p:nvPr/>
        </p:nvSpPr>
        <p:spPr>
          <a:xfrm>
            <a:off x="841500" y="3783875"/>
            <a:ext cx="31539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1"/>
                </a:solidFill>
                <a:latin typeface="Lexend Black"/>
                <a:ea typeface="Lexend Black"/>
                <a:cs typeface="Lexend Black"/>
                <a:sym typeface="Lexend Black"/>
              </a:rPr>
              <a:t>+ </a:t>
            </a:r>
            <a:r>
              <a:rPr lang="en" sz="1300">
                <a:solidFill>
                  <a:schemeClr val="dk1"/>
                </a:solidFill>
                <a:latin typeface="Lexend Black"/>
                <a:ea typeface="Lexend Black"/>
                <a:cs typeface="Lexend Black"/>
                <a:sym typeface="Lexend Black"/>
              </a:rPr>
              <a:t>Latitude, longitude, delegacia…</a:t>
            </a:r>
            <a:endParaRPr sz="1300">
              <a:solidFill>
                <a:schemeClr val="dk1"/>
              </a:solidFill>
              <a:latin typeface="Lexend Black"/>
              <a:ea typeface="Lexend Black"/>
              <a:cs typeface="Lexend Black"/>
              <a:sym typeface="Lexend Black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84" name="Shape 15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5" name="Google Shape;1585;p38"/>
          <p:cNvSpPr txBox="1"/>
          <p:nvPr>
            <p:ph type="title"/>
          </p:nvPr>
        </p:nvSpPr>
        <p:spPr>
          <a:xfrm>
            <a:off x="720000" y="5212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 Problema e o Desafio</a:t>
            </a:r>
            <a:endParaRPr/>
          </a:p>
        </p:txBody>
      </p:sp>
      <p:sp>
        <p:nvSpPr>
          <p:cNvPr id="1586" name="Google Shape;1586;p38"/>
          <p:cNvSpPr txBox="1"/>
          <p:nvPr>
            <p:ph idx="1" type="body"/>
          </p:nvPr>
        </p:nvSpPr>
        <p:spPr>
          <a:xfrm>
            <a:off x="720000" y="1106489"/>
            <a:ext cx="7704000" cy="470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Os dados da PRF são públicos, mas muito fragmentados.</a:t>
            </a:r>
            <a:endParaRPr/>
          </a:p>
        </p:txBody>
      </p:sp>
      <p:sp>
        <p:nvSpPr>
          <p:cNvPr id="1587" name="Google Shape;1587;p38"/>
          <p:cNvSpPr txBox="1"/>
          <p:nvPr/>
        </p:nvSpPr>
        <p:spPr>
          <a:xfrm>
            <a:off x="1777199" y="4299575"/>
            <a:ext cx="6323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PRF - Dados Abertos:</a:t>
            </a:r>
            <a:br>
              <a:rPr lang="en" sz="10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rPr>
            </a:br>
            <a:r>
              <a:rPr lang="en" sz="10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https://www.gov.br/prf/pt-br/acesso-a-informacao/dados-abertos/dados-abertos-da-prf</a:t>
            </a:r>
            <a:endParaRPr sz="10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pic>
        <p:nvPicPr>
          <p:cNvPr id="1588" name="Google Shape;1588;p3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04313" y="1667251"/>
            <a:ext cx="3711716" cy="1472630"/>
          </a:xfrm>
          <a:prstGeom prst="rect">
            <a:avLst/>
          </a:prstGeom>
          <a:noFill/>
          <a:ln>
            <a:noFill/>
          </a:ln>
          <a:effectLst>
            <a:outerShdw blurRad="51671" rotWithShape="0" algn="bl" dir="5400000" dist="25836">
              <a:srgbClr val="000000"/>
            </a:outerShdw>
          </a:effectLst>
        </p:spPr>
      </p:pic>
      <p:pic>
        <p:nvPicPr>
          <p:cNvPr id="1589" name="Google Shape;1589;p3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763525" y="1873137"/>
            <a:ext cx="3918401" cy="1464018"/>
          </a:xfrm>
          <a:prstGeom prst="rect">
            <a:avLst/>
          </a:prstGeom>
          <a:noFill/>
          <a:ln>
            <a:noFill/>
          </a:ln>
          <a:effectLst>
            <a:outerShdw blurRad="51671" rotWithShape="0" algn="bl" dir="5400000" dist="25836">
              <a:srgbClr val="000000"/>
            </a:outerShdw>
          </a:effectLst>
        </p:spPr>
      </p:pic>
      <p:pic>
        <p:nvPicPr>
          <p:cNvPr id="1590" name="Google Shape;1590;p3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888386" y="2884884"/>
            <a:ext cx="3367241" cy="1481242"/>
          </a:xfrm>
          <a:prstGeom prst="rect">
            <a:avLst/>
          </a:prstGeom>
          <a:noFill/>
          <a:ln>
            <a:noFill/>
          </a:ln>
          <a:effectLst>
            <a:outerShdw blurRad="51671" rotWithShape="0" algn="bl" dir="5400000" dist="25836">
              <a:srgbClr val="000000"/>
            </a:outerShdw>
          </a:effectLst>
        </p:spPr>
      </p:pic>
      <p:sp>
        <p:nvSpPr>
          <p:cNvPr id="1591" name="Google Shape;1591;p38"/>
          <p:cNvSpPr txBox="1"/>
          <p:nvPr>
            <p:ph idx="4294967295" type="ctrTitle"/>
          </p:nvPr>
        </p:nvSpPr>
        <p:spPr>
          <a:xfrm>
            <a:off x="278996" y="1342990"/>
            <a:ext cx="696300" cy="461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 u="sng">
                <a:solidFill>
                  <a:schemeClr val="lt1"/>
                </a:solidFill>
              </a:rPr>
              <a:t>2007</a:t>
            </a:r>
            <a:endParaRPr sz="1300" u="sng">
              <a:solidFill>
                <a:schemeClr val="lt1"/>
              </a:solidFill>
            </a:endParaRPr>
          </a:p>
        </p:txBody>
      </p:sp>
      <p:sp>
        <p:nvSpPr>
          <p:cNvPr id="1592" name="Google Shape;1592;p38"/>
          <p:cNvSpPr txBox="1"/>
          <p:nvPr>
            <p:ph idx="4294967295" type="ctrTitle"/>
          </p:nvPr>
        </p:nvSpPr>
        <p:spPr>
          <a:xfrm>
            <a:off x="2358063" y="3383841"/>
            <a:ext cx="696300" cy="461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 u="sng">
                <a:solidFill>
                  <a:schemeClr val="lt1"/>
                </a:solidFill>
              </a:rPr>
              <a:t>2016</a:t>
            </a:r>
            <a:endParaRPr sz="1300" u="sng">
              <a:solidFill>
                <a:schemeClr val="lt1"/>
              </a:solidFill>
            </a:endParaRPr>
          </a:p>
        </p:txBody>
      </p:sp>
      <p:sp>
        <p:nvSpPr>
          <p:cNvPr id="1593" name="Google Shape;1593;p38"/>
          <p:cNvSpPr txBox="1"/>
          <p:nvPr>
            <p:ph idx="4294967295" type="ctrTitle"/>
          </p:nvPr>
        </p:nvSpPr>
        <p:spPr>
          <a:xfrm>
            <a:off x="4535580" y="1576611"/>
            <a:ext cx="696300" cy="461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 u="sng">
                <a:solidFill>
                  <a:schemeClr val="lt1"/>
                </a:solidFill>
              </a:rPr>
              <a:t>2024</a:t>
            </a:r>
            <a:endParaRPr sz="1300" u="sng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97" name="Shape 15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8" name="Google Shape;1598;p39"/>
          <p:cNvSpPr txBox="1"/>
          <p:nvPr>
            <p:ph type="title"/>
          </p:nvPr>
        </p:nvSpPr>
        <p:spPr>
          <a:xfrm>
            <a:off x="720000" y="5212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Arquitetura da Solução (Engenharia)</a:t>
            </a:r>
            <a:endParaRPr/>
          </a:p>
        </p:txBody>
      </p:sp>
      <p:sp>
        <p:nvSpPr>
          <p:cNvPr id="1599" name="Google Shape;1599;p39"/>
          <p:cNvSpPr txBox="1"/>
          <p:nvPr>
            <p:ph idx="1" type="body"/>
          </p:nvPr>
        </p:nvSpPr>
        <p:spPr>
          <a:xfrm>
            <a:off x="720000" y="1106489"/>
            <a:ext cx="7704000" cy="470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Extração automática do portal do governo, descompressão e organização em Data Lake</a:t>
            </a:r>
            <a:endParaRPr/>
          </a:p>
        </p:txBody>
      </p:sp>
      <p:pic>
        <p:nvPicPr>
          <p:cNvPr id="1600" name="Google Shape;1600;p3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03200" y="4341300"/>
            <a:ext cx="358825" cy="358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01" name="Google Shape;1601;p3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003188" y="1589164"/>
            <a:ext cx="7137620" cy="2514961"/>
          </a:xfrm>
          <a:prstGeom prst="rect">
            <a:avLst/>
          </a:prstGeom>
          <a:noFill/>
          <a:ln>
            <a:noFill/>
          </a:ln>
        </p:spPr>
      </p:pic>
      <p:pic>
        <p:nvPicPr>
          <p:cNvPr id="1602" name="Google Shape;1602;p3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flipH="1">
            <a:off x="7781976" y="4341300"/>
            <a:ext cx="358824" cy="358824"/>
          </a:xfrm>
          <a:prstGeom prst="rect">
            <a:avLst/>
          </a:prstGeom>
          <a:noFill/>
          <a:ln>
            <a:noFill/>
          </a:ln>
        </p:spPr>
      </p:pic>
      <p:sp>
        <p:nvSpPr>
          <p:cNvPr id="1603" name="Google Shape;1603;p39"/>
          <p:cNvSpPr txBox="1"/>
          <p:nvPr/>
        </p:nvSpPr>
        <p:spPr>
          <a:xfrm>
            <a:off x="1407560" y="4299575"/>
            <a:ext cx="184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Docker</a:t>
            </a:r>
            <a:r>
              <a:rPr b="1" lang="en" sz="1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:</a:t>
            </a:r>
            <a:br>
              <a:rPr lang="en" sz="10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rPr>
            </a:br>
            <a:r>
              <a:rPr lang="en" sz="10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https://www.docker.com/</a:t>
            </a:r>
            <a:endParaRPr sz="10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604" name="Google Shape;1604;p39"/>
          <p:cNvSpPr txBox="1"/>
          <p:nvPr/>
        </p:nvSpPr>
        <p:spPr>
          <a:xfrm>
            <a:off x="6665360" y="4299575"/>
            <a:ext cx="184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n8n</a:t>
            </a:r>
            <a:r>
              <a:rPr b="1" lang="en" sz="1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:</a:t>
            </a:r>
            <a:br>
              <a:rPr lang="en" sz="10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rPr>
            </a:br>
            <a:r>
              <a:rPr lang="en" sz="10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https://n8n.io/</a:t>
            </a:r>
            <a:endParaRPr sz="10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08" name="Shape 16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9" name="Google Shape;1609;p40"/>
          <p:cNvSpPr txBox="1"/>
          <p:nvPr>
            <p:ph type="title"/>
          </p:nvPr>
        </p:nvSpPr>
        <p:spPr>
          <a:xfrm>
            <a:off x="720000" y="5212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Arquitetura da Solução (</a:t>
            </a:r>
            <a:r>
              <a:rPr lang="en"/>
              <a:t>Harmonização</a:t>
            </a:r>
            <a:r>
              <a:rPr lang="en"/>
              <a:t>)</a:t>
            </a:r>
            <a:endParaRPr/>
          </a:p>
        </p:txBody>
      </p:sp>
      <p:sp>
        <p:nvSpPr>
          <p:cNvPr id="1610" name="Google Shape;1610;p40"/>
          <p:cNvSpPr txBox="1"/>
          <p:nvPr>
            <p:ph idx="1" type="body"/>
          </p:nvPr>
        </p:nvSpPr>
        <p:spPr>
          <a:xfrm>
            <a:off x="720000" y="1106489"/>
            <a:ext cx="7704000" cy="470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Scripts para limpar texto, tratar nulos, criar features de engenharia…</a:t>
            </a:r>
            <a:endParaRPr/>
          </a:p>
        </p:txBody>
      </p:sp>
      <p:pic>
        <p:nvPicPr>
          <p:cNvPr id="1611" name="Google Shape;1611;p4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38650" y="1540878"/>
            <a:ext cx="6066701" cy="31369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15" name="Shape 16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6" name="Google Shape;1616;p41"/>
          <p:cNvSpPr txBox="1"/>
          <p:nvPr>
            <p:ph type="title"/>
          </p:nvPr>
        </p:nvSpPr>
        <p:spPr>
          <a:xfrm>
            <a:off x="720000" y="5212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Arquitetura da Solução (Harmonização)</a:t>
            </a:r>
            <a:endParaRPr/>
          </a:p>
        </p:txBody>
      </p:sp>
      <p:sp>
        <p:nvSpPr>
          <p:cNvPr id="1617" name="Google Shape;1617;p41"/>
          <p:cNvSpPr txBox="1"/>
          <p:nvPr>
            <p:ph idx="1" type="body"/>
          </p:nvPr>
        </p:nvSpPr>
        <p:spPr>
          <a:xfrm>
            <a:off x="720000" y="1106489"/>
            <a:ext cx="7704000" cy="470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Scripts para limpar texto, tratar nulos, criar features de engenharia…</a:t>
            </a:r>
            <a:endParaRPr/>
          </a:p>
        </p:txBody>
      </p:sp>
      <p:pic>
        <p:nvPicPr>
          <p:cNvPr id="1618" name="Google Shape;1618;p4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20000" y="3463350"/>
            <a:ext cx="6886574" cy="107315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28575">
              <a:schemeClr val="dk2"/>
            </a:outerShdw>
          </a:effectLst>
        </p:spPr>
      </p:pic>
      <p:pic>
        <p:nvPicPr>
          <p:cNvPr id="1619" name="Google Shape;1619;p4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046450" y="1530100"/>
            <a:ext cx="4055949" cy="2231975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28575">
              <a:schemeClr val="dk2">
                <a:alpha val="46000"/>
              </a:schemeClr>
            </a:outerShdw>
          </a:effectLst>
        </p:spPr>
      </p:pic>
      <p:pic>
        <p:nvPicPr>
          <p:cNvPr id="1620" name="Google Shape;1620;p4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42076" y="1636451"/>
            <a:ext cx="2538237" cy="1665512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28575">
              <a:schemeClr val="dk2"/>
            </a:outerShdw>
          </a:effectLst>
        </p:spPr>
      </p:pic>
      <p:pic>
        <p:nvPicPr>
          <p:cNvPr id="1621" name="Google Shape;1621;p41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2732850" y="1872301"/>
            <a:ext cx="2766525" cy="1006575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28575">
              <a:schemeClr val="dk2">
                <a:alpha val="68000"/>
              </a:schemeClr>
            </a:outerShdw>
          </a:effectLst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25" name="Shape 16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6" name="Google Shape;1626;p42"/>
          <p:cNvSpPr txBox="1"/>
          <p:nvPr>
            <p:ph type="title"/>
          </p:nvPr>
        </p:nvSpPr>
        <p:spPr>
          <a:xfrm>
            <a:off x="720000" y="5212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Primeiras visualizações</a:t>
            </a:r>
            <a:endParaRPr/>
          </a:p>
        </p:txBody>
      </p:sp>
      <p:sp>
        <p:nvSpPr>
          <p:cNvPr id="1627" name="Google Shape;1627;p42"/>
          <p:cNvSpPr txBox="1"/>
          <p:nvPr>
            <p:ph idx="1" type="body"/>
          </p:nvPr>
        </p:nvSpPr>
        <p:spPr>
          <a:xfrm>
            <a:off x="720000" y="1106489"/>
            <a:ext cx="7704000" cy="470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Quais as primeiras impressões e conclusões que podemos tirar?</a:t>
            </a:r>
            <a:endParaRPr/>
          </a:p>
        </p:txBody>
      </p:sp>
      <p:pic>
        <p:nvPicPr>
          <p:cNvPr id="1628" name="Google Shape;1628;p42"/>
          <p:cNvPicPr preferRelativeResize="0"/>
          <p:nvPr/>
        </p:nvPicPr>
        <p:blipFill rotWithShape="1">
          <a:blip r:embed="rId3">
            <a:alphaModFix/>
          </a:blip>
          <a:srcRect b="0" l="0" r="51950" t="0"/>
          <a:stretch/>
        </p:blipFill>
        <p:spPr>
          <a:xfrm>
            <a:off x="2069075" y="1589175"/>
            <a:ext cx="5070799" cy="2601975"/>
          </a:xfrm>
          <a:prstGeom prst="rect">
            <a:avLst/>
          </a:prstGeom>
          <a:noFill/>
          <a:ln>
            <a:noFill/>
          </a:ln>
        </p:spPr>
      </p:pic>
      <p:sp>
        <p:nvSpPr>
          <p:cNvPr id="1629" name="Google Shape;1629;p42"/>
          <p:cNvSpPr txBox="1"/>
          <p:nvPr>
            <p:ph idx="1" type="body"/>
          </p:nvPr>
        </p:nvSpPr>
        <p:spPr>
          <a:xfrm>
            <a:off x="814375" y="42799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/>
              <a:t>Acidentes totais: 2.122.328</a:t>
            </a:r>
            <a:endParaRPr sz="13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33" name="Shape 16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4" name="Google Shape;1634;p43"/>
          <p:cNvSpPr txBox="1"/>
          <p:nvPr>
            <p:ph type="title"/>
          </p:nvPr>
        </p:nvSpPr>
        <p:spPr>
          <a:xfrm>
            <a:off x="720000" y="5212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Primeiras visualizações</a:t>
            </a:r>
            <a:endParaRPr/>
          </a:p>
        </p:txBody>
      </p:sp>
      <p:sp>
        <p:nvSpPr>
          <p:cNvPr id="1635" name="Google Shape;1635;p43"/>
          <p:cNvSpPr txBox="1"/>
          <p:nvPr>
            <p:ph idx="1" type="body"/>
          </p:nvPr>
        </p:nvSpPr>
        <p:spPr>
          <a:xfrm>
            <a:off x="720000" y="1106489"/>
            <a:ext cx="7704000" cy="470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Quais as primeiras impressões e conclusões que podemos tirar?</a:t>
            </a:r>
            <a:endParaRPr/>
          </a:p>
        </p:txBody>
      </p:sp>
      <p:pic>
        <p:nvPicPr>
          <p:cNvPr id="1636" name="Google Shape;1636;p43"/>
          <p:cNvPicPr preferRelativeResize="0"/>
          <p:nvPr/>
        </p:nvPicPr>
        <p:blipFill rotWithShape="1">
          <a:blip r:embed="rId3">
            <a:alphaModFix/>
          </a:blip>
          <a:srcRect b="0" l="48081" r="0" t="0"/>
          <a:stretch/>
        </p:blipFill>
        <p:spPr>
          <a:xfrm>
            <a:off x="1864874" y="1589175"/>
            <a:ext cx="5479199" cy="2601975"/>
          </a:xfrm>
          <a:prstGeom prst="rect">
            <a:avLst/>
          </a:prstGeom>
          <a:noFill/>
          <a:ln>
            <a:noFill/>
          </a:ln>
        </p:spPr>
      </p:pic>
      <p:sp>
        <p:nvSpPr>
          <p:cNvPr id="1637" name="Google Shape;1637;p43"/>
          <p:cNvSpPr txBox="1"/>
          <p:nvPr>
            <p:ph idx="1" type="body"/>
          </p:nvPr>
        </p:nvSpPr>
        <p:spPr>
          <a:xfrm>
            <a:off x="814375" y="42799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/>
              <a:t>Em locais com relevo acentuado, a média de </a:t>
            </a:r>
            <a:r>
              <a:rPr lang="en" sz="1300"/>
              <a:t>mortes</a:t>
            </a:r>
            <a:r>
              <a:rPr lang="en" sz="1300"/>
              <a:t> por acidente é 95% maior do que em locais sem esse fator.</a:t>
            </a:r>
            <a:endParaRPr sz="13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41" name="Shape 16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2" name="Google Shape;1642;p44"/>
          <p:cNvSpPr txBox="1"/>
          <p:nvPr>
            <p:ph type="title"/>
          </p:nvPr>
        </p:nvSpPr>
        <p:spPr>
          <a:xfrm>
            <a:off x="720000" y="5212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Cluster </a:t>
            </a:r>
            <a:r>
              <a:rPr lang="en">
                <a:solidFill>
                  <a:schemeClr val="lt1"/>
                </a:solidFill>
              </a:rPr>
              <a:t>A</a:t>
            </a:r>
            <a:r>
              <a:rPr lang="en"/>
              <a:t> - K-Prototypes</a:t>
            </a:r>
            <a:endParaRPr/>
          </a:p>
        </p:txBody>
      </p:sp>
      <p:sp>
        <p:nvSpPr>
          <p:cNvPr id="1643" name="Google Shape;1643;p44"/>
          <p:cNvSpPr txBox="1"/>
          <p:nvPr>
            <p:ph idx="1" type="body"/>
          </p:nvPr>
        </p:nvSpPr>
        <p:spPr>
          <a:xfrm>
            <a:off x="720000" y="1106489"/>
            <a:ext cx="7704000" cy="470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Clusterização Eficiente para Dados Numéricos e Categóricos</a:t>
            </a:r>
            <a:endParaRPr/>
          </a:p>
        </p:txBody>
      </p:sp>
      <p:pic>
        <p:nvPicPr>
          <p:cNvPr id="1644" name="Google Shape;1644;p4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30950" y="1691425"/>
            <a:ext cx="4682100" cy="2854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48" name="Shape 16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9" name="Google Shape;1649;p45"/>
          <p:cNvSpPr txBox="1"/>
          <p:nvPr>
            <p:ph type="title"/>
          </p:nvPr>
        </p:nvSpPr>
        <p:spPr>
          <a:xfrm>
            <a:off x="720000" y="5212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Cluster </a:t>
            </a:r>
            <a:r>
              <a:rPr lang="en">
                <a:solidFill>
                  <a:schemeClr val="lt1"/>
                </a:solidFill>
              </a:rPr>
              <a:t>A</a:t>
            </a:r>
            <a:r>
              <a:rPr lang="en"/>
              <a:t> - K-Prototypes</a:t>
            </a:r>
            <a:endParaRPr/>
          </a:p>
        </p:txBody>
      </p:sp>
      <p:pic>
        <p:nvPicPr>
          <p:cNvPr id="1650" name="Google Shape;1650;p4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590363"/>
            <a:ext cx="9143999" cy="1962776"/>
          </a:xfrm>
          <a:prstGeom prst="rect">
            <a:avLst/>
          </a:prstGeom>
          <a:noFill/>
          <a:ln>
            <a:noFill/>
          </a:ln>
        </p:spPr>
      </p:pic>
      <p:sp>
        <p:nvSpPr>
          <p:cNvPr id="1651" name="Google Shape;1651;p45"/>
          <p:cNvSpPr txBox="1"/>
          <p:nvPr>
            <p:ph idx="1" type="body"/>
          </p:nvPr>
        </p:nvSpPr>
        <p:spPr>
          <a:xfrm>
            <a:off x="784925" y="3784450"/>
            <a:ext cx="7704000" cy="756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/>
              <a:t>Planilhas de exploração:</a:t>
            </a:r>
            <a:br>
              <a:rPr lang="en" sz="1300"/>
            </a:br>
            <a:r>
              <a:rPr lang="en" sz="1300" u="sng">
                <a:solidFill>
                  <a:schemeClr val="hlink"/>
                </a:solidFill>
                <a:hlinkClick r:id="rId4"/>
              </a:rPr>
              <a:t>https://docs.google.com/spreadsheets/d/19wEdod6AtodFinwVzPH_JOCJTYuaHdDFw-9aTiHZiow/edit?gid=1685826567#gid=1685826567</a:t>
            </a:r>
            <a:endParaRPr sz="130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55" name="Shape 16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56" name="Google Shape;1656;p4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57174" y="567200"/>
            <a:ext cx="4639374" cy="4166250"/>
          </a:xfrm>
          <a:prstGeom prst="rect">
            <a:avLst/>
          </a:prstGeom>
          <a:noFill/>
          <a:ln>
            <a:noFill/>
          </a:ln>
        </p:spPr>
      </p:pic>
      <p:sp>
        <p:nvSpPr>
          <p:cNvPr id="1657" name="Google Shape;1657;p46"/>
          <p:cNvSpPr txBox="1"/>
          <p:nvPr>
            <p:ph idx="1" type="body"/>
          </p:nvPr>
        </p:nvSpPr>
        <p:spPr>
          <a:xfrm>
            <a:off x="720000" y="1106500"/>
            <a:ext cx="3414000" cy="75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Agrupamento Espacial Baseado em Densidade.</a:t>
            </a:r>
            <a:endParaRPr/>
          </a:p>
        </p:txBody>
      </p:sp>
      <p:sp>
        <p:nvSpPr>
          <p:cNvPr id="1658" name="Google Shape;1658;p46"/>
          <p:cNvSpPr txBox="1"/>
          <p:nvPr>
            <p:ph idx="1" type="body"/>
          </p:nvPr>
        </p:nvSpPr>
        <p:spPr>
          <a:xfrm>
            <a:off x="720000" y="2084525"/>
            <a:ext cx="3414000" cy="86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</a:rPr>
              <a:t>Acidentes</a:t>
            </a:r>
            <a:r>
              <a:rPr lang="en"/>
              <a:t>: Raio de 0,2 Km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</a:rPr>
              <a:t>Quantidade</a:t>
            </a:r>
            <a:r>
              <a:rPr lang="en"/>
              <a:t>: </a:t>
            </a:r>
            <a:r>
              <a:rPr lang="en"/>
              <a:t>7.241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</a:rPr>
              <a:t>Mortos</a:t>
            </a:r>
            <a:r>
              <a:rPr lang="en"/>
              <a:t>: </a:t>
            </a:r>
            <a:r>
              <a:rPr lang="en" u="sng"/>
              <a:t>278</a:t>
            </a:r>
            <a:r>
              <a:rPr lang="en"/>
              <a:t> (3.8%)</a:t>
            </a:r>
            <a:endParaRPr/>
          </a:p>
        </p:txBody>
      </p:sp>
      <p:sp>
        <p:nvSpPr>
          <p:cNvPr id="1659" name="Google Shape;1659;p46"/>
          <p:cNvSpPr txBox="1"/>
          <p:nvPr>
            <p:ph type="title"/>
          </p:nvPr>
        </p:nvSpPr>
        <p:spPr>
          <a:xfrm>
            <a:off x="720000" y="5212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Cluster </a:t>
            </a:r>
            <a:r>
              <a:rPr lang="en">
                <a:solidFill>
                  <a:schemeClr val="lt1"/>
                </a:solidFill>
              </a:rPr>
              <a:t>B</a:t>
            </a:r>
            <a:r>
              <a:rPr lang="en"/>
              <a:t> - </a:t>
            </a:r>
            <a:r>
              <a:rPr lang="en"/>
              <a:t>DBSCAN</a:t>
            </a:r>
            <a:endParaRPr/>
          </a:p>
        </p:txBody>
      </p:sp>
      <p:sp>
        <p:nvSpPr>
          <p:cNvPr id="1660" name="Google Shape;1660;p46"/>
          <p:cNvSpPr txBox="1"/>
          <p:nvPr>
            <p:ph type="title"/>
          </p:nvPr>
        </p:nvSpPr>
        <p:spPr>
          <a:xfrm>
            <a:off x="720000" y="1664225"/>
            <a:ext cx="341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lt1"/>
                </a:solidFill>
              </a:rPr>
              <a:t>Micro </a:t>
            </a:r>
            <a:r>
              <a:rPr lang="en" sz="2000"/>
              <a:t>- </a:t>
            </a:r>
            <a:r>
              <a:rPr lang="en" sz="1500"/>
              <a:t>BR-116 (SP), Km 207</a:t>
            </a:r>
            <a:endParaRPr sz="1500"/>
          </a:p>
        </p:txBody>
      </p:sp>
      <p:pic>
        <p:nvPicPr>
          <p:cNvPr id="1661" name="Google Shape;1661;p4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281942" y="2950625"/>
            <a:ext cx="4409007" cy="1886625"/>
          </a:xfrm>
          <a:prstGeom prst="rect">
            <a:avLst/>
          </a:prstGeom>
          <a:noFill/>
          <a:ln>
            <a:noFill/>
          </a:ln>
        </p:spPr>
      </p:pic>
      <p:sp>
        <p:nvSpPr>
          <p:cNvPr id="1662" name="Google Shape;1662;p46"/>
          <p:cNvSpPr txBox="1"/>
          <p:nvPr>
            <p:ph type="title"/>
          </p:nvPr>
        </p:nvSpPr>
        <p:spPr>
          <a:xfrm>
            <a:off x="7058750" y="4370150"/>
            <a:ext cx="1867200" cy="36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lt1"/>
                </a:solidFill>
              </a:rPr>
              <a:t>Anos</a:t>
            </a:r>
            <a:r>
              <a:rPr lang="en" sz="1300"/>
              <a:t>:</a:t>
            </a:r>
            <a:r>
              <a:rPr lang="en" sz="1300"/>
              <a:t> </a:t>
            </a:r>
            <a:r>
              <a:rPr lang="en" sz="1300"/>
              <a:t>2017 - 2024</a:t>
            </a:r>
            <a:endParaRPr sz="130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66" name="Shape 16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67" name="Google Shape;1667;p4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57174" y="567200"/>
            <a:ext cx="4639374" cy="4166250"/>
          </a:xfrm>
          <a:prstGeom prst="rect">
            <a:avLst/>
          </a:prstGeom>
          <a:noFill/>
          <a:ln>
            <a:noFill/>
          </a:ln>
        </p:spPr>
      </p:pic>
      <p:sp>
        <p:nvSpPr>
          <p:cNvPr id="1668" name="Google Shape;1668;p47"/>
          <p:cNvSpPr txBox="1"/>
          <p:nvPr>
            <p:ph idx="1" type="body"/>
          </p:nvPr>
        </p:nvSpPr>
        <p:spPr>
          <a:xfrm>
            <a:off x="720000" y="1106500"/>
            <a:ext cx="3414000" cy="75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Agrupamento Espacial Baseado em Densidade.</a:t>
            </a:r>
            <a:endParaRPr/>
          </a:p>
        </p:txBody>
      </p:sp>
      <p:sp>
        <p:nvSpPr>
          <p:cNvPr id="1669" name="Google Shape;1669;p47"/>
          <p:cNvSpPr txBox="1"/>
          <p:nvPr>
            <p:ph idx="1" type="body"/>
          </p:nvPr>
        </p:nvSpPr>
        <p:spPr>
          <a:xfrm>
            <a:off x="720000" y="2084525"/>
            <a:ext cx="3414000" cy="86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</a:rPr>
              <a:t>Acidentes</a:t>
            </a:r>
            <a:r>
              <a:rPr lang="en"/>
              <a:t>: Raio de 5 Km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</a:rPr>
              <a:t>Quantidade</a:t>
            </a:r>
            <a:r>
              <a:rPr lang="en"/>
              <a:t>: </a:t>
            </a:r>
            <a:r>
              <a:rPr lang="en"/>
              <a:t>72.943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</a:rPr>
              <a:t>Mortos</a:t>
            </a:r>
            <a:r>
              <a:rPr lang="en"/>
              <a:t>: </a:t>
            </a:r>
            <a:r>
              <a:rPr lang="en" u="sng"/>
              <a:t>2.904</a:t>
            </a:r>
            <a:r>
              <a:rPr lang="en"/>
              <a:t> </a:t>
            </a:r>
            <a:r>
              <a:rPr lang="en"/>
              <a:t>(4.0%)</a:t>
            </a:r>
            <a:endParaRPr/>
          </a:p>
        </p:txBody>
      </p:sp>
      <p:sp>
        <p:nvSpPr>
          <p:cNvPr id="1670" name="Google Shape;1670;p47"/>
          <p:cNvSpPr txBox="1"/>
          <p:nvPr>
            <p:ph type="title"/>
          </p:nvPr>
        </p:nvSpPr>
        <p:spPr>
          <a:xfrm>
            <a:off x="720000" y="5212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Cluster </a:t>
            </a:r>
            <a:r>
              <a:rPr lang="en">
                <a:solidFill>
                  <a:schemeClr val="lt1"/>
                </a:solidFill>
              </a:rPr>
              <a:t>B</a:t>
            </a:r>
            <a:r>
              <a:rPr lang="en"/>
              <a:t> - DBSCAN</a:t>
            </a:r>
            <a:endParaRPr/>
          </a:p>
        </p:txBody>
      </p:sp>
      <p:sp>
        <p:nvSpPr>
          <p:cNvPr id="1671" name="Google Shape;1671;p47"/>
          <p:cNvSpPr txBox="1"/>
          <p:nvPr>
            <p:ph type="title"/>
          </p:nvPr>
        </p:nvSpPr>
        <p:spPr>
          <a:xfrm>
            <a:off x="720000" y="1664225"/>
            <a:ext cx="341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lt1"/>
                </a:solidFill>
              </a:rPr>
              <a:t>Macro </a:t>
            </a:r>
            <a:r>
              <a:rPr lang="en" sz="2000"/>
              <a:t>- </a:t>
            </a:r>
            <a:r>
              <a:rPr lang="en" sz="1500"/>
              <a:t>BR-101 (SC), Km 169</a:t>
            </a:r>
            <a:endParaRPr sz="1500"/>
          </a:p>
        </p:txBody>
      </p:sp>
      <p:pic>
        <p:nvPicPr>
          <p:cNvPr id="1672" name="Google Shape;1672;p4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281950" y="2950616"/>
            <a:ext cx="4408999" cy="1900431"/>
          </a:xfrm>
          <a:prstGeom prst="rect">
            <a:avLst/>
          </a:prstGeom>
          <a:noFill/>
          <a:ln>
            <a:noFill/>
          </a:ln>
        </p:spPr>
      </p:pic>
      <p:sp>
        <p:nvSpPr>
          <p:cNvPr id="1673" name="Google Shape;1673;p47"/>
          <p:cNvSpPr txBox="1"/>
          <p:nvPr>
            <p:ph type="title"/>
          </p:nvPr>
        </p:nvSpPr>
        <p:spPr>
          <a:xfrm>
            <a:off x="7058750" y="4370150"/>
            <a:ext cx="1867200" cy="36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lt1"/>
                </a:solidFill>
              </a:rPr>
              <a:t>Anos</a:t>
            </a:r>
            <a:r>
              <a:rPr lang="en" sz="1300"/>
              <a:t>: 2017 - 2024</a:t>
            </a:r>
            <a:endParaRPr sz="13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Traffic Collision Prevention by Slidesgo">
  <a:themeElements>
    <a:clrScheme name="Simple Light">
      <a:dk1>
        <a:srgbClr val="2D2C37"/>
      </a:dk1>
      <a:lt1>
        <a:srgbClr val="E7363C"/>
      </a:lt1>
      <a:dk2>
        <a:srgbClr val="F5F5F5"/>
      </a:dk2>
      <a:lt2>
        <a:srgbClr val="B1282F"/>
      </a:lt2>
      <a:accent1>
        <a:srgbClr val="505050"/>
      </a:accent1>
      <a:accent2>
        <a:srgbClr val="878787"/>
      </a:accent2>
      <a:accent3>
        <a:srgbClr val="DBAE00"/>
      </a:accent3>
      <a:accent4>
        <a:srgbClr val="FFE034"/>
      </a:accent4>
      <a:accent5>
        <a:srgbClr val="7FA31D"/>
      </a:accent5>
      <a:accent6>
        <a:srgbClr val="5BADFB"/>
      </a:accent6>
      <a:hlink>
        <a:srgbClr val="2D2C3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